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3"/>
  </p:notesMasterIdLst>
  <p:handoutMasterIdLst>
    <p:handoutMasterId r:id="rId54"/>
  </p:handoutMasterIdLst>
  <p:sldIdLst>
    <p:sldId id="256" r:id="rId2"/>
    <p:sldId id="257" r:id="rId3"/>
    <p:sldId id="270" r:id="rId4"/>
    <p:sldId id="306" r:id="rId5"/>
    <p:sldId id="271" r:id="rId6"/>
    <p:sldId id="272" r:id="rId7"/>
    <p:sldId id="273" r:id="rId8"/>
    <p:sldId id="307" r:id="rId9"/>
    <p:sldId id="308" r:id="rId10"/>
    <p:sldId id="274" r:id="rId11"/>
    <p:sldId id="275" r:id="rId12"/>
    <p:sldId id="276" r:id="rId13"/>
    <p:sldId id="278" r:id="rId14"/>
    <p:sldId id="279" r:id="rId15"/>
    <p:sldId id="280" r:id="rId16"/>
    <p:sldId id="281" r:id="rId17"/>
    <p:sldId id="309" r:id="rId18"/>
    <p:sldId id="315" r:id="rId19"/>
    <p:sldId id="317" r:id="rId20"/>
    <p:sldId id="316" r:id="rId21"/>
    <p:sldId id="282" r:id="rId22"/>
    <p:sldId id="283" r:id="rId23"/>
    <p:sldId id="277" r:id="rId24"/>
    <p:sldId id="284" r:id="rId25"/>
    <p:sldId id="285" r:id="rId26"/>
    <p:sldId id="286" r:id="rId27"/>
    <p:sldId id="318" r:id="rId28"/>
    <p:sldId id="319" r:id="rId29"/>
    <p:sldId id="310" r:id="rId30"/>
    <p:sldId id="287" r:id="rId31"/>
    <p:sldId id="311" r:id="rId32"/>
    <p:sldId id="288" r:id="rId33"/>
    <p:sldId id="289" r:id="rId34"/>
    <p:sldId id="312" r:id="rId35"/>
    <p:sldId id="290" r:id="rId36"/>
    <p:sldId id="291" r:id="rId37"/>
    <p:sldId id="292" r:id="rId38"/>
    <p:sldId id="313" r:id="rId39"/>
    <p:sldId id="294" r:id="rId40"/>
    <p:sldId id="295" r:id="rId41"/>
    <p:sldId id="296" r:id="rId42"/>
    <p:sldId id="293" r:id="rId43"/>
    <p:sldId id="298" r:id="rId44"/>
    <p:sldId id="299" r:id="rId45"/>
    <p:sldId id="300" r:id="rId46"/>
    <p:sldId id="301" r:id="rId47"/>
    <p:sldId id="302" r:id="rId48"/>
    <p:sldId id="303" r:id="rId49"/>
    <p:sldId id="314" r:id="rId50"/>
    <p:sldId id="305" r:id="rId51"/>
    <p:sldId id="304" r:id="rId52"/>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41" autoAdjust="0"/>
  </p:normalViewPr>
  <p:slideViewPr>
    <p:cSldViewPr>
      <p:cViewPr varScale="1">
        <p:scale>
          <a:sx n="78" d="100"/>
          <a:sy n="78" d="100"/>
        </p:scale>
        <p:origin x="787" y="62"/>
      </p:cViewPr>
      <p:guideLst>
        <p:guide pos="3839"/>
        <p:guide orient="horz" pos="2160"/>
      </p:guideLst>
    </p:cSldViewPr>
  </p:slideViewPr>
  <p:notesTextViewPr>
    <p:cViewPr>
      <p:scale>
        <a:sx n="1" d="1"/>
        <a:sy n="1" d="1"/>
      </p:scale>
      <p:origin x="0" y="0"/>
    </p:cViewPr>
  </p:notesTextViewPr>
  <p:notesViewPr>
    <p:cSldViewPr showGuides="1">
      <p:cViewPr varScale="1">
        <p:scale>
          <a:sx n="62" d="100"/>
          <a:sy n="62" d="100"/>
        </p:scale>
        <p:origin x="2371"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20DCCB4-07FA-41A0-AE0A-F9585978AADB}" type="doc">
      <dgm:prSet loTypeId="urn:microsoft.com/office/officeart/2005/8/layout/orgChart1" loCatId="hierarchy" qsTypeId="urn:microsoft.com/office/officeart/2005/8/quickstyle/3d1" qsCatId="3D" csTypeId="urn:microsoft.com/office/officeart/2005/8/colors/colorful4" csCatId="colorful" phldr="1"/>
      <dgm:spPr/>
      <dgm:t>
        <a:bodyPr/>
        <a:lstStyle/>
        <a:p>
          <a:endParaRPr lang="en-IN"/>
        </a:p>
      </dgm:t>
    </dgm:pt>
    <dgm:pt modelId="{C4F0D1B2-6AE5-4F08-A01D-786996CE84E2}">
      <dgm:prSet phldrT="[Text]" custT="1"/>
      <dgm:spPr/>
      <dgm:t>
        <a:bodyPr/>
        <a:lstStyle/>
        <a:p>
          <a:r>
            <a:rPr lang="en-IN" sz="2000" dirty="0"/>
            <a:t>Special Addresses</a:t>
          </a:r>
        </a:p>
      </dgm:t>
    </dgm:pt>
    <dgm:pt modelId="{1744BB62-DF77-41F6-BB2B-09DF31C62F51}" type="parTrans" cxnId="{3CE6C02B-C1CF-495E-8253-704B7D9237E9}">
      <dgm:prSet/>
      <dgm:spPr/>
      <dgm:t>
        <a:bodyPr/>
        <a:lstStyle/>
        <a:p>
          <a:endParaRPr lang="en-IN"/>
        </a:p>
      </dgm:t>
    </dgm:pt>
    <dgm:pt modelId="{46902184-6C34-452F-B9C4-F1648A9387D8}" type="sibTrans" cxnId="{3CE6C02B-C1CF-495E-8253-704B7D9237E9}">
      <dgm:prSet/>
      <dgm:spPr/>
      <dgm:t>
        <a:bodyPr/>
        <a:lstStyle/>
        <a:p>
          <a:endParaRPr lang="en-IN"/>
        </a:p>
      </dgm:t>
    </dgm:pt>
    <dgm:pt modelId="{AE1CD0E1-E10D-4CBB-8CAA-3168AD2EF63E}">
      <dgm:prSet phldrT="[Text]" custT="1"/>
      <dgm:spPr>
        <a:solidFill>
          <a:schemeClr val="accent5">
            <a:lumMod val="50000"/>
          </a:schemeClr>
        </a:solidFill>
      </dgm:spPr>
      <dgm:t>
        <a:bodyPr/>
        <a:lstStyle/>
        <a:p>
          <a:r>
            <a:rPr lang="en-IN" sz="2000" dirty="0"/>
            <a:t>This Host Address</a:t>
          </a:r>
        </a:p>
      </dgm:t>
    </dgm:pt>
    <dgm:pt modelId="{6EE46E6C-39CC-4DB6-B418-CD10253B30F8}" type="parTrans" cxnId="{9ADCFB31-ACD8-47FC-9133-F8430ADB9A0A}">
      <dgm:prSet/>
      <dgm:spPr/>
      <dgm:t>
        <a:bodyPr/>
        <a:lstStyle/>
        <a:p>
          <a:endParaRPr lang="en-IN"/>
        </a:p>
      </dgm:t>
    </dgm:pt>
    <dgm:pt modelId="{42A119F0-7D57-4ECF-81E5-3D071C0C04CC}" type="sibTrans" cxnId="{9ADCFB31-ACD8-47FC-9133-F8430ADB9A0A}">
      <dgm:prSet/>
      <dgm:spPr/>
      <dgm:t>
        <a:bodyPr/>
        <a:lstStyle/>
        <a:p>
          <a:endParaRPr lang="en-IN"/>
        </a:p>
      </dgm:t>
    </dgm:pt>
    <dgm:pt modelId="{39E0F29B-FBE6-4E9E-BB66-A4897A8CBF31}">
      <dgm:prSet phldrT="[Text]" custT="1"/>
      <dgm:spPr>
        <a:solidFill>
          <a:schemeClr val="accent5">
            <a:lumMod val="50000"/>
          </a:schemeClr>
        </a:solidFill>
      </dgm:spPr>
      <dgm:t>
        <a:bodyPr/>
        <a:lstStyle/>
        <a:p>
          <a:r>
            <a:rPr lang="en-IN" sz="2000" dirty="0"/>
            <a:t>Limited Broadcast Address</a:t>
          </a:r>
        </a:p>
      </dgm:t>
    </dgm:pt>
    <dgm:pt modelId="{13FBAE3E-D9A9-4D05-AD02-CF07B1580C62}" type="parTrans" cxnId="{F218C3F7-F1C7-4B07-B0A3-EE4D8DF17084}">
      <dgm:prSet/>
      <dgm:spPr/>
      <dgm:t>
        <a:bodyPr/>
        <a:lstStyle/>
        <a:p>
          <a:endParaRPr lang="en-IN"/>
        </a:p>
      </dgm:t>
    </dgm:pt>
    <dgm:pt modelId="{A68BF5B7-885F-470D-95FE-2C0E57FAD04D}" type="sibTrans" cxnId="{F218C3F7-F1C7-4B07-B0A3-EE4D8DF17084}">
      <dgm:prSet/>
      <dgm:spPr/>
      <dgm:t>
        <a:bodyPr/>
        <a:lstStyle/>
        <a:p>
          <a:endParaRPr lang="en-IN"/>
        </a:p>
      </dgm:t>
    </dgm:pt>
    <dgm:pt modelId="{34471434-F35B-406E-88FE-18E1DCC2C74A}">
      <dgm:prSet phldrT="[Text]" custT="1"/>
      <dgm:spPr>
        <a:solidFill>
          <a:schemeClr val="accent5">
            <a:lumMod val="50000"/>
          </a:schemeClr>
        </a:solidFill>
      </dgm:spPr>
      <dgm:t>
        <a:bodyPr/>
        <a:lstStyle/>
        <a:p>
          <a:r>
            <a:rPr lang="en-IN" sz="2000" dirty="0"/>
            <a:t>Loopback Address</a:t>
          </a:r>
        </a:p>
      </dgm:t>
    </dgm:pt>
    <dgm:pt modelId="{4EEB0019-EA60-40DA-887C-B9BC6A7A06AC}" type="parTrans" cxnId="{C351CFA0-A671-4CD8-A5CF-20D3FD76C44D}">
      <dgm:prSet/>
      <dgm:spPr/>
      <dgm:t>
        <a:bodyPr/>
        <a:lstStyle/>
        <a:p>
          <a:endParaRPr lang="en-IN"/>
        </a:p>
      </dgm:t>
    </dgm:pt>
    <dgm:pt modelId="{076E0500-34A7-4A19-BCDD-326599D15407}" type="sibTrans" cxnId="{C351CFA0-A671-4CD8-A5CF-20D3FD76C44D}">
      <dgm:prSet/>
      <dgm:spPr/>
      <dgm:t>
        <a:bodyPr/>
        <a:lstStyle/>
        <a:p>
          <a:endParaRPr lang="en-IN"/>
        </a:p>
      </dgm:t>
    </dgm:pt>
    <dgm:pt modelId="{5073183B-A9CC-46C1-9781-B97B3AAAFB77}">
      <dgm:prSet custT="1"/>
      <dgm:spPr>
        <a:solidFill>
          <a:schemeClr val="accent5">
            <a:lumMod val="50000"/>
          </a:schemeClr>
        </a:solidFill>
      </dgm:spPr>
      <dgm:t>
        <a:bodyPr/>
        <a:lstStyle/>
        <a:p>
          <a:r>
            <a:rPr lang="en-IN" sz="2000" dirty="0"/>
            <a:t>Private Address</a:t>
          </a:r>
        </a:p>
      </dgm:t>
    </dgm:pt>
    <dgm:pt modelId="{8CE77ABB-B4C4-42A9-88A2-9F62DA47D221}" type="parTrans" cxnId="{7AD0B5EE-A626-4142-A44E-540233461D3F}">
      <dgm:prSet/>
      <dgm:spPr/>
      <dgm:t>
        <a:bodyPr/>
        <a:lstStyle/>
        <a:p>
          <a:endParaRPr lang="en-IN"/>
        </a:p>
      </dgm:t>
    </dgm:pt>
    <dgm:pt modelId="{19A25CF5-6099-4D56-AEBD-A3F9DD1C6EDB}" type="sibTrans" cxnId="{7AD0B5EE-A626-4142-A44E-540233461D3F}">
      <dgm:prSet/>
      <dgm:spPr/>
      <dgm:t>
        <a:bodyPr/>
        <a:lstStyle/>
        <a:p>
          <a:endParaRPr lang="en-IN"/>
        </a:p>
      </dgm:t>
    </dgm:pt>
    <dgm:pt modelId="{BC638900-3D0D-44BD-9072-37B3EE31BD64}">
      <dgm:prSet custT="1"/>
      <dgm:spPr>
        <a:solidFill>
          <a:schemeClr val="accent5">
            <a:lumMod val="50000"/>
          </a:schemeClr>
        </a:solidFill>
      </dgm:spPr>
      <dgm:t>
        <a:bodyPr/>
        <a:lstStyle/>
        <a:p>
          <a:r>
            <a:rPr lang="en-IN" sz="2000" dirty="0"/>
            <a:t>Multicast Address</a:t>
          </a:r>
        </a:p>
      </dgm:t>
    </dgm:pt>
    <dgm:pt modelId="{C982E2B9-2C81-498A-94E0-EF014434456F}" type="parTrans" cxnId="{DF5CEEC2-43B7-4A21-8372-A0B3367C723F}">
      <dgm:prSet/>
      <dgm:spPr/>
      <dgm:t>
        <a:bodyPr/>
        <a:lstStyle/>
        <a:p>
          <a:endParaRPr lang="en-IN"/>
        </a:p>
      </dgm:t>
    </dgm:pt>
    <dgm:pt modelId="{2370E337-A1BF-487C-A721-6158AFB62E95}" type="sibTrans" cxnId="{DF5CEEC2-43B7-4A21-8372-A0B3367C723F}">
      <dgm:prSet/>
      <dgm:spPr/>
      <dgm:t>
        <a:bodyPr/>
        <a:lstStyle/>
        <a:p>
          <a:endParaRPr lang="en-IN"/>
        </a:p>
      </dgm:t>
    </dgm:pt>
    <dgm:pt modelId="{0080BD1F-7568-41FE-86F2-D44B088F7973}" type="pres">
      <dgm:prSet presAssocID="{120DCCB4-07FA-41A0-AE0A-F9585978AADB}" presName="hierChild1" presStyleCnt="0">
        <dgm:presLayoutVars>
          <dgm:orgChart val="1"/>
          <dgm:chPref val="1"/>
          <dgm:dir/>
          <dgm:animOne val="branch"/>
          <dgm:animLvl val="lvl"/>
          <dgm:resizeHandles/>
        </dgm:presLayoutVars>
      </dgm:prSet>
      <dgm:spPr/>
    </dgm:pt>
    <dgm:pt modelId="{611B7A20-2071-4FEB-B68E-40FB27AED2CD}" type="pres">
      <dgm:prSet presAssocID="{C4F0D1B2-6AE5-4F08-A01D-786996CE84E2}" presName="hierRoot1" presStyleCnt="0">
        <dgm:presLayoutVars>
          <dgm:hierBranch val="init"/>
        </dgm:presLayoutVars>
      </dgm:prSet>
      <dgm:spPr/>
    </dgm:pt>
    <dgm:pt modelId="{76227FED-53C0-4570-BF40-DE0BB4EC9AF7}" type="pres">
      <dgm:prSet presAssocID="{C4F0D1B2-6AE5-4F08-A01D-786996CE84E2}" presName="rootComposite1" presStyleCnt="0"/>
      <dgm:spPr/>
    </dgm:pt>
    <dgm:pt modelId="{097E3F27-6201-42F7-8914-89A7190EB553}" type="pres">
      <dgm:prSet presAssocID="{C4F0D1B2-6AE5-4F08-A01D-786996CE84E2}" presName="rootText1" presStyleLbl="node0" presStyleIdx="0" presStyleCnt="1">
        <dgm:presLayoutVars>
          <dgm:chPref val="3"/>
        </dgm:presLayoutVars>
      </dgm:prSet>
      <dgm:spPr/>
    </dgm:pt>
    <dgm:pt modelId="{54601058-C0B0-43F5-B06F-204EF8298095}" type="pres">
      <dgm:prSet presAssocID="{C4F0D1B2-6AE5-4F08-A01D-786996CE84E2}" presName="rootConnector1" presStyleLbl="node1" presStyleIdx="0" presStyleCnt="0"/>
      <dgm:spPr/>
    </dgm:pt>
    <dgm:pt modelId="{86C5B2B1-EDE5-4903-8D70-75F43181DF1A}" type="pres">
      <dgm:prSet presAssocID="{C4F0D1B2-6AE5-4F08-A01D-786996CE84E2}" presName="hierChild2" presStyleCnt="0"/>
      <dgm:spPr/>
    </dgm:pt>
    <dgm:pt modelId="{8D92035B-0225-4631-8F2F-0AC305F20337}" type="pres">
      <dgm:prSet presAssocID="{6EE46E6C-39CC-4DB6-B418-CD10253B30F8}" presName="Name37" presStyleLbl="parChTrans1D2" presStyleIdx="0" presStyleCnt="5"/>
      <dgm:spPr/>
    </dgm:pt>
    <dgm:pt modelId="{2FDA0624-6189-441F-8228-34178A58D642}" type="pres">
      <dgm:prSet presAssocID="{AE1CD0E1-E10D-4CBB-8CAA-3168AD2EF63E}" presName="hierRoot2" presStyleCnt="0">
        <dgm:presLayoutVars>
          <dgm:hierBranch val="init"/>
        </dgm:presLayoutVars>
      </dgm:prSet>
      <dgm:spPr/>
    </dgm:pt>
    <dgm:pt modelId="{03336297-66E6-4BE5-8668-BAB5228C79C2}" type="pres">
      <dgm:prSet presAssocID="{AE1CD0E1-E10D-4CBB-8CAA-3168AD2EF63E}" presName="rootComposite" presStyleCnt="0"/>
      <dgm:spPr/>
    </dgm:pt>
    <dgm:pt modelId="{60467BCA-DE50-4BA7-8E77-951AF859F6BD}" type="pres">
      <dgm:prSet presAssocID="{AE1CD0E1-E10D-4CBB-8CAA-3168AD2EF63E}" presName="rootText" presStyleLbl="node2" presStyleIdx="0" presStyleCnt="5" custScaleX="115573" custScaleY="118218">
        <dgm:presLayoutVars>
          <dgm:chPref val="3"/>
        </dgm:presLayoutVars>
      </dgm:prSet>
      <dgm:spPr/>
    </dgm:pt>
    <dgm:pt modelId="{BF8DB076-9149-4766-B0B3-0B155F24617B}" type="pres">
      <dgm:prSet presAssocID="{AE1CD0E1-E10D-4CBB-8CAA-3168AD2EF63E}" presName="rootConnector" presStyleLbl="node2" presStyleIdx="0" presStyleCnt="5"/>
      <dgm:spPr/>
    </dgm:pt>
    <dgm:pt modelId="{BB517E61-88E6-43CC-8DE5-252351524974}" type="pres">
      <dgm:prSet presAssocID="{AE1CD0E1-E10D-4CBB-8CAA-3168AD2EF63E}" presName="hierChild4" presStyleCnt="0"/>
      <dgm:spPr/>
    </dgm:pt>
    <dgm:pt modelId="{1DB7BE70-1A10-4414-A567-6E9D4BC43E70}" type="pres">
      <dgm:prSet presAssocID="{AE1CD0E1-E10D-4CBB-8CAA-3168AD2EF63E}" presName="hierChild5" presStyleCnt="0"/>
      <dgm:spPr/>
    </dgm:pt>
    <dgm:pt modelId="{141DF821-435C-4F9F-B218-1416F46E8A05}" type="pres">
      <dgm:prSet presAssocID="{13FBAE3E-D9A9-4D05-AD02-CF07B1580C62}" presName="Name37" presStyleLbl="parChTrans1D2" presStyleIdx="1" presStyleCnt="5"/>
      <dgm:spPr/>
    </dgm:pt>
    <dgm:pt modelId="{9B990EE0-5EB3-47F1-9DB2-C6B2FBCC8CEC}" type="pres">
      <dgm:prSet presAssocID="{39E0F29B-FBE6-4E9E-BB66-A4897A8CBF31}" presName="hierRoot2" presStyleCnt="0">
        <dgm:presLayoutVars>
          <dgm:hierBranch val="init"/>
        </dgm:presLayoutVars>
      </dgm:prSet>
      <dgm:spPr/>
    </dgm:pt>
    <dgm:pt modelId="{B9CF5C09-51C4-4957-930E-C5B46AA495A5}" type="pres">
      <dgm:prSet presAssocID="{39E0F29B-FBE6-4E9E-BB66-A4897A8CBF31}" presName="rootComposite" presStyleCnt="0"/>
      <dgm:spPr/>
    </dgm:pt>
    <dgm:pt modelId="{6A1FF394-80F6-4772-A66B-50B1EE601C18}" type="pres">
      <dgm:prSet presAssocID="{39E0F29B-FBE6-4E9E-BB66-A4897A8CBF31}" presName="rootText" presStyleLbl="node2" presStyleIdx="1" presStyleCnt="5" custScaleX="115573" custScaleY="118218">
        <dgm:presLayoutVars>
          <dgm:chPref val="3"/>
        </dgm:presLayoutVars>
      </dgm:prSet>
      <dgm:spPr/>
    </dgm:pt>
    <dgm:pt modelId="{92969103-5881-4FFD-9A63-03E8C6899627}" type="pres">
      <dgm:prSet presAssocID="{39E0F29B-FBE6-4E9E-BB66-A4897A8CBF31}" presName="rootConnector" presStyleLbl="node2" presStyleIdx="1" presStyleCnt="5"/>
      <dgm:spPr/>
    </dgm:pt>
    <dgm:pt modelId="{25C8318A-06EA-45E1-BBD2-863C6E3D87DA}" type="pres">
      <dgm:prSet presAssocID="{39E0F29B-FBE6-4E9E-BB66-A4897A8CBF31}" presName="hierChild4" presStyleCnt="0"/>
      <dgm:spPr/>
    </dgm:pt>
    <dgm:pt modelId="{8BAF4EEA-0EC5-48C4-825F-B231AB361937}" type="pres">
      <dgm:prSet presAssocID="{39E0F29B-FBE6-4E9E-BB66-A4897A8CBF31}" presName="hierChild5" presStyleCnt="0"/>
      <dgm:spPr/>
    </dgm:pt>
    <dgm:pt modelId="{3CD3B473-7777-40EF-ADE2-73CDEEE091F7}" type="pres">
      <dgm:prSet presAssocID="{4EEB0019-EA60-40DA-887C-B9BC6A7A06AC}" presName="Name37" presStyleLbl="parChTrans1D2" presStyleIdx="2" presStyleCnt="5"/>
      <dgm:spPr/>
    </dgm:pt>
    <dgm:pt modelId="{2D5039C5-927D-43F8-A94D-9F8860A6D5A5}" type="pres">
      <dgm:prSet presAssocID="{34471434-F35B-406E-88FE-18E1DCC2C74A}" presName="hierRoot2" presStyleCnt="0">
        <dgm:presLayoutVars>
          <dgm:hierBranch val="init"/>
        </dgm:presLayoutVars>
      </dgm:prSet>
      <dgm:spPr/>
    </dgm:pt>
    <dgm:pt modelId="{2B29A208-77A2-40C5-9203-7F671CFA1D61}" type="pres">
      <dgm:prSet presAssocID="{34471434-F35B-406E-88FE-18E1DCC2C74A}" presName="rootComposite" presStyleCnt="0"/>
      <dgm:spPr/>
    </dgm:pt>
    <dgm:pt modelId="{397B93A5-1E53-436E-98C0-C84D007956CF}" type="pres">
      <dgm:prSet presAssocID="{34471434-F35B-406E-88FE-18E1DCC2C74A}" presName="rootText" presStyleLbl="node2" presStyleIdx="2" presStyleCnt="5" custScaleX="115573" custScaleY="118218">
        <dgm:presLayoutVars>
          <dgm:chPref val="3"/>
        </dgm:presLayoutVars>
      </dgm:prSet>
      <dgm:spPr/>
    </dgm:pt>
    <dgm:pt modelId="{840B55D0-3AC2-4A7C-9902-4225AE42984D}" type="pres">
      <dgm:prSet presAssocID="{34471434-F35B-406E-88FE-18E1DCC2C74A}" presName="rootConnector" presStyleLbl="node2" presStyleIdx="2" presStyleCnt="5"/>
      <dgm:spPr/>
    </dgm:pt>
    <dgm:pt modelId="{3D6ABC64-3225-4FB3-8D07-729B0C78AFC0}" type="pres">
      <dgm:prSet presAssocID="{34471434-F35B-406E-88FE-18E1DCC2C74A}" presName="hierChild4" presStyleCnt="0"/>
      <dgm:spPr/>
    </dgm:pt>
    <dgm:pt modelId="{C18B3074-D7C3-4E51-B3B5-178DE6280382}" type="pres">
      <dgm:prSet presAssocID="{34471434-F35B-406E-88FE-18E1DCC2C74A}" presName="hierChild5" presStyleCnt="0"/>
      <dgm:spPr/>
    </dgm:pt>
    <dgm:pt modelId="{A694FA7D-F462-449A-A419-2CBD647315CD}" type="pres">
      <dgm:prSet presAssocID="{8CE77ABB-B4C4-42A9-88A2-9F62DA47D221}" presName="Name37" presStyleLbl="parChTrans1D2" presStyleIdx="3" presStyleCnt="5"/>
      <dgm:spPr/>
    </dgm:pt>
    <dgm:pt modelId="{4C828470-343A-4183-B96C-16FD249AEEE9}" type="pres">
      <dgm:prSet presAssocID="{5073183B-A9CC-46C1-9781-B97B3AAAFB77}" presName="hierRoot2" presStyleCnt="0">
        <dgm:presLayoutVars>
          <dgm:hierBranch val="init"/>
        </dgm:presLayoutVars>
      </dgm:prSet>
      <dgm:spPr/>
    </dgm:pt>
    <dgm:pt modelId="{41EFED65-B66E-4A22-BD5E-5080532C14D9}" type="pres">
      <dgm:prSet presAssocID="{5073183B-A9CC-46C1-9781-B97B3AAAFB77}" presName="rootComposite" presStyleCnt="0"/>
      <dgm:spPr/>
    </dgm:pt>
    <dgm:pt modelId="{9950B280-21A6-4FB3-82D7-8173EA17A2E8}" type="pres">
      <dgm:prSet presAssocID="{5073183B-A9CC-46C1-9781-B97B3AAAFB77}" presName="rootText" presStyleLbl="node2" presStyleIdx="3" presStyleCnt="5" custScaleX="115573" custScaleY="118218">
        <dgm:presLayoutVars>
          <dgm:chPref val="3"/>
        </dgm:presLayoutVars>
      </dgm:prSet>
      <dgm:spPr/>
    </dgm:pt>
    <dgm:pt modelId="{4EE17B12-EE61-4E0C-93A1-05D77B2959B7}" type="pres">
      <dgm:prSet presAssocID="{5073183B-A9CC-46C1-9781-B97B3AAAFB77}" presName="rootConnector" presStyleLbl="node2" presStyleIdx="3" presStyleCnt="5"/>
      <dgm:spPr/>
    </dgm:pt>
    <dgm:pt modelId="{993BE06D-27F7-428B-A836-92CEBADB5B66}" type="pres">
      <dgm:prSet presAssocID="{5073183B-A9CC-46C1-9781-B97B3AAAFB77}" presName="hierChild4" presStyleCnt="0"/>
      <dgm:spPr/>
    </dgm:pt>
    <dgm:pt modelId="{4C2CAA16-C0B4-4E1E-8743-F10678F5C6CF}" type="pres">
      <dgm:prSet presAssocID="{5073183B-A9CC-46C1-9781-B97B3AAAFB77}" presName="hierChild5" presStyleCnt="0"/>
      <dgm:spPr/>
    </dgm:pt>
    <dgm:pt modelId="{C4737F82-0561-4DFB-9F1A-CE5A9C109A18}" type="pres">
      <dgm:prSet presAssocID="{C982E2B9-2C81-498A-94E0-EF014434456F}" presName="Name37" presStyleLbl="parChTrans1D2" presStyleIdx="4" presStyleCnt="5"/>
      <dgm:spPr/>
    </dgm:pt>
    <dgm:pt modelId="{C3589933-8114-4B67-8D4F-77F58FD57708}" type="pres">
      <dgm:prSet presAssocID="{BC638900-3D0D-44BD-9072-37B3EE31BD64}" presName="hierRoot2" presStyleCnt="0">
        <dgm:presLayoutVars>
          <dgm:hierBranch val="init"/>
        </dgm:presLayoutVars>
      </dgm:prSet>
      <dgm:spPr/>
    </dgm:pt>
    <dgm:pt modelId="{23FA0590-6212-4570-A75A-6E2752BAADD3}" type="pres">
      <dgm:prSet presAssocID="{BC638900-3D0D-44BD-9072-37B3EE31BD64}" presName="rootComposite" presStyleCnt="0"/>
      <dgm:spPr/>
    </dgm:pt>
    <dgm:pt modelId="{B4451D3E-B667-4EB2-9795-A45CC318BE27}" type="pres">
      <dgm:prSet presAssocID="{BC638900-3D0D-44BD-9072-37B3EE31BD64}" presName="rootText" presStyleLbl="node2" presStyleIdx="4" presStyleCnt="5" custScaleX="115573" custScaleY="118218">
        <dgm:presLayoutVars>
          <dgm:chPref val="3"/>
        </dgm:presLayoutVars>
      </dgm:prSet>
      <dgm:spPr/>
    </dgm:pt>
    <dgm:pt modelId="{54F1638B-83F3-44A4-8DC5-AC29270F5126}" type="pres">
      <dgm:prSet presAssocID="{BC638900-3D0D-44BD-9072-37B3EE31BD64}" presName="rootConnector" presStyleLbl="node2" presStyleIdx="4" presStyleCnt="5"/>
      <dgm:spPr/>
    </dgm:pt>
    <dgm:pt modelId="{FD3B8DB6-0905-4C64-9130-D60DFF46FBB8}" type="pres">
      <dgm:prSet presAssocID="{BC638900-3D0D-44BD-9072-37B3EE31BD64}" presName="hierChild4" presStyleCnt="0"/>
      <dgm:spPr/>
    </dgm:pt>
    <dgm:pt modelId="{70A40BEC-25DD-4633-AE18-5BB705DD3E00}" type="pres">
      <dgm:prSet presAssocID="{BC638900-3D0D-44BD-9072-37B3EE31BD64}" presName="hierChild5" presStyleCnt="0"/>
      <dgm:spPr/>
    </dgm:pt>
    <dgm:pt modelId="{7C8434C7-D656-4357-BFD0-C195C6426B23}" type="pres">
      <dgm:prSet presAssocID="{C4F0D1B2-6AE5-4F08-A01D-786996CE84E2}" presName="hierChild3" presStyleCnt="0"/>
      <dgm:spPr/>
    </dgm:pt>
  </dgm:ptLst>
  <dgm:cxnLst>
    <dgm:cxn modelId="{3CE6C02B-C1CF-495E-8253-704B7D9237E9}" srcId="{120DCCB4-07FA-41A0-AE0A-F9585978AADB}" destId="{C4F0D1B2-6AE5-4F08-A01D-786996CE84E2}" srcOrd="0" destOrd="0" parTransId="{1744BB62-DF77-41F6-BB2B-09DF31C62F51}" sibTransId="{46902184-6C34-452F-B9C4-F1648A9387D8}"/>
    <dgm:cxn modelId="{9ADCFB31-ACD8-47FC-9133-F8430ADB9A0A}" srcId="{C4F0D1B2-6AE5-4F08-A01D-786996CE84E2}" destId="{AE1CD0E1-E10D-4CBB-8CAA-3168AD2EF63E}" srcOrd="0" destOrd="0" parTransId="{6EE46E6C-39CC-4DB6-B418-CD10253B30F8}" sibTransId="{42A119F0-7D57-4ECF-81E5-3D071C0C04CC}"/>
    <dgm:cxn modelId="{6F243761-FBBD-4D61-89E3-CE8B38ABC665}" type="presOf" srcId="{C4F0D1B2-6AE5-4F08-A01D-786996CE84E2}" destId="{54601058-C0B0-43F5-B06F-204EF8298095}" srcOrd="1" destOrd="0" presId="urn:microsoft.com/office/officeart/2005/8/layout/orgChart1"/>
    <dgm:cxn modelId="{FE250748-0C09-445D-B04E-55D858B64254}" type="presOf" srcId="{5073183B-A9CC-46C1-9781-B97B3AAAFB77}" destId="{4EE17B12-EE61-4E0C-93A1-05D77B2959B7}" srcOrd="1" destOrd="0" presId="urn:microsoft.com/office/officeart/2005/8/layout/orgChart1"/>
    <dgm:cxn modelId="{BFEAE64E-6401-4476-BDBF-210B0B13DD55}" type="presOf" srcId="{C982E2B9-2C81-498A-94E0-EF014434456F}" destId="{C4737F82-0561-4DFB-9F1A-CE5A9C109A18}" srcOrd="0" destOrd="0" presId="urn:microsoft.com/office/officeart/2005/8/layout/orgChart1"/>
    <dgm:cxn modelId="{899C8B73-5FCD-4270-93AB-4519445BF3D5}" type="presOf" srcId="{5073183B-A9CC-46C1-9781-B97B3AAAFB77}" destId="{9950B280-21A6-4FB3-82D7-8173EA17A2E8}" srcOrd="0" destOrd="0" presId="urn:microsoft.com/office/officeart/2005/8/layout/orgChart1"/>
    <dgm:cxn modelId="{2D94F157-026A-4F7B-B8DD-A77EA1BC5A01}" type="presOf" srcId="{34471434-F35B-406E-88FE-18E1DCC2C74A}" destId="{397B93A5-1E53-436E-98C0-C84D007956CF}" srcOrd="0" destOrd="0" presId="urn:microsoft.com/office/officeart/2005/8/layout/orgChart1"/>
    <dgm:cxn modelId="{418C9681-6DBB-48DE-962E-75C26DADA190}" type="presOf" srcId="{AE1CD0E1-E10D-4CBB-8CAA-3168AD2EF63E}" destId="{60467BCA-DE50-4BA7-8E77-951AF859F6BD}" srcOrd="0" destOrd="0" presId="urn:microsoft.com/office/officeart/2005/8/layout/orgChart1"/>
    <dgm:cxn modelId="{9012A38C-BF04-4F88-AAB5-B17C863CB1F1}" type="presOf" srcId="{C4F0D1B2-6AE5-4F08-A01D-786996CE84E2}" destId="{097E3F27-6201-42F7-8914-89A7190EB553}" srcOrd="0" destOrd="0" presId="urn:microsoft.com/office/officeart/2005/8/layout/orgChart1"/>
    <dgm:cxn modelId="{11C4E88E-F2DD-49FE-9447-4145479A5776}" type="presOf" srcId="{39E0F29B-FBE6-4E9E-BB66-A4897A8CBF31}" destId="{6A1FF394-80F6-4772-A66B-50B1EE601C18}" srcOrd="0" destOrd="0" presId="urn:microsoft.com/office/officeart/2005/8/layout/orgChart1"/>
    <dgm:cxn modelId="{DA5BB890-59C3-42CF-83D1-09C5EBCF37D9}" type="presOf" srcId="{6EE46E6C-39CC-4DB6-B418-CD10253B30F8}" destId="{8D92035B-0225-4631-8F2F-0AC305F20337}" srcOrd="0" destOrd="0" presId="urn:microsoft.com/office/officeart/2005/8/layout/orgChart1"/>
    <dgm:cxn modelId="{C351CFA0-A671-4CD8-A5CF-20D3FD76C44D}" srcId="{C4F0D1B2-6AE5-4F08-A01D-786996CE84E2}" destId="{34471434-F35B-406E-88FE-18E1DCC2C74A}" srcOrd="2" destOrd="0" parTransId="{4EEB0019-EA60-40DA-887C-B9BC6A7A06AC}" sibTransId="{076E0500-34A7-4A19-BCDD-326599D15407}"/>
    <dgm:cxn modelId="{F72F8FA2-3596-4BA3-BB9D-06AA5A54935D}" type="presOf" srcId="{4EEB0019-EA60-40DA-887C-B9BC6A7A06AC}" destId="{3CD3B473-7777-40EF-ADE2-73CDEEE091F7}" srcOrd="0" destOrd="0" presId="urn:microsoft.com/office/officeart/2005/8/layout/orgChart1"/>
    <dgm:cxn modelId="{D6CAF8A2-6C9A-4B6D-89CA-6E44672A0A19}" type="presOf" srcId="{13FBAE3E-D9A9-4D05-AD02-CF07B1580C62}" destId="{141DF821-435C-4F9F-B218-1416F46E8A05}" srcOrd="0" destOrd="0" presId="urn:microsoft.com/office/officeart/2005/8/layout/orgChart1"/>
    <dgm:cxn modelId="{C5FC00A3-CCC8-4165-8182-4F7CB302863E}" type="presOf" srcId="{34471434-F35B-406E-88FE-18E1DCC2C74A}" destId="{840B55D0-3AC2-4A7C-9902-4225AE42984D}" srcOrd="1" destOrd="0" presId="urn:microsoft.com/office/officeart/2005/8/layout/orgChart1"/>
    <dgm:cxn modelId="{D1F643A8-5384-41CF-A55C-C0A461143ED1}" type="presOf" srcId="{120DCCB4-07FA-41A0-AE0A-F9585978AADB}" destId="{0080BD1F-7568-41FE-86F2-D44B088F7973}" srcOrd="0" destOrd="0" presId="urn:microsoft.com/office/officeart/2005/8/layout/orgChart1"/>
    <dgm:cxn modelId="{FB56EDB4-3EEB-4195-9997-DBA1D0B81C11}" type="presOf" srcId="{AE1CD0E1-E10D-4CBB-8CAA-3168AD2EF63E}" destId="{BF8DB076-9149-4766-B0B3-0B155F24617B}" srcOrd="1" destOrd="0" presId="urn:microsoft.com/office/officeart/2005/8/layout/orgChart1"/>
    <dgm:cxn modelId="{593984B5-AB8F-4374-8BE5-B6FC153267EE}" type="presOf" srcId="{BC638900-3D0D-44BD-9072-37B3EE31BD64}" destId="{B4451D3E-B667-4EB2-9795-A45CC318BE27}" srcOrd="0" destOrd="0" presId="urn:microsoft.com/office/officeart/2005/8/layout/orgChart1"/>
    <dgm:cxn modelId="{14B22CB9-C7FE-4A31-BF68-B1F652AD382F}" type="presOf" srcId="{8CE77ABB-B4C4-42A9-88A2-9F62DA47D221}" destId="{A694FA7D-F462-449A-A419-2CBD647315CD}" srcOrd="0" destOrd="0" presId="urn:microsoft.com/office/officeart/2005/8/layout/orgChart1"/>
    <dgm:cxn modelId="{3AD8ABBD-CE87-4EA4-9977-20E70181FDF3}" type="presOf" srcId="{39E0F29B-FBE6-4E9E-BB66-A4897A8CBF31}" destId="{92969103-5881-4FFD-9A63-03E8C6899627}" srcOrd="1" destOrd="0" presId="urn:microsoft.com/office/officeart/2005/8/layout/orgChart1"/>
    <dgm:cxn modelId="{DF5CEEC2-43B7-4A21-8372-A0B3367C723F}" srcId="{C4F0D1B2-6AE5-4F08-A01D-786996CE84E2}" destId="{BC638900-3D0D-44BD-9072-37B3EE31BD64}" srcOrd="4" destOrd="0" parTransId="{C982E2B9-2C81-498A-94E0-EF014434456F}" sibTransId="{2370E337-A1BF-487C-A721-6158AFB62E95}"/>
    <dgm:cxn modelId="{B8CC3FD9-2E56-4265-B207-87B33E7A761B}" type="presOf" srcId="{BC638900-3D0D-44BD-9072-37B3EE31BD64}" destId="{54F1638B-83F3-44A4-8DC5-AC29270F5126}" srcOrd="1" destOrd="0" presId="urn:microsoft.com/office/officeart/2005/8/layout/orgChart1"/>
    <dgm:cxn modelId="{7AD0B5EE-A626-4142-A44E-540233461D3F}" srcId="{C4F0D1B2-6AE5-4F08-A01D-786996CE84E2}" destId="{5073183B-A9CC-46C1-9781-B97B3AAAFB77}" srcOrd="3" destOrd="0" parTransId="{8CE77ABB-B4C4-42A9-88A2-9F62DA47D221}" sibTransId="{19A25CF5-6099-4D56-AEBD-A3F9DD1C6EDB}"/>
    <dgm:cxn modelId="{F218C3F7-F1C7-4B07-B0A3-EE4D8DF17084}" srcId="{C4F0D1B2-6AE5-4F08-A01D-786996CE84E2}" destId="{39E0F29B-FBE6-4E9E-BB66-A4897A8CBF31}" srcOrd="1" destOrd="0" parTransId="{13FBAE3E-D9A9-4D05-AD02-CF07B1580C62}" sibTransId="{A68BF5B7-885F-470D-95FE-2C0E57FAD04D}"/>
    <dgm:cxn modelId="{1517CA0C-21AA-45D4-9873-59F4EBDA61EC}" type="presParOf" srcId="{0080BD1F-7568-41FE-86F2-D44B088F7973}" destId="{611B7A20-2071-4FEB-B68E-40FB27AED2CD}" srcOrd="0" destOrd="0" presId="urn:microsoft.com/office/officeart/2005/8/layout/orgChart1"/>
    <dgm:cxn modelId="{23DF24A6-F197-446C-851B-07982BF3BC10}" type="presParOf" srcId="{611B7A20-2071-4FEB-B68E-40FB27AED2CD}" destId="{76227FED-53C0-4570-BF40-DE0BB4EC9AF7}" srcOrd="0" destOrd="0" presId="urn:microsoft.com/office/officeart/2005/8/layout/orgChart1"/>
    <dgm:cxn modelId="{611AEBF5-6BB9-4C20-80AC-31B1CBB01A2B}" type="presParOf" srcId="{76227FED-53C0-4570-BF40-DE0BB4EC9AF7}" destId="{097E3F27-6201-42F7-8914-89A7190EB553}" srcOrd="0" destOrd="0" presId="urn:microsoft.com/office/officeart/2005/8/layout/orgChart1"/>
    <dgm:cxn modelId="{4DC5EBAC-1FD7-4CEF-A8AA-6B71BC059448}" type="presParOf" srcId="{76227FED-53C0-4570-BF40-DE0BB4EC9AF7}" destId="{54601058-C0B0-43F5-B06F-204EF8298095}" srcOrd="1" destOrd="0" presId="urn:microsoft.com/office/officeart/2005/8/layout/orgChart1"/>
    <dgm:cxn modelId="{EE5B0EF2-2F7A-4222-9320-F113007136AB}" type="presParOf" srcId="{611B7A20-2071-4FEB-B68E-40FB27AED2CD}" destId="{86C5B2B1-EDE5-4903-8D70-75F43181DF1A}" srcOrd="1" destOrd="0" presId="urn:microsoft.com/office/officeart/2005/8/layout/orgChart1"/>
    <dgm:cxn modelId="{8DB0000C-D282-49B5-BAA8-080D6700B1FF}" type="presParOf" srcId="{86C5B2B1-EDE5-4903-8D70-75F43181DF1A}" destId="{8D92035B-0225-4631-8F2F-0AC305F20337}" srcOrd="0" destOrd="0" presId="urn:microsoft.com/office/officeart/2005/8/layout/orgChart1"/>
    <dgm:cxn modelId="{7B0E5F93-350D-48DA-94B4-8125CCA86382}" type="presParOf" srcId="{86C5B2B1-EDE5-4903-8D70-75F43181DF1A}" destId="{2FDA0624-6189-441F-8228-34178A58D642}" srcOrd="1" destOrd="0" presId="urn:microsoft.com/office/officeart/2005/8/layout/orgChart1"/>
    <dgm:cxn modelId="{78BF6A39-85E6-4AB5-A60D-5928B7145BB6}" type="presParOf" srcId="{2FDA0624-6189-441F-8228-34178A58D642}" destId="{03336297-66E6-4BE5-8668-BAB5228C79C2}" srcOrd="0" destOrd="0" presId="urn:microsoft.com/office/officeart/2005/8/layout/orgChart1"/>
    <dgm:cxn modelId="{986C36C8-68BD-4D29-8D68-E383B6C3259F}" type="presParOf" srcId="{03336297-66E6-4BE5-8668-BAB5228C79C2}" destId="{60467BCA-DE50-4BA7-8E77-951AF859F6BD}" srcOrd="0" destOrd="0" presId="urn:microsoft.com/office/officeart/2005/8/layout/orgChart1"/>
    <dgm:cxn modelId="{774A6DEF-C1FF-483D-9959-10308D8F6A47}" type="presParOf" srcId="{03336297-66E6-4BE5-8668-BAB5228C79C2}" destId="{BF8DB076-9149-4766-B0B3-0B155F24617B}" srcOrd="1" destOrd="0" presId="urn:microsoft.com/office/officeart/2005/8/layout/orgChart1"/>
    <dgm:cxn modelId="{4B1ECBF9-8245-4C79-9B98-2054D45AA789}" type="presParOf" srcId="{2FDA0624-6189-441F-8228-34178A58D642}" destId="{BB517E61-88E6-43CC-8DE5-252351524974}" srcOrd="1" destOrd="0" presId="urn:microsoft.com/office/officeart/2005/8/layout/orgChart1"/>
    <dgm:cxn modelId="{71978AFA-3599-4D33-94DB-5592C145E220}" type="presParOf" srcId="{2FDA0624-6189-441F-8228-34178A58D642}" destId="{1DB7BE70-1A10-4414-A567-6E9D4BC43E70}" srcOrd="2" destOrd="0" presId="urn:microsoft.com/office/officeart/2005/8/layout/orgChart1"/>
    <dgm:cxn modelId="{CE1144CB-146E-4E83-B420-1E6D11E1AE3D}" type="presParOf" srcId="{86C5B2B1-EDE5-4903-8D70-75F43181DF1A}" destId="{141DF821-435C-4F9F-B218-1416F46E8A05}" srcOrd="2" destOrd="0" presId="urn:microsoft.com/office/officeart/2005/8/layout/orgChart1"/>
    <dgm:cxn modelId="{5EBC0157-7625-49C4-A7A0-CE059C86B024}" type="presParOf" srcId="{86C5B2B1-EDE5-4903-8D70-75F43181DF1A}" destId="{9B990EE0-5EB3-47F1-9DB2-C6B2FBCC8CEC}" srcOrd="3" destOrd="0" presId="urn:microsoft.com/office/officeart/2005/8/layout/orgChart1"/>
    <dgm:cxn modelId="{81D624B6-095B-4EC4-A0E6-7840A33FE107}" type="presParOf" srcId="{9B990EE0-5EB3-47F1-9DB2-C6B2FBCC8CEC}" destId="{B9CF5C09-51C4-4957-930E-C5B46AA495A5}" srcOrd="0" destOrd="0" presId="urn:microsoft.com/office/officeart/2005/8/layout/orgChart1"/>
    <dgm:cxn modelId="{E1E93628-B8C9-42EA-B893-673B9DEC9473}" type="presParOf" srcId="{B9CF5C09-51C4-4957-930E-C5B46AA495A5}" destId="{6A1FF394-80F6-4772-A66B-50B1EE601C18}" srcOrd="0" destOrd="0" presId="urn:microsoft.com/office/officeart/2005/8/layout/orgChart1"/>
    <dgm:cxn modelId="{A8E395CF-56B9-48C0-8163-4CCA0D3B1CF1}" type="presParOf" srcId="{B9CF5C09-51C4-4957-930E-C5B46AA495A5}" destId="{92969103-5881-4FFD-9A63-03E8C6899627}" srcOrd="1" destOrd="0" presId="urn:microsoft.com/office/officeart/2005/8/layout/orgChart1"/>
    <dgm:cxn modelId="{351FAF40-775F-44E8-93EE-AB29F7C09E83}" type="presParOf" srcId="{9B990EE0-5EB3-47F1-9DB2-C6B2FBCC8CEC}" destId="{25C8318A-06EA-45E1-BBD2-863C6E3D87DA}" srcOrd="1" destOrd="0" presId="urn:microsoft.com/office/officeart/2005/8/layout/orgChart1"/>
    <dgm:cxn modelId="{9A04FE46-8A10-4DAD-A613-F179800F9B35}" type="presParOf" srcId="{9B990EE0-5EB3-47F1-9DB2-C6B2FBCC8CEC}" destId="{8BAF4EEA-0EC5-48C4-825F-B231AB361937}" srcOrd="2" destOrd="0" presId="urn:microsoft.com/office/officeart/2005/8/layout/orgChart1"/>
    <dgm:cxn modelId="{66DC0919-83A6-4C08-B9A4-896A86D4F795}" type="presParOf" srcId="{86C5B2B1-EDE5-4903-8D70-75F43181DF1A}" destId="{3CD3B473-7777-40EF-ADE2-73CDEEE091F7}" srcOrd="4" destOrd="0" presId="urn:microsoft.com/office/officeart/2005/8/layout/orgChart1"/>
    <dgm:cxn modelId="{B10C9879-B514-4687-9112-A453828CF0AF}" type="presParOf" srcId="{86C5B2B1-EDE5-4903-8D70-75F43181DF1A}" destId="{2D5039C5-927D-43F8-A94D-9F8860A6D5A5}" srcOrd="5" destOrd="0" presId="urn:microsoft.com/office/officeart/2005/8/layout/orgChart1"/>
    <dgm:cxn modelId="{34D5259D-68AE-42AF-9D47-D9B62FB56CC6}" type="presParOf" srcId="{2D5039C5-927D-43F8-A94D-9F8860A6D5A5}" destId="{2B29A208-77A2-40C5-9203-7F671CFA1D61}" srcOrd="0" destOrd="0" presId="urn:microsoft.com/office/officeart/2005/8/layout/orgChart1"/>
    <dgm:cxn modelId="{929276DF-D24A-4C8D-A8B4-7B176089F37B}" type="presParOf" srcId="{2B29A208-77A2-40C5-9203-7F671CFA1D61}" destId="{397B93A5-1E53-436E-98C0-C84D007956CF}" srcOrd="0" destOrd="0" presId="urn:microsoft.com/office/officeart/2005/8/layout/orgChart1"/>
    <dgm:cxn modelId="{DB32DB5D-15BE-4091-A39E-A54C5C394D4F}" type="presParOf" srcId="{2B29A208-77A2-40C5-9203-7F671CFA1D61}" destId="{840B55D0-3AC2-4A7C-9902-4225AE42984D}" srcOrd="1" destOrd="0" presId="urn:microsoft.com/office/officeart/2005/8/layout/orgChart1"/>
    <dgm:cxn modelId="{120530ED-7C4B-47FD-947C-00EDAC41E182}" type="presParOf" srcId="{2D5039C5-927D-43F8-A94D-9F8860A6D5A5}" destId="{3D6ABC64-3225-4FB3-8D07-729B0C78AFC0}" srcOrd="1" destOrd="0" presId="urn:microsoft.com/office/officeart/2005/8/layout/orgChart1"/>
    <dgm:cxn modelId="{4E717C0E-6E4C-49D6-81E0-9D8A6169B885}" type="presParOf" srcId="{2D5039C5-927D-43F8-A94D-9F8860A6D5A5}" destId="{C18B3074-D7C3-4E51-B3B5-178DE6280382}" srcOrd="2" destOrd="0" presId="urn:microsoft.com/office/officeart/2005/8/layout/orgChart1"/>
    <dgm:cxn modelId="{44460133-B225-438D-836C-A9C3462E8525}" type="presParOf" srcId="{86C5B2B1-EDE5-4903-8D70-75F43181DF1A}" destId="{A694FA7D-F462-449A-A419-2CBD647315CD}" srcOrd="6" destOrd="0" presId="urn:microsoft.com/office/officeart/2005/8/layout/orgChart1"/>
    <dgm:cxn modelId="{C98B7C0E-B44B-44A4-A767-599BCCAC6FD7}" type="presParOf" srcId="{86C5B2B1-EDE5-4903-8D70-75F43181DF1A}" destId="{4C828470-343A-4183-B96C-16FD249AEEE9}" srcOrd="7" destOrd="0" presId="urn:microsoft.com/office/officeart/2005/8/layout/orgChart1"/>
    <dgm:cxn modelId="{65D47D29-BC71-43C7-91F4-8DD067D4EB75}" type="presParOf" srcId="{4C828470-343A-4183-B96C-16FD249AEEE9}" destId="{41EFED65-B66E-4A22-BD5E-5080532C14D9}" srcOrd="0" destOrd="0" presId="urn:microsoft.com/office/officeart/2005/8/layout/orgChart1"/>
    <dgm:cxn modelId="{A9544BF4-52EE-4A43-93C8-F64FCDD0756F}" type="presParOf" srcId="{41EFED65-B66E-4A22-BD5E-5080532C14D9}" destId="{9950B280-21A6-4FB3-82D7-8173EA17A2E8}" srcOrd="0" destOrd="0" presId="urn:microsoft.com/office/officeart/2005/8/layout/orgChart1"/>
    <dgm:cxn modelId="{47B828CA-0F51-4688-8ABB-9A3A7A7D32B1}" type="presParOf" srcId="{41EFED65-B66E-4A22-BD5E-5080532C14D9}" destId="{4EE17B12-EE61-4E0C-93A1-05D77B2959B7}" srcOrd="1" destOrd="0" presId="urn:microsoft.com/office/officeart/2005/8/layout/orgChart1"/>
    <dgm:cxn modelId="{5DB8ABAA-23AE-4FF1-B914-BC3A7ECB2815}" type="presParOf" srcId="{4C828470-343A-4183-B96C-16FD249AEEE9}" destId="{993BE06D-27F7-428B-A836-92CEBADB5B66}" srcOrd="1" destOrd="0" presId="urn:microsoft.com/office/officeart/2005/8/layout/orgChart1"/>
    <dgm:cxn modelId="{4F6DE4CC-836B-4C18-A303-3C16F21E65B0}" type="presParOf" srcId="{4C828470-343A-4183-B96C-16FD249AEEE9}" destId="{4C2CAA16-C0B4-4E1E-8743-F10678F5C6CF}" srcOrd="2" destOrd="0" presId="urn:microsoft.com/office/officeart/2005/8/layout/orgChart1"/>
    <dgm:cxn modelId="{7130BCB7-3623-4BE0-933E-DB51FCE33AF9}" type="presParOf" srcId="{86C5B2B1-EDE5-4903-8D70-75F43181DF1A}" destId="{C4737F82-0561-4DFB-9F1A-CE5A9C109A18}" srcOrd="8" destOrd="0" presId="urn:microsoft.com/office/officeart/2005/8/layout/orgChart1"/>
    <dgm:cxn modelId="{1A337C60-A88E-447F-A2FA-74CC8D524131}" type="presParOf" srcId="{86C5B2B1-EDE5-4903-8D70-75F43181DF1A}" destId="{C3589933-8114-4B67-8D4F-77F58FD57708}" srcOrd="9" destOrd="0" presId="urn:microsoft.com/office/officeart/2005/8/layout/orgChart1"/>
    <dgm:cxn modelId="{DCBA130C-DADF-4DD7-8499-BEEA0BBB3C92}" type="presParOf" srcId="{C3589933-8114-4B67-8D4F-77F58FD57708}" destId="{23FA0590-6212-4570-A75A-6E2752BAADD3}" srcOrd="0" destOrd="0" presId="urn:microsoft.com/office/officeart/2005/8/layout/orgChart1"/>
    <dgm:cxn modelId="{FA49C920-E10D-4D88-B467-D305DCC67E22}" type="presParOf" srcId="{23FA0590-6212-4570-A75A-6E2752BAADD3}" destId="{B4451D3E-B667-4EB2-9795-A45CC318BE27}" srcOrd="0" destOrd="0" presId="urn:microsoft.com/office/officeart/2005/8/layout/orgChart1"/>
    <dgm:cxn modelId="{5F0759E8-AE4A-4EF6-BD08-39DB9BD3CB02}" type="presParOf" srcId="{23FA0590-6212-4570-A75A-6E2752BAADD3}" destId="{54F1638B-83F3-44A4-8DC5-AC29270F5126}" srcOrd="1" destOrd="0" presId="urn:microsoft.com/office/officeart/2005/8/layout/orgChart1"/>
    <dgm:cxn modelId="{682C8A69-E697-4747-BD20-CA6A8736B7C1}" type="presParOf" srcId="{C3589933-8114-4B67-8D4F-77F58FD57708}" destId="{FD3B8DB6-0905-4C64-9130-D60DFF46FBB8}" srcOrd="1" destOrd="0" presId="urn:microsoft.com/office/officeart/2005/8/layout/orgChart1"/>
    <dgm:cxn modelId="{835C92D8-2847-4705-8924-3ECB854E3811}" type="presParOf" srcId="{C3589933-8114-4B67-8D4F-77F58FD57708}" destId="{70A40BEC-25DD-4633-AE18-5BB705DD3E00}" srcOrd="2" destOrd="0" presId="urn:microsoft.com/office/officeart/2005/8/layout/orgChart1"/>
    <dgm:cxn modelId="{E516E847-1043-4F64-A842-522D98D5CE09}" type="presParOf" srcId="{611B7A20-2071-4FEB-B68E-40FB27AED2CD}" destId="{7C8434C7-D656-4357-BFD0-C195C6426B23}"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737F82-0561-4DFB-9F1A-CE5A9C109A18}">
      <dsp:nvSpPr>
        <dsp:cNvPr id="0" name=""/>
        <dsp:cNvSpPr/>
      </dsp:nvSpPr>
      <dsp:spPr>
        <a:xfrm>
          <a:off x="5436604" y="2492477"/>
          <a:ext cx="4486501" cy="344931"/>
        </a:xfrm>
        <a:custGeom>
          <a:avLst/>
          <a:gdLst/>
          <a:ahLst/>
          <a:cxnLst/>
          <a:rect l="0" t="0" r="0" b="0"/>
          <a:pathLst>
            <a:path>
              <a:moveTo>
                <a:pt x="0" y="0"/>
              </a:moveTo>
              <a:lnTo>
                <a:pt x="0" y="172465"/>
              </a:lnTo>
              <a:lnTo>
                <a:pt x="4486501" y="172465"/>
              </a:lnTo>
              <a:lnTo>
                <a:pt x="4486501" y="344931"/>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A694FA7D-F462-449A-A419-2CBD647315CD}">
      <dsp:nvSpPr>
        <dsp:cNvPr id="0" name=""/>
        <dsp:cNvSpPr/>
      </dsp:nvSpPr>
      <dsp:spPr>
        <a:xfrm>
          <a:off x="5436604" y="2492477"/>
          <a:ext cx="2243250" cy="344931"/>
        </a:xfrm>
        <a:custGeom>
          <a:avLst/>
          <a:gdLst/>
          <a:ahLst/>
          <a:cxnLst/>
          <a:rect l="0" t="0" r="0" b="0"/>
          <a:pathLst>
            <a:path>
              <a:moveTo>
                <a:pt x="0" y="0"/>
              </a:moveTo>
              <a:lnTo>
                <a:pt x="0" y="172465"/>
              </a:lnTo>
              <a:lnTo>
                <a:pt x="2243250" y="172465"/>
              </a:lnTo>
              <a:lnTo>
                <a:pt x="2243250" y="344931"/>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3CD3B473-7777-40EF-ADE2-73CDEEE091F7}">
      <dsp:nvSpPr>
        <dsp:cNvPr id="0" name=""/>
        <dsp:cNvSpPr/>
      </dsp:nvSpPr>
      <dsp:spPr>
        <a:xfrm>
          <a:off x="5390883" y="2492477"/>
          <a:ext cx="91440" cy="344931"/>
        </a:xfrm>
        <a:custGeom>
          <a:avLst/>
          <a:gdLst/>
          <a:ahLst/>
          <a:cxnLst/>
          <a:rect l="0" t="0" r="0" b="0"/>
          <a:pathLst>
            <a:path>
              <a:moveTo>
                <a:pt x="45720" y="0"/>
              </a:moveTo>
              <a:lnTo>
                <a:pt x="45720" y="344931"/>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141DF821-435C-4F9F-B218-1416F46E8A05}">
      <dsp:nvSpPr>
        <dsp:cNvPr id="0" name=""/>
        <dsp:cNvSpPr/>
      </dsp:nvSpPr>
      <dsp:spPr>
        <a:xfrm>
          <a:off x="3193353" y="2492477"/>
          <a:ext cx="2243250" cy="344931"/>
        </a:xfrm>
        <a:custGeom>
          <a:avLst/>
          <a:gdLst/>
          <a:ahLst/>
          <a:cxnLst/>
          <a:rect l="0" t="0" r="0" b="0"/>
          <a:pathLst>
            <a:path>
              <a:moveTo>
                <a:pt x="2243250" y="0"/>
              </a:moveTo>
              <a:lnTo>
                <a:pt x="2243250" y="172465"/>
              </a:lnTo>
              <a:lnTo>
                <a:pt x="0" y="172465"/>
              </a:lnTo>
              <a:lnTo>
                <a:pt x="0" y="344931"/>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8D92035B-0225-4631-8F2F-0AC305F20337}">
      <dsp:nvSpPr>
        <dsp:cNvPr id="0" name=""/>
        <dsp:cNvSpPr/>
      </dsp:nvSpPr>
      <dsp:spPr>
        <a:xfrm>
          <a:off x="950102" y="2492477"/>
          <a:ext cx="4486501" cy="344931"/>
        </a:xfrm>
        <a:custGeom>
          <a:avLst/>
          <a:gdLst/>
          <a:ahLst/>
          <a:cxnLst/>
          <a:rect l="0" t="0" r="0" b="0"/>
          <a:pathLst>
            <a:path>
              <a:moveTo>
                <a:pt x="4486501" y="0"/>
              </a:moveTo>
              <a:lnTo>
                <a:pt x="4486501" y="172465"/>
              </a:lnTo>
              <a:lnTo>
                <a:pt x="0" y="172465"/>
              </a:lnTo>
              <a:lnTo>
                <a:pt x="0" y="344931"/>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097E3F27-6201-42F7-8914-89A7190EB553}">
      <dsp:nvSpPr>
        <dsp:cNvPr id="0" name=""/>
        <dsp:cNvSpPr/>
      </dsp:nvSpPr>
      <dsp:spPr>
        <a:xfrm>
          <a:off x="4615339" y="1671213"/>
          <a:ext cx="1642528" cy="82126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Special Addresses</a:t>
          </a:r>
        </a:p>
      </dsp:txBody>
      <dsp:txXfrm>
        <a:off x="4615339" y="1671213"/>
        <a:ext cx="1642528" cy="821264"/>
      </dsp:txXfrm>
    </dsp:sp>
    <dsp:sp modelId="{60467BCA-DE50-4BA7-8E77-951AF859F6BD}">
      <dsp:nvSpPr>
        <dsp:cNvPr id="0" name=""/>
        <dsp:cNvSpPr/>
      </dsp:nvSpPr>
      <dsp:spPr>
        <a:xfrm>
          <a:off x="942" y="2837408"/>
          <a:ext cx="1898319" cy="970882"/>
        </a:xfrm>
        <a:prstGeom prst="rect">
          <a:avLst/>
        </a:prstGeom>
        <a:solidFill>
          <a:schemeClr val="accent5">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This Host Address</a:t>
          </a:r>
        </a:p>
      </dsp:txBody>
      <dsp:txXfrm>
        <a:off x="942" y="2837408"/>
        <a:ext cx="1898319" cy="970882"/>
      </dsp:txXfrm>
    </dsp:sp>
    <dsp:sp modelId="{6A1FF394-80F6-4772-A66B-50B1EE601C18}">
      <dsp:nvSpPr>
        <dsp:cNvPr id="0" name=""/>
        <dsp:cNvSpPr/>
      </dsp:nvSpPr>
      <dsp:spPr>
        <a:xfrm>
          <a:off x="2244193" y="2837408"/>
          <a:ext cx="1898319" cy="970882"/>
        </a:xfrm>
        <a:prstGeom prst="rect">
          <a:avLst/>
        </a:prstGeom>
        <a:solidFill>
          <a:schemeClr val="accent5">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Limited Broadcast Address</a:t>
          </a:r>
        </a:p>
      </dsp:txBody>
      <dsp:txXfrm>
        <a:off x="2244193" y="2837408"/>
        <a:ext cx="1898319" cy="970882"/>
      </dsp:txXfrm>
    </dsp:sp>
    <dsp:sp modelId="{397B93A5-1E53-436E-98C0-C84D007956CF}">
      <dsp:nvSpPr>
        <dsp:cNvPr id="0" name=""/>
        <dsp:cNvSpPr/>
      </dsp:nvSpPr>
      <dsp:spPr>
        <a:xfrm>
          <a:off x="4487444" y="2837408"/>
          <a:ext cx="1898319" cy="970882"/>
        </a:xfrm>
        <a:prstGeom prst="rect">
          <a:avLst/>
        </a:prstGeom>
        <a:solidFill>
          <a:schemeClr val="accent5">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Loopback Address</a:t>
          </a:r>
        </a:p>
      </dsp:txBody>
      <dsp:txXfrm>
        <a:off x="4487444" y="2837408"/>
        <a:ext cx="1898319" cy="970882"/>
      </dsp:txXfrm>
    </dsp:sp>
    <dsp:sp modelId="{9950B280-21A6-4FB3-82D7-8173EA17A2E8}">
      <dsp:nvSpPr>
        <dsp:cNvPr id="0" name=""/>
        <dsp:cNvSpPr/>
      </dsp:nvSpPr>
      <dsp:spPr>
        <a:xfrm>
          <a:off x="6730694" y="2837408"/>
          <a:ext cx="1898319" cy="970882"/>
        </a:xfrm>
        <a:prstGeom prst="rect">
          <a:avLst/>
        </a:prstGeom>
        <a:solidFill>
          <a:schemeClr val="accent5">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Private Address</a:t>
          </a:r>
        </a:p>
      </dsp:txBody>
      <dsp:txXfrm>
        <a:off x="6730694" y="2837408"/>
        <a:ext cx="1898319" cy="970882"/>
      </dsp:txXfrm>
    </dsp:sp>
    <dsp:sp modelId="{B4451D3E-B667-4EB2-9795-A45CC318BE27}">
      <dsp:nvSpPr>
        <dsp:cNvPr id="0" name=""/>
        <dsp:cNvSpPr/>
      </dsp:nvSpPr>
      <dsp:spPr>
        <a:xfrm>
          <a:off x="8973945" y="2837408"/>
          <a:ext cx="1898319" cy="970882"/>
        </a:xfrm>
        <a:prstGeom prst="rect">
          <a:avLst/>
        </a:prstGeom>
        <a:solidFill>
          <a:schemeClr val="accent5">
            <a:lumMod val="50000"/>
          </a:schemeClr>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IN" sz="2000" kern="1200" dirty="0"/>
            <a:t>Multicast Address</a:t>
          </a:r>
        </a:p>
      </dsp:txBody>
      <dsp:txXfrm>
        <a:off x="8973945" y="2837408"/>
        <a:ext cx="1898319" cy="97088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84AA43A-3F76-4A13-9CD6-36134EB429E3}" type="datetimeFigureOut">
              <a:rPr lang="en-US"/>
              <a:t>9/4/2023</a:t>
            </a:fld>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850423A-8BCE-448E-A97B-03A88B2B12C1}" type="slidenum">
              <a:rPr/>
              <a:t>‹#›</a:t>
            </a:fld>
            <a:endParaRPr/>
          </a:p>
        </p:txBody>
      </p:sp>
    </p:spTree>
    <p:extLst>
      <p:ext uri="{BB962C8B-B14F-4D97-AF65-F5344CB8AC3E}">
        <p14:creationId xmlns:p14="http://schemas.microsoft.com/office/powerpoint/2010/main" val="405139585"/>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1612.54919" units="1/cm"/>
          <inkml:channelProperty channel="Y" name="resolution" value="1612.54919" units="1/cm"/>
          <inkml:channelProperty channel="F" name="resolution" value="1023.875" units="1/in"/>
          <inkml:channelProperty channel="T" name="resolution" value="1" units="1/dev"/>
        </inkml:channelProperties>
      </inkml:inkSource>
      <inkml:timestamp xml:id="ts0" timeString="2023-09-01T10:11:51.854"/>
    </inkml:context>
    <inkml:brush xml:id="br0">
      <inkml:brushProperty name="width" value="0.05292" units="cm"/>
      <inkml:brushProperty name="height" value="0.05292" units="cm"/>
      <inkml:brushProperty name="color" value="#FFFFFF"/>
    </inkml:brush>
  </inkml:definitions>
  <inkml:trace contextRef="#ctx0" brushRef="#br0">5198 1763 2333 0,'6'-7'52'0,"-1"1"75"0,-5 0 18 0,0 0 17 16,0-2-18-16,-8-1-44 0,-4 1 6 0,1-1 44 15,-5 0-18-15,0-1 10 0,-3 5-11 0,0-1-47 16,-3 2-11-16,-3 3-12 0,-5 1 3 0,0 0-5 16,-3 10-10-16,-6 6-7 0,-3 3-3 15,-1 8-21-15,-7 6 16 0,0 7-29 0,-3 2-15 16,1 6 2-16,2 3 5 0,2 1 3 0,5 0 8 15,3 0 2-15,6 0-23 0,5-6 13 0,7 0-29 16,6-5-28-16,5-1-20 0,11-5-41 0,0-1-33 16,13-4-5-16,9-3-20 0,6-6-61 0,9-2-58 15,8-4-58-15,6-6-45 0,9-9-18 0,4 0 17 16,5-14 32-16,4-6-33 0</inkml:trace>
  <inkml:trace contextRef="#ctx0" brushRef="#br0" timeOffset="218.69">5764 1706 2009 0,'38'-71'96'0,"-1"5"130"0,-4-1 26 16,-6 6 37-16,1 6-10 0,-9 4-85 16,-4 5 37-16,-6 8 6 0,-3 4-55 0,-4 7-26 15,1 8-6-15,-3 4-48 0,0 4-14 0,0 4-37 16,0 2-65-16,0 5 22 0,-5 0-19 0,0 0 14 16,-1 11 5-16,0 6-11 0,0 7 12 0,-4 8-9 15,1 9 10-15,-3 10-10 0,3 10-13 0,-2 7 21 16,0 7-19-16,1 0 19 0,-2 0 9 0,7 0-23 15,-3-5-65-15,3-1-79 0,0-4-53 0,-2-5-85 16,5-2-18-16,-1-2-95 0,-2-6-78 0,2-3-64 16,3-3-75-16,0-6 23 0</inkml:trace>
  <inkml:trace contextRef="#ctx0" brushRef="#br0" timeOffset="718.91">6623 1907 2508 0,'11'-13'8'0,"-4"1"6"0,-2-1 44 16,-5 1 18-16,2 0 15 0,-2-2 32 0,0 2-17 15,0 1 22-15,0 2 7 0,0 1-1 0,0 2-11 16,0 1-37-16,0 1-10 0,0 2-29 16,0 1-27-16,0 1-3 0,0 0-29 0,-6 0-13 0,1 0 18 15,-1 7 2-15,-1 0 7 0,-3 2-17 16,-2 3 5-16,-2 4 3 0,-3 2-3 0,-2 3 27 15,1 4-15-15,-2 2-14 0,4 2-15 16,2 1-22-16,4 1-65 0,2 2-31 0,3-2-25 0,0-1-67 16,5 1 17-16,0-3-14 0,0 0 0 0,0-2 17 15,10-1 27-15,1-4 8 0,2-2 18 0,3-1 36 16,4-6 22-16,-2-2 57 0,6-3 38 0,-1-7 23 16,-2 0-12-16,1 0 19 0,0-7 29 0,-3-3 15 15,3-1 44-15,0-4-14 0,-4-2 0 16,1-1 31-16,-4-4 1 0,-2-2 4 0,-3 0-3 15,-1-3-4-15,-6-1-12 0,0 1 28 0,-3-2-13 16,0 0 12-16,0 0 16 0,0 2-38 0,-8 2-3 16,1 1-20-16,2 2-8 0,0 4 7 0,0 3-11 15,-1-1-9-15,0 7 8 0,1 0-10 0,0 1 1 16,-1 4-20-16,1 1-42 0,0 3-6 0,1 0-24 16,-1 0 22-16,2 0-20 0,-2 7 7 0,0 3 18 15,-1 0-28-15,-2 3 26 0,2 2-70 0,-2 5-12 16,1 1-24-16,3 2-40 0,-1 0 33 0,2 3-27 15,3-2-57-15,0 1-15 0,8-4-23 0,0-1-27 16,3-3 27-16,8 0-41 0,3-4 12 0,0-1 1 16,5-5-11-16,3-3 73 0,3-4-26 0,2 0 18 15,0 0 70-15</inkml:trace>
  <inkml:trace contextRef="#ctx0" brushRef="#br0" timeOffset="1312.52">7140 2054 934 0,'17'-22'53'0,"-1"-4"46"0,-3-3 73 15,2 0 24-15,-3-2-9 0,-4-1-40 0,-2-2-12 16,3 2 7-16,-1-2 21 0,-1 1 74 0,1 0-12 15,-2 4-15-15,0 2-28 0,2 5-58 0,0 2-48 16,1 4-24-16,-1 3-40 0,0 4-19 16,0 4-5-16,-3 3 4 0,-2 0 4 0,0 2-11 0,2 0 23 15,0 0-23-15,1 9 13 0,5 2 7 0,2 3-24 16,2 4 38-16,3 4 0 0,2 4-7 16,4 4 5-16,-1 4-15 0,2-1 1 0,0 4-3 15,0 0-5-15,-4-2-12 0,1 0-21 0,-2-1-8 16,-5-2-3-16,-1 0 1 0,-6-4-6 0,-5 0 3 15,-3-3 2-15,0-2-20 0,-6-1 16 0,-4-5-2 16,-1-2-57-16,-3-1 16 0,-2-4-19 0,0-1-9 16,1-4 38-16,0-1 12 0,1-4-7 0,3 0-9 15,1-7 8-15,3-1-13 0,2-1 5 16,5-3 30-16,0-2 4 0,8-1 23 0,3-3 1 0,0-1 16 16,6-1 10-16,4-1-6 0,1-3 24 0,3 1-16 15,2-2 14-15,3 0-22 0,0 0 10 0,0 0 10 16,0-2-8-16,-3 2 18 0,0-1 26 0,3 0 28 15,-4-1 39-15,-1 1 29 0,-2-1-2 16,-3 1 12-16,0 1 37 0,2-2-33 0,-6-1 23 16,3 1-16-16,1 1-49 0,-4 0 25 0,0-1-13 15,-2 3-16-15,2 2 3 0,-5 2 25 0,-3 3-29 16,0 0-15-16,-2 5-37 0,-3 4-19 0,-3 2-24 16,0 1 6-16,0 4 5 0,0 0-30 0,0 1 9 15,-6 0-15-15,-2 0-2 0,2 7 5 0,-2 0-11 16,3 4 21-16,-6 2-17 0,3 4-1 15,2 7 6-15,-1 4-31 0,4 4 3 0,3 4-23 0,0 5-6 16,5 4-18-16,6 1 9 0,8-2 10 16,0 0 22-16,5 0 12 0,4-1 7 0,1-4 18 0,-1-2-8 15,-1-5 26-15,0-2-1 0,-5-3-1 16,-4-3-4-16,-4-4 4 0,-3-3-5 0,-11 0 3 16,0-4-12-16,0 0-36 0,-16-2 0 0,-1 0-16 15,-4-1-30-15,-6-2-31 0,-1-1-69 0,-2 0-88 16,0-1-56-16,0-2-54 0,3 0-80 0,3-4-33 15</inkml:trace>
  <inkml:trace contextRef="#ctx0" brushRef="#br0" timeOffset="2703.58">8794 1728 1893 0,'-7'-14'35'16,"1"-1"30"-16,-3-1-11 0,1-3 33 0,3-1-19 15,0-3 31-15,0-3 91 0,2 2-33 0,3-1 32 16,0-1-26-16,0 4-82 0,8 1-2 0,0 5-39 15,0 4-51-15,1 4 13 0,-2 3-7 0,-1 5-11 16,-1 0 13-16,0 8-15 0,2 4 20 0,0 8 17 16,-2 6-19-16,1 11 55 0,-4 12-27 15,-1 7-6-15,-1 7 18 0,0 9-50 16,-6 5 34-16,-4 5-14 0,-2 1-8 0,2 3 17 0,-3-2-31 16,0 0 12-16,1 1 10 0,4-3-10 0,-1-3 3 15,4-4-10-15,2-4 14 0,3-4-17 0,0-6-42 16,8-4-38-16,1-7-66 0,-1-6-78 0,2-3-16 15,4-8-7-15,0-7-33 0,7-3 55 0,2-8-7 16,0-4-3-16,4-11 37 0,1 0-22 0,2 0 56 16,2-11 25-16,-2-4 35 0,-3-6 31 0,-4-4 39 15,1-4 49-15,-2-6 58 0,-5-5 57 16,-4-4 18-16,-5-5 11 0,-8-4 4 0,0-3 39 16,0-2 2-16,-8-2 6 0,-3-1 10 0,-3 1-33 0,-2 5 18 15,-4 2-10-15,-2 2 7 0,1 5-15 16,-5 3-59-16,-2 2-32 0,1 3-24 0,-1 1-30 15,-1 5 26-15,1 2 16 0,0 1-41 0,0 4 19 16,1 1-17-16,2 3-37 0,0 3 16 0,1 4-19 16,3 0-14-16,1 3 36 0,3 4-27 0,4 1-13 15,0 3 11-15,4 0-30 0,1 3-23 0,5-1 4 16,-2 1-31-16,3 0-35 0,2 0 5 0,0 0-33 16,0 0-1-16,0 4 23 0,7 1-1 0,1-1 12 15,7 1-16-15,3-1-24 0,4 0-2 0,3-2 9 16,5-1 4-16,5-1 40 0,0 0 28 0,6 0 21 15,0-7 36-15,0 0 20 0,2-2 2 16,1-2 14-16,1 0 6 0,-1-1 24 0,-3-2 35 16,-3 0 34-16,1 1 49 0,-1-2 3 0,-6-1 37 15,0 3 2-15,-4-4-8 0,-3 3 15 0,-4 1-11 16,0-2-12-16,-7 1 14 0,0 1-31 0,-3 0-36 16,-3 1 22-16,-2 2-40 0,-1 0-2 0,-2 4-10 15,-3 0-27-15,0 2 8 0,0 1-22 0,-8 3-5 16,2 0-29-16,-2 0-34 0,3 0 13 0,-1 6-5 15,1-2-5-15,-4 3 8 0,3 1-6 16,-2 3-7-16,-2 3 13 0,-1 3-6 0,0 4-12 0,-3 2 7 16,3 3 8-16,-1 0-62 0,3 1 2 0,1 1-49 15,5-1-38-15,3 0 45 0,0-4-44 16,0-1-11-16,0-1 18 0,8-3-42 0,1-2-17 16,-1 0 41-16,2-4-11 0,2-4 4 0,1 1 55 15,4-1-7-15,-1-5 7 0,5-3 40 0,0 0 34 16,2 0 31-16,1-8-6 0,-1 1 30 0,4-5-24 15,-3 0 10-15,0 0 61 0,1-4 26 0,-3-1 46 16,-1-2 3-16,1 0 7 0,-2-4-31 0,-5 0 55 16,2-2-43-16,-4-2-13 0,-1 0 28 0,-2 0-89 15,-4-1 27-15,-1-1 11 0,-2 2-25 0,-3 1 24 16,0 2-17-16,0 4-28 0,0 3-7 0,0 4-38 16,-6 4 4-16,6 4-26 0,-5 0 7 0,3 5 4 15,-1 0 4-15,2 0 4 0,1 0-5 16,-2 10-12-16,2 1-9 0,0 0 28 0,0 6-21 15,0 1 9-15,6 4 25 0,3 2-75 0,-1 4-40 16,4-1-24-16,-1 1-110 0,1 0-20 0,1-2 24 16,0-1 4-16,4-6 60 0,4-1 50 0,1-5 9 15,4-4 13-15,0-5 2 0,4-4 14 0,2 0 5 16,-2-7 18-16,2-2 55 0,-6-4-22 0,1-3 24 16,-2-1 33-16,-4-4 19 0,0-4 59 0,-3-3 36 15,-1-5-23-15,-3-2 9 0,0-6 39 0,-3-6-28 16,0-3 68-16,-3-7-7 0,0 0-27 0,4-1 27 15,-4-4-25-15,-1 1-21 0,1 3 0 0,-1 5-33 16,1 5-46-16,-3 8 24 0,-1 3-8 16,-1 7-32-16,-2 8-20 0,-1 6-30 0,0 6-21 15,0 4 0-15,0 6 49 0,-6 6 6 0,-4 9 21 16,1 10 32-16,-4 5-26 0,-1 10-21 0,-5 7-32 16,-1 9-10-16,0 7-12 0,2 4 7 0,3 0-7 15,0 2-2-15,5-1-2 0,5-3 2 0,5-2 5 16,0-4 8-16,11-3-21 0,2-3-82 0,4-7-81 15,4-4-90-15,1-3-89 0,5-3-67 0,3-8-67 16,5-3-98-16,2-5-100 0,3-6 41 0</inkml:trace>
  <inkml:trace contextRef="#ctx0" brushRef="#br0" timeOffset="3234.7">12169 1260 3560 0,'8'-22'0'15,"-1"3"-18"-15,-2 5-6 0,-2 5 19 0,-1 2-12 16,-2 5 2-16,0 2 18 0,0 0-25 0,0 12 17 15,0 6 5-15,0 7 0 0,0 6 0 0,-7 7 7 16,1 8 6-16,-1 3-18 0,-1 4 7 0,2 4-12 16,-2-2 1-16,3-3-75 0,1-4-69 0,0 0-118 15,1-7-92-15,0 0-60 0,3-9-62 0,0-2-54 16,0-5 41-16</inkml:trace>
  <inkml:trace contextRef="#ctx0" brushRef="#br0" timeOffset="3516.2">11964 1399 2136 0,'-10'-25'6'0,"-2"3"2"15,1 0 5-15,1 3-11 0,-1 2 3 0,3 0 5 16,0 3 44-16,1 2 50 0,2-1 39 0,3 2 74 16,1 3-19-16,1 0-30 0,0 2-50 15,0 2-80-15,6-1-34 0,3 3-1 0,-1-2-6 16,2 1-18-16,4-2 23 0,0 0-9 0,5-1-5 15,5-1 5-15,0 1 12 0,3-3-5 0,4 1 22 16,1 0 3-16,1 1-41 0,3 0 11 0,1-1-16 16,-1 2 28-16,-1 0-2 0,0 2-8 0,-2-2-4 15,-1 3-42-15,-4 0-28 0,-1 3-85 0,-5 0-54 16,-3 0-58-16,-3 6-13 0,-2-6-1 0,-1 7 6 16,-7-1-18-16,2 2-24 0,-5-2-22 0</inkml:trace>
  <inkml:trace contextRef="#ctx0" brushRef="#br0" timeOffset="4156.67">11798 1735 1868 0,'-43'36'20'0,"7"0"-7"0,4-4-3 0,2-2 11 16,10-5-17-16,4 0-2 0,4-5 15 0,3-1-23 16,9-3 14-16,0-1 11 0,5-3-7 0,9-3 3 15,6-2-7-15,6-3 11 0,8 1-19 0,6-5-35 16,8 0-62-16,9-9-70 0,3-3-22 0,6-2 1 15,4-3 10-15,3 0 55 0,-1-5 14 0,0 1 49 16,0-4 36-16,-4 0 9 0,-4 0 46 0,-8-3 18 16,-2-2 55-16,-5-2 41 0,-5-3 13 0,-2 1 85 15,-8-2 10-15,-4 2 16 0,-3 4 94 0,-2 1-71 16,-7 5 3-16,-1 5-32 0,-5 5-117 0,-5 6-2 16,-7 3-61-16,0 5-41 0,0 0 3 15,0 0-7-15,0 10 56 0,-11 2 29 0,2 8 14 16,-1 5-10-16,1 7-53 0,-1 9 0 0,-1 7-34 15,0 4-2-15,0 4-9 0,3 5-31 0,2-1 18 16,1 0-22-16,2 1 6 0,0-1 19 0,3-1-24 16,0-3 13-16,0 1-11 0,6-3-63 0,-6-2-30 15,0-1-76-15,4-3-18 0,0-4 8 0,-3-5-16 16,3-4 32-16,-3-7-4 0,-1-3-8 16,0-7 39-16,0-9-30 0,0-1 9 0,0-8 46 15,0-8-13-15,-5-2 86 0,0-11 1 0,5-6 36 0,-7-5 8 16,2-8-12-16,2-7 19 0,0-7-11 15,0-5 46-15,3-6 67 0,0-1 23 0,0 2 32 16,6-3-9-16,2 4-45 0,0 5 4 0,0 4-66 16,-2 7 3-16,2 5 0 0,-3 2-45 0,2 2 33 15,-3 5-26-15,0-2-2 0,1 0 14 0,2-1 1 16,1 1-11-16,4-3-6 0,1-3-16 0,4 1 10 16,1 0-17-16,2 1-2 0,5 2 17 0,4 1-3 15,-1 6 28-15,4 3-11 0,1 7 1 16,-3 5-17-16,0 5 67 0,-3 10-5 0,-3 0 0 15,0 0 20-15,-4 7-75 0,-4 6 46 0,-2 5 19 16,-3 5 16 0,-3 5 28-1,0 2-19-15,-6 4-12 0,-2 2-29 16,0 3-11-16,-14-3-27 0,-3 1-2 0,-4 0-19 0,-5-2-5 0,-4-2 13 0,-5-3-8 0,-4-2 6 0,-4-1-1 0,-1-4-43 0,-1 0-60 16,-2-2-90-16,4-3-121 0,4-2-101 0,4-2-94 15,9 0-52-15,3-2-42 0,4-2-62 0,8-3 109 16</inkml:trace>
  <inkml:trace contextRef="#ctx0" brushRef="#br0" timeOffset="5328.69">15089 1641 2723 0,'12'-20'27'16,"-4"-1"7"-16,-2-1 20 0,-1 1 20 0,-2-3-10 15,-3 1 44-15,0 1 37 0,-8 4 13 0,-1 0 42 16,-4 4-50-16,2 3-61 0,-2 3-21 0,-1 2-71 16,-2 3 18-16,-3 3-15 0,-1 0-5 0,1 5 3 15,-5 4-11-15,2 3 13 0,0 4-15 0,1 3 15 16,-2 4-5-16,1 3-8 0,2 5-19 16,3 0-40-16,-1 2-30 0,5 0-45 0,0 2-19 15,0-2-30-15,5-1-43 0,2-1-1 0,1-2 9 16,5-2 22-16,0 0 42 0,0-3 49 0,8-4 23 15,0-2 54-15,4-4 26 0,0-3 9 0,3-3 12 16,0-5 11-16,0-3 30 0,1 0 34 0,2 0 32 16,-2-7 43-16,1 0-21 0,1-4 43 0,-3-3 23 15,1-1-44-15,3-2 24 0,-3-5-38 0,0 0-26 16,-2-4-4-16,-2 1-39 0,1-3 2 0,0-2-9 16,-4-1-3-16,-1-1 16 0,0-2-25 0,0 1-17 15,-2 3 0-15,-1 0 10 0,2 5 1 0,-6 5-3 16,2 1-25-16,-3 7-34 0,0 1-13 0,0 7 5 15,0 1-9-15,0 3-8 0,0 0 12 0,0 0 3 16,0 9 23-16,0 1 15 0,-3 6-5 0,3 2-2 16,0 4-33-16,0 2-58 0,0 5-51 15,0 0-71-15,11 3-33 0,0-2-43 0,2 1-47 16,4 0 14-16,5-1-26 0,-1-4 22 0,7-1 24 16,4 0 9-16,1-4 57 0,3-1 60 0,2-6 64 15,-3-3 43-15,2-2 38 0,-1-4 19 0,-4-3 45 16,-1-2 48-16,-2 0 9 0,-2-5 49 0,-2-3-7 15,0-2 9-15,0-2 28 0,-1-1 11 0,2-3 3 16,-3-1-5-16,-1-3-30 0,-3 1 1 0,-1-3 39 16,-4 1-12-16,3-2 36 0,-4-2-35 0,1 3-52 15,-4-3 9-15,-2 3-27 0,-1 2-11 0,-5 1 19 16,-2 5-14-16,0 3-19 0,0 3 19 0,-9 1 1 16,1 2-38-16,-2 2-2 0,-1 0-16 15,0 3-64-15,0 0 7 0,-8 0-2 0,1 0-3 16,-5 7 11-16,-4 2 7 0,-2 2-2 0,-1 5-11 15,0 0 3-15,-3 6-23 0,3 3 2 0,2 3-8 16,1 3-33-16,5-1 19 0,4 3-44 0,4-2-67 16,3 0 25-16,11-3-39 0,0-2-13 0,7-1 36 15,6-4-35-15,2-2-42 0,8-2 8 0,4-4-9 16,7-2 5-16,5-6 40 0,5-5 24 0,2 0 33 16,5-5 44-16,1-5 23 0,0-6 52 15,-1-2 18-15,-5-6 6 0,-4-2 46 0,-4-3 24 16,-5-1 34-16,-4-5 26 0,-6-7 28 0,-2-2 18 15,-2-8-18-15,-4-6 38 0,-1-5-21 0,-5-5-14 16,-2-3-10-16,0 2-23 0,-5 0 7 0,-2 3-20 16,0 4 1-16,0 8-18 0,-8 5-6 0,2 7-20 15,-1 7 1-15,-1 5-40 0,2 8-50 0,-2 6-23 16,0 4-17-16,-3 12 19 0,-3 0 11 0,0 9 0 16,-7 6 13-16,-1 8 10 0,-2 7-23 0,1 9 8 15,-3 7-22-15,6 5-34 0,4 8-45 0,2 1-31 16,6 4-69-16,8-1-48 0,0-1-22 0,15-1-61 15,-2-3-42-15,6-1-15 0,5-5 5 16,3-5-3-16,3 0 41 0,0-6-24 0,5-4 36 16</inkml:trace>
  <inkml:trace contextRef="#ctx0" brushRef="#br0" timeOffset="5766.42">16557 1900 1885 0,'27'-11'56'0,"-3"0"32"0,-3-1 75 0,-3-3 64 15,-3-2-37-15,-1 0 30 0,-6-2-65 0,-3 1-34 16,-1-2 20-16,-4 1-21 0,0-1 19 0,0 1 1 15,0 1-19-15,0 1-13 0,-4 1 4 0,-3 0-1 16,2 1-16-16,-1 0 5 0,0 4-10 0,0-1-29 16,-3 4-21-16,3 1-32 0,-3 2-32 0,-1 3-3 15,-1 2 19-15,-1 0 0 0,-3 0 3 0,0 9 2 16,-3 0-10-16,-1 4 13 0,1 0 8 16,0 4-19-16,-3 1 3 0,4 3-32 0,0 2-18 15,2 0-12-15,3 3-47 0,2 0-13 0,5 1-35 16,5 1-40-16,0-3 3 0,5-3-43 0,6 0-9 15,6-2 22-15,4-1 7 0,1-3 37 0,5-2 38 16,5-5 28-16,-1-3 24 0,4-6 32 0,1 0 16 16,1-6 26-16,-1-5 20 0,-1-5 20 0,0-3 27 15,-3-6 27-15,-6-6 3 0,-1-3 15 0,-3-7-2 16,-4-4 19-16,-2-10 14 0,-2-9 6 16,2-9 16-16,-3-6 16 0,2-7 38 0,0-3 38 0,-4-1 46 15,-4 1 12-15,1 3 22 0,-3 10-27 16,-5 6-36-16,0 12-68 0,0 10-80 0,-5 11-50 15,5 10-46-15,0 8 3 0,-6 10-4 0,1 9 4 16,-1 8 33-16,0 9-42 0,-2 10 23 0,-2 8 10 16,-2 10-38-16,1 9 36 0,-3 6-14 0,2 3-9 15,3 5-8-15,1-1-53 0,3 2-56 0,2-3-73 16,3-2-77-16,0-2-39 0,0-1-69 0,8-2-40 16,-4-1-96-16,-4-3-62 0,7-6-38 0,-4-2-93 15,2-6 183-15</inkml:trace>
  <inkml:trace contextRef="#ctx0" brushRef="#br0" timeOffset="6094.46">17287 1473 3053 0,'13'-35'7'0,"-3"1"7"0,-1 5 16 0,-2 3-11 16,4 3-3-16,-3 2-4 0,1 4-5 0,-1 0-5 16,2 2 10-16,4 5 21 0,0 0-16 0,3 1 23 15,1 3 23-15,4 4-37 0,2 2-9 0,-1 0 9 16,3 11-35-16,1 5 11 0,-2 3 10 0,2 5-19 15,-1 7 7-15,-4 2 7 0,-1 4 0 0,-3 5 5 16,-7-1 10-16,-5 2-15 0,-6-1-4 0,0 0 4 16,-6-3-19-16,-7-1 0 0,-4-5 24 0,-3-1-17 15,-2-3 10-15,-3-6 2 0,0-1-4 0,0-5 19 16,-1-2 7-16,3-3 3 0,1-3 19 0,1-2 14 16,4-7-11-16,-1 0 6 0,7 0-30 15,0-7-13-15,2-5-4 0,2-3-28 0,7-7 15 16,0-4-15-16,12-5-5 0,3-6-3 0,5-6-51 15,6-3-55-15,10-3-45 0,2-1-56 0,4-1-86 16,3 2-20-16,4 1-68 0,2 4-66 0,1 6-83 16,-1 3 71-16</inkml:trace>
  <inkml:trace contextRef="#ctx0" brushRef="#br0" timeOffset="6892.74">18230 1432 2979 0,'-8'14'9'0,"0"-1"-18"16,-3-1-5-16,3-2-19 0,0-2 3 0,2-1 9 16,-2-1 3-16,2 2 11 0,-1 1 10 0,3 2-10 15,0 0 16-15,-1-1 16 0,3 2-13 0,0 2-19 16,2 1-79-16,0 1-74 0,0 0-57 0,0 1-4 16,9-1 23-16,-4-2 40 0,5-1 36 0,-2-1 51 15,1-3 26-15,6-2-5 0,0-2 28 0,0-5-16 16,2 0 8-16,0 0 23 0,1 0-23 15,-1-7 16-15,0 2 10 0,-2-4 20 0,2 1 36 0,-2-3 24 16,0 0 51-16,0-3 29 0,0 0 17 16,-2-3 6-16,1-2 19 0,-3-3-11 0,3-3 1 15,-1-3 4-15,-2-3-46 0,3-2 27 0,-3-3-17 16,0-1 16-16,-3 4 30 0,-3-1-30 0,-2 5 28 16,-3 0-24-16,0 8-49 0,0 2-20 0,-9 7-34 15,-4 2-15-15,0 5-9 0,-5 5 20 0,-2 0-38 16,-6 10-23-16,-5 5 6 0,-3 4-22 0,-3 3 19 15,-2 6-14-15,3 4 3 0,-1 4-8 16,4 0-1-16,4 0 20 0,6-2-16 0,4 1 13 16,3-2-13-16,6 2 5 0,5-2-31 0,5-3-51 0,0 1-67 15,9-3-52-15,5 0-38 0,5-1-30 0,4-2-22 16,2-4-38-16,1-2-22 0,4-1 2 0,0-2 19 16,5-6 38-16,1-5 14 0,2-5 58 0,-3 0 72 15,2-5 46-15,-1-4 82 0,1-4 26 16,-2-6 23-16,-1-1 48 0,-3-5 37 0,-4-2 43 15,-3-3 38-15,-2 1 19 0,-3-2 85 0,-3-1 4 16,0 0-28-16,-5 4-14 0,-1 2-78 0,-1 3-41 16,-5 1 34-16,1 3-42 0,0 1 29 0,2-1-10 15,-2 3-31-15,-1 0 24 0,1 1-55 0,3 0-19 16,0 1-16-16,4 1-37 0,-1 1-14 0,3 1 14 16,-1 3-27-16,2 1 8 0,0 3 14 0,0 4-9 15,0 0 9-15,0 0 5 0,0 11-22 0,1 5 9 16,0 6-12-16,-3 4-5 0,1 5-2 0,-5 6 13 15,-2 5 11-15,-3 1-11 0,-4 3 2 0,0-2-18 16,0-1 16-16,-11-2 5 0,0-1-29 0,-1-4-32 16,0-2-43-16,-1-3-11 0,0-5-26 15,1-1 24-15,-2-1 7 0,3-6-23 0,1-3 43 16,1 1 5-16,1-8 10 0,2-2 43 0,3-1 7 16,-1-5 3-16,1 0 10 0,1-8-20 0,2-2 15 15,0-3-1-15,0-6 35 0,0-3-9 0,5-5 21 16,2-2 38-16,1-4-25 0,2-3 40 0,5-3-32 15,1 0-12-15,5-1 68 0,4 0-24 0,2 2 56 16,4 3 1-16,2 2-59 0,6 2 22 0,0 6-64 16,2 3-13-16,0 6-22 0,-3 6-13 0,1 10 18 15,-4 0-7-15,-5 9-9 0,-3 7-21 0,-6 7-96 16,-5 9-147-16,-10 7-188 0,-6 7-272 0,-10-1-192 16,-7 3 19-16</inkml:trace>
  <inkml:trace contextRef="#ctx0" brushRef="#br0" timeOffset="8189.31">2156 2196 3317 0,'-17'11'7'0,"1"-1"3"0,-1-1 5 0,5-3-37 0,3-6-14 15,0 0 1-15,4 0-16 0,0 0 42 0,3 0 4 16,2 0-14-16,0-6 10 0,12 3 1 0,3 0 1 16,7-1 33-16,4 0-21 0,10-2-9 0,7-1-50 15,9 0-64-15,4-2-44 0,5 2-44 16,5-2-10-16,2 0 14 0,-3 2 23 0,0-2 34 16,0 1 64-16,-5 1 10 0,-3 1 32 0,-8 1 12 15,-5 0-3-15,-6 1 24 0,-8 4 20 0,-6 0 7 16,-13 0 40-16,-11 10 33 0,0 2 6 0,-16 3 12 15,-8 3 11-15,-7 0-4 0,-6 2 76 0,-5 1-4 16,-6-1-3-16,-4-1-22 0,0 0-80 0,-4 1 23 16,-2 0-38-16,1-1-23 0,-1-1 4 15,1 2-32-15,5 0-1 0,6 1 13 0,6 0-23 0,5-3-21 16,5-1 3-16,8-1-6 0,5-4 3 16,9 2 24-16,8-3-12 0,0 0 2 0,11-2-11 15,8-3-3-15,6-1-17 0,5-1-29 0,8-4-20 16,8 0-51-16,3-9-14 0,6-1-43 0,4-3-8 15,-1-2 13-15,1-5 4 0,2 2 49 0,1-2 20 16,0 1 25-16,-5-4 37 0,0 3 13 0,-5-3 25 16,0 2 26-16,-9-1 5 0,-7 2 48 0,-7-1 34 15,-9-2 42-15,-7-2 76 0,-6 0-13 0,-7-3-2 16,0-1-9-16,-10-1-53 0,-5-1-4 0,-7-1 15 16,-3-2-4-16,-6 0 22 0,-4-1 20 0,-3 0 5 15,-3 1-19-15,4 2-7 0,3 1 11 0,2 3-25 16,5 3-24-16,8 4-60 0,3 5-39 15,5 5-37-15,5 4 0 0,1 3-9 0,5 0-8 16,0 3-8-16,6 1 2 0,4 0 20 0,3 7-5 16,4 1 19-16,10 4-11 0,4 5 0 0,6 6 12 15,7 5-7-15,5 4 4 0,3 3 2 0,1 6-20 16,-3 1 12-16,-7 2-3 0,-6 3 0 0,-11-1 14 16,-7 1-2-16,-11 0 5 0,-8-2-11 0,-13 1-9 15,-12 2-9-15,-5 1-16 0,-10-4-48 0,-5 1-51 16,-5-3-92-16,-2-1-65 0,0 0-88 0,0-6-87 15,1 0-110-15,5-4-117 0,5-6-153 0,8-4 145 16</inkml:trace>
  <inkml:trace contextRef="#ctx0" brushRef="#br0" timeOffset="18410.28">21579 1136 1369 0,'-3'-3'25'0,"-1"2"-30"0,0-3 5 16,2 3 19-16,2-2-34 0,0 0 17 0,0 1 8 15,0 2-22-15,0-3 22 0,0 3 5 0,0 0 43 16,-4 11 65-16,-3 0 34 0,1 7 10 0,-2 8-32 15,-5 8-68-15,1 7-42 0,-6 8-16 16,2 8-11-16,-1 1-5 0,3 6 12 0,-2-1 5 16,3-3-16-16,1-4 17 0,4-1-5 0,0-7-6 15,3-4 19-15,-2-4-30 0,3-3-10 0,1-4-13 16,1-3-46-16,-1-4-30 0,3-5-73 0,0-5-16 16,0 0-49-16,0-4-14 0,0-4-11 0,7-8-34 15</inkml:trace>
  <inkml:trace contextRef="#ctx0" brushRef="#br0" timeOffset="19347.86">22447 1260 2543 0,'2'-9'88'0,"-2"-2"2"16,0 1 3-16,0-1-10 0,0 0-52 0,0-1 17 0,-9 2-29 15,-3 0 23-15,4 3-42 0,-2-3-12 0,-3 3 56 16,0 1-37-16,-3 1 9 0,0 0-2 16,-3 1-46-16,0 0 27 0,-1 3 3 0,-4 1-12 15,0 0 25-15,-1 8 36 0,-1 1 3 0,0 5 26 16,-4 4-5-16,0 5-30 0,-2 3-8 0,-1 5-14 15,3 2-14-15,1 4 7 0,2 0-7 0,2 1-12 16,4 0 24-16,4-1-15 0,6 0-9 0,2-4 5 16,6 1 7-16,3-1-34 0,0-4 24 0,9-2-9 15,0-1-58-15,7-4 7 0,2-1-64 0,0-4 5 16,5-2-29-16,0-4 3 0,4-3 45 0,-2-3 4 16,1-5 70-16,-1 0 16 0,1 0 6 15,-1-9 5-15,0-2-3 0,0-4 9 0,-1 0 16 16,2-8-14-16,-3 0 3 0,1-5 17 0,-3-3 70 15,-3-2 14-15,3-2 25 0,-3-2-6 0,-3 1-36 16,-2-3 45-16,-1 3 14 0,0 1 24 0,-4 4-18 16,-4 3-42-16,2 4-21 0,1 4-33 0,-2 4-30 15,-4 5-17-15,2 4-36 0,-1 2 10 0,0 4 3 16,-1 1 10-16,-1 6 15 0,0 6 11 0,0 8 20 16,0 8 29-16,-8 7-5 0,0 11-26 0,-1 7-3 15,1 9-35-15,0 2 4 0,0 3-8 0,-1 0-12 16,1-1 10-16,1-3 5 0,1-2-2 0,3-4-3 15,-3-5-8-15,3-2-54 0,-2-2-33 16,5-4-102-16,0-5-66 0,0-3-106 0,0-4-101 16,-7-3-34-16,7-4-87 0,0-5-39 0,0-3 138 15</inkml:trace>
  <inkml:trace contextRef="#ctx0" brushRef="#br0" timeOffset="19816.8">22879 1589 2221 0,'0'-20'-5'0,"0"-3"-1"0,0 4-5 16,0-1 3-16,0 1-7 0,0 1 13 0,0-2-13 15,0 2 9-15,0 1 16 0,9 3-18 0,4-3 20 16,-2 2-9-16,3 1-16 0,2-1 28 16,-2 1-15-16,3 1 4 0,1 2-4 0,-2-2-26 15,1 4 31-15,-1 0-8 0,1 1 8 0,-1 1 7 16,1 2-5-16,1 0 8 0,1 3 13 0,0-2-5 15,-3 3-8-15,1 0-6 0,-3 1-13 0,3 0-3 16,-4 0-14-16,1 11 19 0,1 0 4 0,-4 5 0 16,1 3 11-16,-2 7-15 0,-2 4 2 0,-2 7 72 15,-3 2-7-15,-3 5-8 0,0 4-5 0,-14 0-57 16,-2 1 21-16,-4-2 3 0,-4 0 5 0,-3-3 50 16,-3-2-1-16,-1-3-8 0,-3-1 5 0,0-5-68 15,-3-2-4-15,2-2-3 0,0-3 8 0,-4-2 13 16,4-4-7-16,-1-1-14 0,1-3 19 15,2-4 35-15,0-1 37 0,3-3 9 0,1-5-16 16,6-3-32-16,3 0-21 0,2-9 22 0,0-2 12 16,6-1-9-16,3-5 4 0,0-1-4 0,5-1-14 15,0-2-10-15,4 0-22 0,0 2 2 0,8 2-14 16,8 0 0-16,3 1 16 0,2 3-9 0,9 1 15 16,4 3 15-16,7 2-25 0,2 2-8 0,3 1 6 15,-2 4-8-15,2 0-3 0,1 8 8 0,-4 0-80 16,0 3-52-16,-2 0-134 0,-4 3-121 0,-4 2-53 15,-2 0-107-15,-1 0-34 0,0 3 72 16</inkml:trace>
  <inkml:trace contextRef="#ctx0" brushRef="#br0" timeOffset="20144.84">23788 2056 3128 0,'16'-4'14'16,"-8"0"-24"-16,-2 0 10 0,-6-1-14 0,0 1-12 15,0-4 34-15,-6 2-15 0,6-2 4 0,-8 2-13 16,1 0 11-16,2 1 7 0,1 3 20 0,1-1 6 16,0 1-33-16,1 1 3 0,-1 1-36 0,1 0-15 15,1 0 9-15,1 0-28 0,0 0 35 0,0 0 21 16,0 4-18-16,4-1 18 0,1-2-56 16,2 1 51-16,0-1 32 0,0 1 5 0,-3-2 47 15,3 0-47-15,-2 0-7 0,4 0-6 0,-3-5 8 16,-1 1-11-16,1 0 30 0,-2-3 37 0,0 0 19 15,-1-1 35-15,0-1 3 0,-3 1 5 0,0-2-15 16,0 2-26-16,0 1-38 0,-4 0-38 0,-6 0-24 16,6 2 2-16,-3-1-3 0,2 2-21 0,1 3-32 15,-2-2-38-15,1 1-74 0,-2 1-73 0,3 1-46 16,-3 0-37-16,0 0-24 0,-1 6-23 0,0-1-35 16,-1 2-53-16</inkml:trace>
  <inkml:trace contextRef="#ctx0" brushRef="#br0" timeOffset="20410.4">24632 1412 3889 0,'6'-35'-5'0,"-1"4"2"0,-2 2-9 0,-3 4-11 16,0 2 15-16,0 2-4 0,0 6-9 0,0 5 9 15,0 10-28-15,0 0 32 0,0 8 48 0,0 9 11 16,-8 9 50-16,2 9-27 0,0 11-28 16,-2 10-12-16,0 9-29 0,2 5 13 0,-2 3-13 15,0 2 3-15,3-3-29 0,0-4-53 0,4-2-67 16,1-5-66-16,0-5-88 0,0-2-101 0,0-6-85 16,0-4-113-16,0-3-102 0,0-4 125 0</inkml:trace>
  <inkml:trace contextRef="#ctx0" brushRef="#br0" timeOffset="20738.8">25190 1952 2500 0,'5'0'-7'15,"-2"0"-54"-15,-3-4-11 0,0 4-10 0,0-6 12 16,0 2 45-16,0 1 16 0,0 3 7 0,0-3-5 15,0 3-4-15,0 0 7 0,0 0 15 0,0 0-5 16,0 6-1-16,0 0 1 0,0 1-21 0,0-1 3 16,5 3 20-16,-2 2-8 0,6 0 11 0,1-1-5 15,1 0 5-15,2 1-14 0,1-3 25 0,2 0 27 16,1-4 32-16,2-1 85 0,-3-3-15 0,1 0 32 16,-4 0-21-16,0-7-50 0,-4-1 44 0,-2-2-21 15,-1-1-4-15,-6 1 1 0,0-3-50 16,0 0-25-16,0 0 3 0,-11 0-24 0,1-1-21 15,0 3-20-15,-2-1-48 0,-1 3-22 0,-1 0-15 16,3 3-23-16,-4 3-42 0,-2 3-74 0,-1 0-77 16,-2 0-49-16,2 9-52 0,-3 1-52 0,5 0-60 15,1 4 25-15</inkml:trace>
  <inkml:trace contextRef="#ctx0" brushRef="#br0" timeOffset="21629.55">26049 1295 2777 0,'6'-12'32'0,"-1"0"-3"0,-2-1 17 0,0 4-19 16,1 2-43-16,-3-1 5 0,3 5-21 0,-2 3 13 15,0 0 12-15,-1 7 10 0,-1 6-3 0,0 5 20 16,0 5 12-16,0 6-25 0,-9 8-7 0,4 7 12 16,1 6-14-16,-1 1 22 0,-2 4 12 0,2 0-32 15,0-1-11-15,-2-2-16 0,2-1-110 16,0-5-94-16,2-4-101 0,2 0-108 0,1-4-39 0,0-2-25 16</inkml:trace>
  <inkml:trace contextRef="#ctx0" brushRef="#br0" timeOffset="21988.84">26570 2140 3260 0,'5'-7'-5'0,"-5"1"-19"0,0-1 10 0,0 1-29 16,0-1 27-16,0-1 23 0,-5 3 3 0,5 0 37 15,-7 1-12-15,5 2 13 0,-1 1 0 0,1 0-21 16,2 1-32-16,0 0-9 0,0 0-39 15,0 0-2-15,0 0 15 0,0 0-20 0,5 0 46 16,-3 4-14-16,4-4 14 0,-1 4-5 0,-2-4-11 16,2 3 9-16,-2-3-7 0,2 0 28 0,-2 0-23 15,4 0 28-15,-3 0-12 0,0 0 9 0,1-4 40 16,-1 1-14-16,-1 0 26 0,0 0 0 0,-1 0 7 16,-1-2 37-16,-1-1 15 0,0-1 47 0,0 1-24 15,-6-1-19-15,1 1-11 0,-2-1-55 0,3 1-13 16,-1-1-10-16,-4-2-17 0,4 3-29 0,-2 0 18 15,-1 0-11-15,1 2 1 0,0-1-5 0,1 2-41 16,0 2-33-16,1-1-48 0,-3 2-57 0,3-2-39 16,2 2-69-16,-3 0-55 0,3 0-23 0,-1 0-73 15,3 0-45-15,1 0-15 0</inkml:trace>
  <inkml:trace contextRef="#ctx0" brushRef="#br0" timeOffset="22441.85">27890 1086 3929 0,'0'-11'-13'0,"0"2"13"16,0 0 3-16,-10 3-6 0,2 1-12 0,-5-1 13 15,-4 6-1-15,-5 0-12 0,-5 6 50 0,-5 5-29 16,-1 2 12-16,-3 5 30 0,-2 6-28 15,-2 6 24-15,1 7-8 0,1 5-10 0,0 6-8 16,3 6-13-16,-1 3-12 0,8 4 2 0,2 0-1 16,4 0-17-16,5-3-11 0,4-2-14 0,5-6 1 15,8-4-1-15,0-3-27 0,6-4-33 0,7-5-27 16,4-2-24-16,3-5 7 0,3-4-18 0,4-2 41 16,3-5-32-16,1-3 25 0,-1-2 55 0,2-5 7 15,0-6 63-15,-1 0 2 0,3-6 27 0,-4-5-27 16,0-5 22-16,-4-5 9 0,0 0 39 0,-3-7 82 15,-3-2 37-15,-5-2 63 0,-4-1 3 0,-6 0-13 16,-5 2 5-16,0 1-55 0,0 3-65 0,-9 4-53 16,-3 2-65-16,-3 4 8 0,-1 3-19 15,-5 3 17-15,-1 4 47 0,-4 2 3 0,0 5 37 16,-9 0-26-16,1 6-27 0,-3 5-21 0,1 3-14 16,-1 3-7-16,2 4-25 0,2-1-35 0,3 5-32 15,5-2-37-15,1 2-26 0,6 2-37 0,5-2-29 16,5 2-29-16,3-3-115 0,5-1-53 0,0 1-108 15,9-4-104-15,8 0 27 0</inkml:trace>
  <inkml:trace contextRef="#ctx0" brushRef="#br0" timeOffset="22926.45">28414 1309 3748 0,'6'-18'5'0,"-1"3"-18"15,-3-1 1-15,-2 4-20 0,0-2 29 0,0 0 16 16,0 4-31-16,0-1 43 0,0 3-15 0,0 2 28 16,5-2 24-16,1 1-32 0,-1-4 19 0,2 2-62 15,0 0-10-15,1 0 21 0,0 1-11 0,4 0 23 16,3 3 0-16,5 0 0 0,4 0-33 0,0 2 6 16,4 0 14-16,4 0-2 0,4 1 20 0,-1 1-2 15,-2 0-3-15,0 1 8 0,0 0-23 16,-1 0-6-16,-2 0 1 0,-3 7-38 0,-5-3 33 15,0 1 15-15,-5-1-2 0,-4 0 12 0,-2-1-23 16,-6 3 6-16,-5 0 4 0,0 0 16 0,0 2-31 16,-11 0 26-16,-2 2-3 0,-2 4-3 0,-1 1 6 15,-8 4-18-15,-1-1 0 0,1 2-5 0,-6 0 27 16,1 3-27-16,2 0 23 0,2 1-8 0,3-1-15 16,1 2 30-16,4-3-28 0,3 1-2 0,3 1 13 15,5-2-13-15,2 0 0 0,4 1 5 0,0 2 15 16,8-2 0-16,10 2-2 0,-1 2 1 0,7 0-16 15,3 4-13-15,1-1 23 0,4 4 12 0,-1 1 20 16,3 3 27-16,-4-1 1 0,-4 1 12 0,0-1 12 16,-9 0 13-16,1-5 1 0,-9-4-4 15,-2-2 16-15,-7-4-17 0,0-2 11 0,-12-4-27 16,-6 0-23-16,-2-4-14 0,-7-1-46 0,-6-2-24 16,-3-4-60-16,-7-5-45 0,0 0-50 0,-4 0-63 15,3-9-70-15,-3 0-121 0,0-2-134 0,5-1-136 16,2 0-71-16</inkml:trace>
  <inkml:trace contextRef="#ctx0" brushRef="#br0" timeOffset="26301.71">4574 3892 3758 0,'0'-28'40'16,"0"-4"-5"-16,-7-4 0 0,1 0 29 0,0-3-18 15,-2 3 23-15,3 4 6 0,2 4-13 0,3 7-30 16,0 6-14-16,0 6-13 0,0 9-16 0,0 0 19 16,3 0-5-16,-3 16 10 0,5 9-3 0,-1 9-10 15,0 10 3-15,-3 10-3 0,2 7 11 0,-1 9-14 16,-2-1-10-16,0 2-83 0,0-3-22 0,-5 0-47 16,-4-5-56-16,3-4 24 0,-2-6-63 0,-4-4-74 15,0-3-33-15,-2-3-36 0,1-5-15 0,-1-7 49 16,0-1 41-16,-1-5 40 0,-2-5 45 0,4-5 48 15</inkml:trace>
  <inkml:trace contextRef="#ctx0" brushRef="#br0" timeOffset="26880.05">4104 4285 1511 0,'-22'-43'58'16,"1"5"40"-16,1 1 20 0,-2 4 30 0,1 2-38 16,-1 4-19-16,0 1 20 0,3 4-1 0,0 1 56 15,3 6 29-15,4 2-13 0,2 1-22 0,5 5-53 16,5 2-57-16,0 3-17 0,0 0-31 0,10-1-13 15,1 1 4-15,6 1-12 0,5-2 26 0,4 2-22 16,7 0 15-16,5 0-44 0,1 1-38 0,7 0-11 16,5 0-70-16,2-1 1 0,3 0 7 15,-2-2 0-15,3 0 58 0,1-3 49 0,-1-2 22 0,1 0 20 16,-1-3 4-16,0 0-3 0,-3-5 3 16,2 2 11-16,-4-1-11 0,-3-4 10 0,0 1 42 15,-5-2 32-15,-2-1 18 0,-3-2 43 0,-6-2-25 16,-3 0 9-16,-5 0 15 0,-5-1-2 0,-5 0 45 15,-4 0-26-15,-2 4 23 0,-7 1-31 0,-2 2-33 16,0 2 4-16,0 3-35 0,-8 3-30 0,2 3-26 16,1 5-34-16,2 0-15 0,-4 3 7 0,3 6 11 15,-4 5 24-15,0 3 4 0,-3 6-4 0,-3 7-1 16,-1 9-30-16,-2 3 12 0,0 7 8 0,-2 5-21 16,1 2 16-16,3 4-11 0,2 1 1 0,0-1 4 15,5-1-51-15,2-3-26 0,-1 0-28 0,3-4-25 16,-1-4 13-16,2-4 17 0,0-1 19 15,1-6 0-15,2-4 19 0,0-3-18 0,0-4-4 16,0-5 34-16,0-3 24 0,0-3 24 0,4-3 17 16,0-5-5-16,0-1 5 0,-1-3-15 0,4 0-12 15,0-6 3-15,2-3 0 0,4-1 21 0,-2-5 13 16,6 1-3-16,1-7 19 0,2-1 8 0,-2-2 10 16,4-1 4-16,0-1-3 0,-3 0-11 0,3-1 4 15,0-1 8-15,0 2-21 0,-3 0-4 0,2 2-13 16,-2 3-10-16,1 2-7 0,-1 1-11 0,-3 5 16 15,0 2-21-15,-5 6 13 0,0 2 13 0,0 3-18 16,-3 0 15-16,2 6-15 0,-1 4 3 0,-1 2-13 16,-2 3 20-16,2 0-18 0,3 5-89 15,-1 2-78-15,1 2-121 0,0 0-108 0,-3 1-70 16,2 0-45-16,2 0-62 0,-1-2 13 0</inkml:trace>
  <inkml:trace contextRef="#ctx0" brushRef="#br0" timeOffset="27739.64">6001 4259 2238 0,'12'-17'54'0,"-6"1"14"0,-3 0 8 16,-3-2-2-16,0 6-59 0,0-2-12 0,-8 0-14 15,3 1 9-15,1 1-7 0,4 2 9 0,0 3 0 16,0 1-18-16,0 1 12 0,0 2-25 0,0-1-2 16,0 4-23-16,6-1-12 0,-1 1-9 0,3 0-21 15,3 0 10-15,0 0-11 0,6 0 6 16,-1 0 23-16,3 0 15 0,0 0 31 0,2-6 5 15,-1 0 25-15,-1 2 10 0,-2-3 42 0,-4 2 49 16,0-3 29-16,-4 1 59 0,-2 0 16 0,-4 0-5 16,2-3 27-16,-1 1-24 0,-4 0-13 0,3-2 29 15,-3 0-38-15,0-2-31 0,0 2-31 0,-12 0-51 16,4 0-23-16,-3-1 11 0,-5 0-23 0,0 1 6 16,-3 2-17-16,0 3-15 0,0 0 0 0,-5 2-18 15,1 4 32-15,-4 0 4 0,5 7 28 0,-2 4 10 16,0 2-32-16,1 5 3 0,2 1-27 15,5 6-2-15,0 4-8 0,2 0-3 0,3 3-13 16,3 2-38-16,2-2-10 0,6-2-14 0,0 1-1 16,6-4-23-16,4-2 13 0,4-2-42 0,5-2-38 15,3-3 10-15,5-3-40 0,3 2-8 0,1-7 27 16,1 0-26-16,1-3 17 0,2-2 45 0,-3-3 24 16,-1-2 64-16,-4 0 35 0,0-7 18 0,-1 0 0 15,-3-1 14-15,-2-2-10 0,-1 0 5 0,-2-3-7 16,-1 2 15-16,-1-2 32 0,0 0-14 0,-2-2 80 15,3 0-7-15,-4 1 3 0,3 0 19 0,-2 0-61 16,2-1 12-16,-2 0-27 0,0 0 12 0,-1-2 11 16,1 1-10-16,0-1-5 0,-2-4-6 0,0 3-5 15,-1-1-19-15,-1 0 5 0,-1 0-10 16,-1 4 0-16,0 1-2 0,0 1 5 0,0 5-23 16,-2 2 3-16,-3 2-10 0,-1 2-13 0,1 2 11 15,-3 0-18-15,0 0 5 0,0 4 18 0,0 3-3 16,0 0 2-16,0 4 8 0,0 2-7 0,0 3-6 15,8 3 6-15,0-1-8 0,-4 4 7 0,3 1 11 16,-2-1 7-16,1 3-18 0,0-3-32 0,-3 2-29 16,2-4-39-16,-2 1 3 0,2-4-15 0,-2 2 12 15,-1-1-24-15,1-2-2 0,-1-2 48 0,-1-2-57 16,1-1 108-16,2-4 21 0,-1 0-12 0,-1 0 79 16,1-3-45-16,1-4-5 0,0 0 12 15,0 0-4-15,0 0-16 0,4-6 38 0,-2-3 4 16,2 2 27-16,2-4 24 0,4-2-17 0,-1-3 4 15,2 0-20-15,0-3-10 0,4-5-12 0,-5 1-18 16,5-5-1-16,0-1-7 0,-2-2 13 0,2-2 37 16,-1 4 10-16,-1 0 0 0,-3 1 11 0,0 4-43 15,-4 4-2-15,0 3 8 0,0 4-15 0,-3 6 13 16,1 2 3-16,1 5-13 0,2 0 18 0,1 6 44 16,0 3-11-16,-1 4 6 0,2 3-18 0,1 6-20 15,-1 2-12-15,1 3 25 0,-3 1 6 0,1 2-29 16,-2 1-4-16,1 0-24 0,0-2-20 15,-1 0 0-15,-1-2 5 0,2 0 1 0,-3-3-9 16,3-1-33-16,3-4-52 0,-1-2-92 0,0-2-76 16,1-3-76-16,2-1-93 0,3-3-109 0,1-5-122 15,4-3-96-15,9 0 21 0</inkml:trace>
  <inkml:trace contextRef="#ctx0" brushRef="#br0" timeOffset="28771.19">9967 3735 2273 0,'-8'-39'69'0,"0"2"82"0,3 1 65 0,-1 4 65 15,3 6-24-15,2 6-77 0,-3 5-69 0,1 4-79 16,3 5-55-16,0 6 9 0,0 0-8 16,0 6 39-16,0 7 32 0,0 4 20 0,0 11 18 15,-5 9-4-15,-3 11-31 0,-1 10-31 0,-1 10-6 16,-1 8-23-16,-1 5 16 0,-1 3-6 0,-1 0 1 16,6-1 4-16,-3 0-7 0,0-3 8 0,3-4-11 15,3-6-49-15,0-3-31 0,5-5-26 0,0-4-15 16,0-3 16-16,5-6-2 0,3-4-12 0,0-6-25 15,3 0-39-15,-1-6-48 0,-1-3-11 0,4-7 2 16,1-3 13-16,6-5 69 0,2-5 2 0,3-10 31 16,3 0 66-16,2 0 7 0,0-11 40 0,0-3 34 15,0-6 15-15,-3-3 27 0,-2-4 25 16,-3 0 24-16,-3-4 12 0,0-3 19 0,-4 0 5 16,-3-3 1-16,-6-2-3 0,-1-4 30 0,-5-1-25 15,0 0 5-15,-11-6-12 0,-1-2-61 0,-1-2 24 16,-3-1-29-16,-3 3 12 0,-3-3 1 0,-2 4 16 15,0 1 13-15,-3 1-26 0,-1 4 3 0,0 3-38 16,-1 4-26-16,2 4-11 0,2 6-15 0,0 3-7 16,2 8-3-16,0 2 7 0,-2 3-12 0,-1 6 5 15,-2 6-3-15,-2 0 1 0,0 0-1 0,0 9 1 16,-2 1-21-16,5 2-22 0,0 4-18 0,2 0-14 16,3 4 1-16,4 0-7 0,3 1 1 15,3 1 12-15,3 1 5 0,3 1 18 0,6 0 4 16,0-3-40-16,8 2-7 0,6-2-60 0,2 1-30 15,8-2 4-15,4-1-8 0,5-1 52 0,5-4 39 16,6-2 29-16,4-2 32 0,4-6 14 0,3-4 17 16,2 0 2-16,-3 0 4 0,5-8 10 0,-3-2-10 15,0-2 16-15,-3-5-3 0,-2 2 23 0,-4-5 33 16,-4-2 31-16,-2-2 39 0,-6-2-23 0,-5-3 55 16,-2-2 6-16,-1 0-15 0,-9 0 25 0,2 0-60 15,-7 0-13-15,1 1-6 0,-6 1-13 0,0 3-9 16,-3 2-4-16,-2 5-7 0,1 2-18 0,-4 5-22 15,2 4-35-15,-2 2-17 0,0 6-16 16,0 0 28-16,0 0 20 0,0 11-2 0,0 3 7 16,0 4-17-16,0 4-13 0,0 7 17 0,0 2 6 15,0 2-6-15,0 4-2 0,0-1-25 0,5-1-77 16,-2-3-82-16,-1-1-94 0,-2-5-141 0,0-3-48 16,0-6-27-16,0-4-70 0,0-3 18 0</inkml:trace>
  <inkml:trace contextRef="#ctx0" brushRef="#br0" timeOffset="28864.84">10680 3651 2264 0,'6'-46'-7'0,"-6"8"-8"0,3 7-49 0,-3 9-76 15,0 6-84-15,0 3-96 0,0 4-22 0,0 4 14 16,0 5-6-16</inkml:trace>
  <inkml:trace contextRef="#ctx0" brushRef="#br0" timeOffset="29255.4">10968 3874 3270 0,'11'4'-10'0,"-3"-4"3"0,3 0 0 0,-6 0-1 15,1 0 11-15,-1-7 1 0,-2 3 6 0,-3 4 2 16,0 0 2-16,0 0-28 0,0 0 7 0,0 0-5 16,0 0 0-16,0 4 12 0,0 5-7 0,0 3 5 15,0 6 11-15,0 4 5 0,0 5-6 16,0 2-1-16,0 3-10 0,5 1-16 0,-5-1-51 15,4-1-40-15,-4-2-67 0,0-3 8 0,0-3 27 16,3-2 20-16,-3-4 39 0,2-3 11 0,-2-3 31 16,2-5 11-16,-1 0 32 0,2-2 3 0,-3-4-5 15,4 0 4-15,-1 0 2 0,-2-6 10 0,4-2 25 16,1-3 24-16,2-2-6 0,4-2 11 0,-3-4 44 16,5-4 8-16,5-1 9 0,-3-3 0 0,4-2-71 15,1-2-30-15,0-1-16 0,1-1 5 0,-1-2 2 16,4 3 19-16,-2 1-9 0,1 3-17 0,-1 3-5 15,-5 3-20-15,1 6 18 0,-5 2-22 16,0 6 8-16,-4 2 5 0,-2 3-3 0,-1 3 17 16,0 0-29-16,1 8-60 0,-2 3-94 0,1 2-73 15,2 5-48-15,-1 1-14 0,0 3 3 0,4 1 3 16,1 2-2-16,0 2-4 0,4 0 9 0,2-2 35 16</inkml:trace>
  <inkml:trace contextRef="#ctx0" brushRef="#br0" timeOffset="29724.43">11762 4132 1199 0,'25'2'46'0,"0"-2"60"0,0 0 35 15,-1 0 40-15,-5-5-10 0,0-3-34 0,-3 1 15 16,0 0 2-16,-2-4 37 0,0 0-21 0,-1-1-15 16,-1-1-11-16,1-1-54 0,0 2 11 15,-1-1-16-15,-2-1-7 0,1 2-4 0,-5 2 18 0,1 0-2 16,-2-2 32-16,-5 3-10 0,0 0-1 16,0 1 19-16,0-1-60 0,-7 1 20 0,2 3-43 15,-4 0-42-15,3 2 14 0,-1-1-40 0,-1 3 15 16,-4 0 12-16,-1 1-17 0,0 0 6 0,-4 0 5 15,-2 8-10-15,2 1-27 0,-4 2-15 0,-1 2-30 16,4 4 10-16,-4 0 31 0,6 2 10 0,1 3 8 16,2-1-7-16,2 2-15 0,6 0-8 0,2-2 6 15,3 1-5-15,0-4-5 0,8-1 10 0,1-1-21 16,6-6-14-16,0 0 8 0,3-4-5 0,4-1 24 16,3-5 12-16,-1 0 15 0,3-9 21 0,0-3 12 15,0-2 0-15,1-3 2 0,-1-5-5 16,0-3-9-16,-5-4 14 0,4-6 12 0,-6-4-5 15,0-6 5-15,-2-8 28 0,-1-5-6 0,-1-5 12 16,-2-4 38-16,-6-2 42 0,-1-3 41 0,-7 2 56 16,0 3 41-16,0 8-74 0,0 7-33 0,-7 11-56 15,-1 9-84-15,-1 9 6 0,4 8-13 0,-3 15-6 16,3 0 22-16,-4 8 17 0,-2 7 20 0,-2 7 17 16,-1 6-19-16,-3 10-29 0,1 3-19 0,3 7-17 15,2 5-6-15,7 5 17 0,4-1-11 0,0 2 0 16,15 0-9-16,4-2-25 0,5 0-34 15,3 0-74-15,4-6-74 0,4-2-106 0,3-4-119 0,5-3-158 16,0-4-140-16,4-7-179 0,2-8 128 16</inkml:trace>
  <inkml:trace contextRef="#ctx0" brushRef="#br0" timeOffset="30099.33">14078 3539 3940 0,'5'-7'0'15,"-2"3"-11"-15,0 4 9 0,-3 0-11 0,0 0 5 16,0 11 6-16,0 4-18 0,0 8 22 0,-6 5-12 15,-4 8 10-15,-1 7 28 0,3 3-21 0,-6 5 1 16,1 2-71-16,-1 0-95 0,2-1-88 0,-3-2-146 16,1-2-94-16,0-3-91 0,-2-4-108 0,5-2 102 15</inkml:trace>
  <inkml:trace contextRef="#ctx0" brushRef="#br0" timeOffset="30709.06">13534 3911 3909 0,'-25'-23'-3'0,"1"2"8"0,3 3-10 16,4 3-15-16,7 4-50 0,1 1-13 0,5 0 16 15,4 3 12-15,0 3 50 0,10 2-5 0,3 1-4 16,8 0 14-16,5 0-8 0,4 1 18 0,8 0-54 16,5 0-59-16,9 0-68 0,5 0-23 0,3 5-17 15,3-5 0-15,-1 0 62 0,-2 0 10 0,0 0 69 16,-1 0 53-16,-5-5 17 0,-4-5 6 0,-4-3 1 15,0 1-3-15,-1-3 2 0,-5-5-1 0,-5 1 25 16,-2-2 5-16,-3-3 28 0,-3-2 66 0,-4-3 6 16,0-2 44-16,-1-2-1 0,-4 0-11 15,-2-1 2-15,-4 1-3 0,1 1-9 0,-5 3-32 16,-2 4-1-16,-4 3-24 16,-2 5-12-16,0 2-13 0,0 0-17 0,0 3-32 0,0 4-5 0,0 1 0 15,-5 3-34-15,5 1 5 0,-3 3-10 0,0 0-11 16,-4 5 37-16,-2 7-3 0,-1 2 19 0,-4 4-6 15,-5 5-7-15,-3 6 10 0,0 9-8 0,-4 2-7 16,0 6-14-16,0 1-11 0,3 6-13 0,2 0 19 16,4 0-16-16,2-2-10 0,5-1-24 0,1-4-32 15,6 1 10-15,3-6-32 0,0-1 4 0,7-3 20 16,2-4-25-16,5-2 27 0,1-4 11 0,4-3-4 16,1-2 41-16,-1-6 12 0,0-3 36 0,1-4 14 15,-5-2-7-15,-2-7 2 0,2 0-14 0,-3-5 0 16,1-3-17-16,0-3 15 0,1-1-1 0,2-5 5 15,1-2 22-15,-2-2-14 0,5-3-6 16,-2-1 30-16,1-3 20 0,-2-3 26 0,-1 1-7 16,3-2-32-16,-1 1-2 0,-3-2 4 0,4 3 6 15,-1 1 14-15,-4 4-5 0,3 0-31 0,-2 6 1 16,-1 2-18-16,-3 4-10 0,-2 4 23 0,-3 2-13 16,-1 4 3-16,-2 3-23 0,1 0-5 0,-3 5 12 15,3 4 3-15,-1 2-3 0,1 0-4 0,-1 7-3 16,2 0 5-16,1 4 17 0,1 0-4 0,-1 5-63 15,5-2-74-15,0 0-92 0,3 1-124 16,-1-2-42-16,4-1-56 0,-1 0-12 0,6-2-18 16,2-2-19-16,0-2 84 0</inkml:trace>
  <inkml:trace contextRef="#ctx0" brushRef="#br0" timeOffset="31115.22">15472 3953 2094 0,'17'-21'59'0,"-4"-4"45"15,-5-3 73-15,1-2 10 0,-5 0-55 0,-2 2-19 16,-2 1-58-16,0 2-4 0,0 3-10 0,0 5-20 15,0 5-30-15,0 2 4 0,0 3-6 0,0 3-22 16,0 4 17-16,0 0-14 0,9 0 18 0,-4 6 24 16,1 0-8-16,2 3-6 0,3 1 9 0,0 1-19 15,5 1 8-15,0 1 25 0,1-1-14 16,-1 1 25-16,3-4-23 0,-3 0-4 0,1-2-3 16,1-2-14-16,-2-3 33 0,-4-2-7 0,6 0 10 15,-6 0-3-15,4-7-14 0,-3 0 21 0,2-3 9 16,-2-2 54-16,1-1 36 0,-1-2 46 0,-2-5 10 15,0 1 26-15,-3-2-15 0,-1-1-27 0,-1-2 7 16,0 1-72-16,-3 2-2 0,2 0-5 0,-2 0 14 16,0 2 2-16,-1 1 13 0,-2 4-19 0,0 3-51 15,0 2 7-15,-10 2-29 0,1 2-21 0,-4 5 15 16,0 0 15-16,-5 7 6 0,-6 4 24 0,-3 6 17 16,-4 5 24-16,-4 8 9 0,-3 5-21 0,0 7-30 15,3 5-39-15,3 3-3 0,7 1-16 0,5 2 7 16,8 1-13-16,4 0-6 0,8-4 9 15,0-4-3-15,10-3-2 0,4-4-7 0,5-4 6 16,8-6-19-16,3 0-55 0,8-7-65 0,8-4-120 16,6-3-104-16,8-7-65 0,8-8-97 0,10 0-62 15,4-6-160-15,5-6-174 0,11-8 41 0</inkml:trace>
  <inkml:trace contextRef="#ctx0" brushRef="#br0" timeOffset="33302.85">18908 3373 3044 0,'5'-25'9'16,"0"3"2"-16,-1 5 1 0,-4 0-10 0,4 1-16 15,-4 3-2-15,0 4-14 0,0 5 13 0,0 4 34 16,0 7 61-16,0 5 55 0,0 7 19 0,0 10-17 15,-9 11-50-15,0 10-48 0,0 10-22 0,-3 12-7 16,-3 9 7-16,-1 6 5 0,0 4-10 16,-1-1 12-16,3 0-17 0,-3-4 7 0,0-5 11 15,2-6-3-15,2-6 2 0,-1-4-1 0,4-5-14 16,4-2-32-16,1-7-10 0,5-1-22 0,0-6 7 16,5-2-4-16,5-9-25 0,2 0-23 0,1-7-25 15,2-4-2-15,0-7 4 0,2-5 7 0,-1-2-30 16,1-8 11-16,1 0-30 0,2 0 14 0,-3-11 26 15,3-6 1-15,0-4 50 0,0-6 11 0,2-5 34 16,-4-3-4-16,2-6 16 0,-5-6 9 16,0-2 6-16,-3-4 28 0,-4 1 10 0,-5-2 24 15,-3 0 24-15,0 1-2 0,-8 2 12 0,-3-1 18 16,-3 4-26-16,-3 0 53 0,-3 0-19 0,-1 2-17 16,-5 4 24-16,0 1-51 0,0-1 7 0,-4 4 13 15,1 1-16-15,-1 4-2 0,0 3-12 0,0 4-47 16,2 5-12-16,-1 3 4 0,3 3-26 0,-3 5 13 15,4 3-6-15,2 3-2 0,1 4 7 0,2 0-28 16,4 0-15-16,2 6-16 0,4-1-4 0,2 1 30 16,4 1 15-16,4 3 23 0,0-1-12 0,9 4-34 15,4-1-81-15,7 3-72 0,7-1-31 0,6 1-15 16,7-2 21-16,11-2 25 0,4 1 37 0,6-4 47 16,4-4 54-16,5-3 24 0,0-1 23 15,2 0 4-15,-1-5 16 0,-2-6 55 0,-3 2 7 16,-1-1 48-16,-3-2 49 0,-4-1-24 0,-3 0 50 15,-8 0-16-15,-2-2 12 0,-7 1 22 0,-8 0-2 16,-5-1-13-16,-6 4-44 0,-6 0-31 0,-5 1-34 16,-1 1-20-16,-3 1 14 0,-4 2 30 0,0 1-16 15,0 2-13-15,0-2-27 0,-8 2-48 0,0 0-8 16,-3 3 3-16,-5 0-5 0,0 0-8 0,-6 0 8 16,-3 11 18-16,-2-1-16 0,0 7 8 0,-2 2-2 15,3 3-8-15,-3 6 10 0,6 4 0 16,1 3-15-16,6 2 7 0,0-2-9 0,6 2-11 15,6-2-12-15,4-3-52 0,0-1-25 0,0-4-30 16,11-2-23-16,4-3-17 0,3-3-36 0,6-5 14 16,-1-4 19-16,7-2 39 0,2-8 69 0,0 0 38 15,-1 0 24-15,-1-10 13 0,-1-2 8 0,-1-3-4 16,-4-4 3-16,-2-1 20 0,0-3 17 0,-3-5 21 16,0-5 10-16,-2 1 47 0,-1-2 20 0,-6-3 19 15,-1 0 26-15,-2 1-37 0,-7 4-17 0,0 2-52 16,-8 5-43-16,-1 5-19 0,-3 0-24 15,4 8-3-15,-4 1 15 0,1 4-5 0,-1 2-17 0,2 1 22 16,2 2-13-16,0 2-11 0,-2 0 7 16,4 0-24-16,0 8-5 0,1-1-19 0,1 1 0 15,1 5-46-15,2-1-33 0,1 6-59 0,0 3-53 16,0 3 6-16,0-1-22 0,11 2 70 0,6 0-4 16,4-2 44-16,3-1 58 0,4-4 26 0,5-3 59 15,1-4 12-15,0-5-2 0,1-6 0 0,0 0 4 16,1-6 16-16,-4-3 17 0,2-7 28 0,1-3 18 15,-1-1 50-15,-3-5 52 0,-1-3-11 0,-1-3 22 16,-3-2-34-16,0-4 25 0,-5-1-21 0,-4-4 37 16,-3 3-15-16,0-2-74 0,-3-1 29 0,-2 1-58 15,-4 2 14-15,0 6-20 0,-5 2-19 0,0 4 11 16,0 6-10-16,0 2 21 0,0 4-8 0,-5 6-32 16,-2 2-38-16,2 3-5 0,0 4-8 15,-3 0 11-15,-3 12 17 0,0 5-15 0,-8 6 12 16,0 6-19-16,-1 6 25 0,-4 8-13 0,2 3-18 15,0 6 31-15,1 0-31 0,4 3 13 0,4 3 10 16,5-3-20-16,8 1 5 0,0-3 10 0,0-2-13 16,7 0-44-16,5-5-31 0,1-3-67 0,6-4-38 15,2-6-18-15,2-3-44 0,6-7 45 0,-1-3 15 16,4-6 33-16,1-4 61 0,0-10 5 0,4 0 22 16,-3 0 27-16,2-10 6 0,-1-3 10 0,2-6 11 15,-3-5 9-15,0-4 2 0,-3-6-3 0,-1-5 9 16,0-7 5-16,-3-3 1 0,-2-6 11 15,-1-3 11-15,-5-5 43 0,0 1 57 0,-3 0 57 16,-2 0 19-16,-3 5 3 0,-3 0-26 0,2 7-35 16,-7 3-27-16,-2 7-24 0,3 4 15 0,-4 6 5 15,0 3-16-15,0 8-10 0,0 3-48 0,0 6-20 16,-7 2-13-16,7 5-13 0,-5 3 1 0,-2 0-9 16,0 11 45-16,-2 3-1 0,-4 8 3 0,-1 6 0 15,-3 7-5-15,-3 5-10 0,0 6 18 0,1 4-19 16,2 4-20-16,1 1 8 0,3 0-8 0,5-1 0 15,3 1-15-15,5-2-50 0,0 0-73 0,0-3-16 16,12-3-67-16,2-1-16 0,5-3-45 0,1-5-25 16,7-5 29-16,5-4 14 0,3-4 87 0,3-6 26 15,0-5 57-15,0-5 49 0,2-9 21 16,0 0 38-16,-2 0 0 0,-3-9 31 0,-1-3 19 16,-8-5 28-16,3-4 17 0,-4 0 11 0,-5-5 22 15,-1 0 21-15,0-1 36 0,-6-2 4 0,-1 1-4 16,-4 1 10-16,-3 0-56 0,0 2-1 0,-3 2-22 15,-2 0-70-15,0 4 11 0,-7 3-26 0,-1 3-1 16,2 2 7-16,-1 2-10 0,-2 4-10 0,0-1-31 16,-1 6-10-16,-2 0-6 0,-3 0 3 0,0 0 3 15,-2 11 15-15,-3 5-5 0,1 2-18 16,0 6 26-16,0 6-11 0,2 2 6 0,3 5-1 16,2 2-15-16,4 1-2 0,2-2-6 0,6 1 1 15,0-3-6-15,0-3-4 0,14-2-41 0,1-3-11 16,5-5-5-16,4-3-27 0,4-4 41 0,5-3 12 15,-1-5 5-15,3-4 32 0,-2-4-5 0,-3 0-5 16,2-9-9-16,-4-5 20 0,-1-5 6 0,-2-3 29 16,-4-7 0-16,0-7-24 0,-3-2-7 0,-3-7 3 15,-4-7 13-15,-5-3 8 0,-3-1-3 0,-3 2-11 16,0 1 16-16,-7 4-26 0,-1 5-2 16,0 8-62-16,-4 10-107 0,0 4-39 0,-2 5-34 0,-4 7 8 15,2 10 48-15,-2 0 46 0,-3 14-30 16,0 4-22-16,-4 8-64 0,3 8-113 0</inkml:trace>
  <inkml:trace contextRef="#ctx0" brushRef="#br0" timeOffset="34099.9">21927 3942 2403 0,'20'-32'6'15,"-4"-5"3"-15,1-2 17 0,-4-5 16 0,1 2 58 16,-1 1 52-16,-3 1 15 0,-1 10 32 0,-3 3-15 15,-1 5-20-15,-2 5-6 0,-3 3-29 0,0 5-50 16,0 2-36-16,0 1-53 0,-8 1-5 16,3 2-13-16,-1 3 15 0,-1 0 28 0,-1 9-12 15,-4 1-1-15,2 6-4 0,-3 1-8 0,-3 7-5 16,2 4-10-16,-2 3-40 0,3 2-9 0,4 4-48 16,1 1-7-16,3 1 5 0,4-3-38 0,1 1-22 15,0-3-33-15,0 1-2 0,0-2 7 0,6-4 66 16,2 0 30-16,0-3 14 0,0-2 38 0,2-3-10 15,2-4 39-15,-1-2 19 0,4-4 12 0,-2-5 22 16,1-2-14-16,2-4 20 0,0 0-15 0,0-7 19 16,1-2 44-16,2-5 5 0,-1-1 36 0,2-3-16 15,-1-3 6-15,0-2-10 0,-1-4 1 0,0-1 49 16,0 1-6-16,-5 1-6 0,-1 0-12 0,-3 3-52 16,0 3-25-16,-5 2 7 0,0 3-21 0,-3 4-7 15,-1 1-7-15,0 1-9 0,0 3 2 16,0 2 1-16,0 0-13 0,0 2-2 0,0 0-3 15,0 0 1-15,0 2 6 0,0 0-6 0,0 0-3 16,0 0 7-16,0 0 3 0,0 10-12 0,0 0 17 16,5 3 6-16,-1 0-18 0,1 6 14 0,2 2-20 15,-3 3-20-15,1-1-39 0,2 4-70 0,3-4 12 16,-2-1-6-16,4-2 31 0,3-2 59 0,-2-1-32 16,4-6 6-16,4-2 20 0,0-1 4 0,1-5 29 15,1-3 0-15,-2 0-11 0,-1-5 17 0,-2-3 5 16,-1-4 22-16,-1-2 5 0,-2-3 4 0,-1-4 22 15,0-4 26-15,-1-3 42 0,2-4 93 16,1-2 19-16,-3-3-46 0,3-1-23 0,-7-2-96 16,-1-1-12-16,-2 3 30 0,-5 1 45 0,0-1-2 15,-6 2 4-15,-5 4 1 0,0 5-66 0,-1 6-13 16,-2 0-18-16,1 4-42 0,1 7 20 0,1 10 10 16,0 0-32-16,-2 0 32 0,0 10-15 0,0 6-8 15,-2 4 8-15,-1 3-15 0,0 6 18 0,2 1-16 16,2 5 3-16,2 1-15 0,4 2-48 15,6 1-4-15,0-2-22 0,6-1-42 0,4-1 2 0,2-2-43 16,6-2-34-16,2-2 2 0,3-4-5 16,2-4 61-16,3-4 54 0,4-5 48 0,-1-4 47 15,4-1-6-15,-1-7 19 0,0 0 0 0,-2-8-6 16,1-2 39-16,-8 1 58 0,2-2 84 0,-3 0 0 16,-2 3 28-16,-4 0-33 0,-3 4-49 0,-4 0 11 15,-1 3-45-15,-4 1-45 0,-1 0-39 0,-4 0-10 16,1 0-9-16,-2 8 0 0,0-1 29 0,0 4-14 15,2 4 4-15,-2 2 5 0,0 3-27 0,0 2 20 16,0 3-12-16,0 0-69 0,-5-1-131 0,-2-2-140 16,-2-2-139-16,4-2-116 0,0-4-42 0</inkml:trace>
  <inkml:trace contextRef="#ctx0" brushRef="#br0" timeOffset="34240.53">23173 3424 3639 0,'0'-35'0'0,"0"8"-15"0,0 6-92 0,-6 7-101 16,-3 1-158-16,3 1-57 0,0 6 21 0,-2 6 32 16,2 0 102-16,-2 13 29 0,-5 3 15 0,2 7-10 15,-2 6-43-15</inkml:trace>
  <inkml:trace contextRef="#ctx0" brushRef="#br0" timeOffset="35193.68">23155 3932 2859 0,'5'0'9'0,"-2"0"7"0,1 0-14 16,0-5 9-16,1 5-11 0,-1-7 0 0,0 4 12 16,-3 3-19-16,3 0 14 0,-3 0-30 0,2 0 14 15,1 0-10-15,-1 9 8 0,-2 2 16 0,5 1 4 16,-1 3 12-16,-2 5-12 0,2-1 0 0,2 4-11 16,-3 1 4-16,0 1-90 0,1-4-9 15,-1 0-61-15,-3 0-19 0,3-3 58 0,-1-3 0 16,0-2 45-16,0-3 34 0,2 0 13 0,-2-3 18 0,3-1 20 15,-3-3 14-15,1 0 19 0,-1-1-2 0,0-2 31 16,-1 0 13-16,1-7 21 0,2 0 56 16,1 0-23-16,0-1-28 0,4-3-2 0,2 0-36 15,-1-1-16-15,5-5-14 0,3 1-9 0,5-3-28 16,-1-3 2-16,5-1-2 0,3-4-9 0,4-1 0 16,3-2 16-16,0 1 12 0,0-2-5 0,-2 3 12 15,-1 3-23-15,-5 4-15 0,-5 4-9 0,-4 2 4 16,-6 6 3-16,-7 3-14 0,-1 3 23 0,-6 3-23 15,3 0 0-15,-4 0 2 0,0 8-72 0,0 1-53 16,0 4-35-16,-7 2-37 0,7 3-2 0,-5 2-2 16,0 3-48-16,2 1 19 0,3-2-9 0,0 1 18 15,0-2 46-15,8 0 24 0,-1-2 68 0,1-5 45 16,4-1 37-16,-1-4 27 0,2 0-3 0,3-4 21 16,3 0 12-16,-2-4-8 0,4-1 42 15,-4 0-8-15,4 0 35 0,-3 0 32 0,3-4 34 16,1 1 29-16,-1-2 3 0,1-1 16 0,0-1-39 15,0-3 24-15,0-1-8 0,-1-1 22 0,1-1 12 16,2-2-59-16,-7-1-5 0,5-3-61 0,0 0-20 16,1-1 7-16,1-1-25 0,-4-2 22 0,2-4-24 15,-4 2 23-15,-1-2 26 0,-6 1-22 0,-1 0 10 16,-4 2-9-16,-2 4-32 0,-4 0-5 0,0 4-31 16,0 5-28-16,-14 0 15 0,2 2-41 0,-9 6 23 15,0 1 15-15,-6 2-33 0,-3 0 37 16,-6 5-17-16,-2 5-27 0,0 1 23 0,4 4-43 15,-1 2-40-15,5 2-21 0,4 2-38 0,4 1 23 0,8 0 35 16,2 0 30-16,4-2-9 0,4-1-22 16,4-2 19-16,0-1-13 0,8-2-11 0,5-3 31 15,1-2-29-15,8-3 14 0,0-2 35 0,2-4-8 16,2 0 38-16,0-7-8 0,4-2 21 0,-3-4 22 16,2-1-7-16,-3-3 20 0,1-4 24 0,3-2 65 15,-4 0 33-15,-1-1 44 0,0 0 16 0,-1 3-32 16,-5 2-12-16,-2 3-51 0,-2 3-39 0,-3 3-47 15,-2 6-28-15,-2 4 13 0,-1 0 35 16,-2 8 42-16,3 11 36 0,0 9 35 0,1 9-45 16,1 13-20-16,-2 11-25 0,-1 14-5 0,-2 9 20 15,-5 14 2-15,0 9-15 0,0 5-40 0,-12 7-3 16,1 3-38-16,-5 2 8 0,0 1 11 0,-2-6-21 16,-6-5 16-16,-2-5 2 0,1-11 6 0,-7-9-6 15,1-10 9-15,-4-8-17 0,-1-12-24 0,-1-11-27 16,-1-9-37-16,0-12-5 0,0-7-25 0,2-11 19 15,1-9 21-15,2-6 11 0,2-9 24 0,2-8 26 16,7-8 7-16,1-8-2 0,4-8-3 0,7-6 3 16,4-10 8-16,6-10 4 0,0-7 23 0,11-6 0 15,5-5-2-15,3-2 18 0,5-1 49 0,4 4 0 16,2 6 25-16,7 8 5 0,1 9-40 0,2 7-6 16,7 10-10-16,0 4 9 0,4 7 1 0,2 3 13 15,4 4-19-15,3 1-24 0,2 2-17 16,1 0-30-16,0 1 14 0,1 2-31 0,-3 1-96 15,-1 3-107-15,-4-2-156 0,-7 6-176 0,-5-1-124 16,-6 5-147-16,-6 4-15 0</inkml:trace>
  <inkml:trace contextRef="#ctx0" brushRef="#br0" timeOffset="35318.65">25125 4429 4721 0,'12'18'-8'0,"3"-4"8"0,0 1-3 16,2-5 1-16,-3-4-92 0,11-6-174 0,1 0-191 15,-10 0-247-15,2 0-160 0,-5 0-46 0</inkml:trace>
  <inkml:trace contextRef="#ctx0" brushRef="#br0" timeOffset="37772.41">4868 7046 956 0,'-7'3'15'15,"1"-2"40"-15,3-1 8 0,0 2 66 0,1-2 26 16,2 0 8-16,0 0 67 0,0 0-2 0,0 0 9 16,0 0 35-16,0 0-24 0,0 0-53 0,0 0-22 15,0 0-46-15,0 0-24 0,0 0 1 0,0 0-19 16,5 0-46-16,-5 0-12 0,6 0-15 16,-3 0 1-16,-1 0 4 0,0 0-14 0,1 0 7 15,-2 0-18-15,1 0 8 0,1 0-7 0,-1 0-1 16,1 0-7-16,0 0 5 0,2 0-14 0,7-5-49 15,-2 2-28-15,7-3-43 0,-1 0-24 0,6-1-19 16,2-1 38-16,3 1 13 0,-2-3 33 16,1-2 48-16,-1 1 2 0,0 0 31 0,-3-2 13 15,-1-2 14-15,-1 0-3 0,-5 1-11 0,0-1 14 16,-5-1-1-16,-1 1 22 0,-2-1 27 0,-3 3 9 16,-4-1 68-16,0 1 18 0,0 3-4 0,0-1-3 0,0 4-76 15,0 3-25-15,0 1-21 0,-6 1-19 16,4 2 12-16,2 0-17 0,0 0-4 0,0 8 13 15,0-1 20-15,-9 2 24 0,4 7 22 0,-1 1-13 16,1 4-8-16,-3 5-8 0,-1 6-26 0,1 2 2 16,0 3-19-16,1 1 2 0,2 3 9 0,1 0 1 15,1 0-5-15,0 2-7 0,3-2-1 0,0-2 3 16,0 0 10-16,0-1-10 0,0-2-3 0,-8-4 3 16,3-2-7-16,-1-5 12 0,0-1 12 0,-1-5-24 15,-1-1 9-15,-4-5-9 0,2-1-15 16,2-2 15-16,-4-1 2 0,1-3 5 0,-1 0 5 0,-3-2-5 15,0 0 4-15,-2-2 1 0,1-2 0 0,-1 3-5 16,2-3-4-16,-2 0-4 0,0 0 11 0,4 0 11 16,0-7 3-16,-2 4 0 0,5 0-2 15,-1-1 15-15,2 0 17 0,1 0 18 0,1 2 11 16,0-1-24-16,4 2-11 0,-1-1 7 0,1 1 24 16,3 0 14-16,0 0-14 0,0 1-17 0,0 0-50 15,7-1-8-15,0 1 14 0,-2 0-16 0,3-1 7 16,0 0 3-16,6 1-13 0,2-3 11 0,8 1 10 15,6-1-13-15,6 1 0 0,8-4-5 0,7 2-19 16,4 0-38-16,5-2-21 0,0 1-70 0,2-1-31 16,1 1-18-16,-6-1-26 0,-2 0-41 0,-10 1-19 15,-5-1 9-15,-3 2-15 0,-10-1 58 0,0-2-19 16,-8 0-31-16,-8 1-23 0,-2-5-25 16,-1-1 5-16</inkml:trace>
  <inkml:trace contextRef="#ctx0" brushRef="#br0" timeOffset="37975.49">5682 6670 2187 0,'13'-26'56'15,"1"4"40"-15,3 2 8 0,1 4 3 0,-1 4-54 16,-1 2 29-16,3 5 53 0,6 5 43 0,2 0 49 16,1 10-9-16,0 9-27 0,2 6-44 0,0 9-44 15,0 10-43-15,-2 7-26 0,-1 10 12 0,-7 5-13 16,-2 12-23-16,-4 3 1 0,-6 7-11 15,-5 3-18-15,-3 2-8 0,0-1-77 0,-11-3-72 16,-4-3-44-16,-2-1-130 0,-3-8-24 0,-7-3-42 16,0-7-40-16,-3-1 3 0,-1-5-93 0</inkml:trace>
  <inkml:trace contextRef="#ctx0" brushRef="#br0" timeOffset="38631.94">7992 6874 1623 0,'2'-7'14'0,"-2"-1"49"0,0-3 40 16,0 1 36-16,0-3 26 0,0 1 9 0,-7-1-7 15,1 3 24-15,1-1-18 0,-1 4-54 0,0-2-37 16,-1 3-59-16,-2 1-30 0,-4 1 2 15,-1 2-11-15,-5 1 5 0,-2 1 18 0,-6 0-14 16,-3 9 16-16,-3 4-5 0,-4 2-11 0,-1 6 10 16,-2 3 1-16,-1 5 3 0,0 4 12 0,4 4-7 15,1 1-33-15,6 1-4 0,6 0-26 0,5 3-5 16,8-2 31-16,11 0 2 0,0 2 19 0,11-1 11 16,8 0-5-16,5 3-9 0,9-1 2 0,7-2 5 15,4-3 5-15,2-1 6 0,1-6-6 0,-1-4-5 16,-2-2-5-16,-4-7-2 0,-8-2 12 0,-6-5-3 15,-6 0 68-15,-6-5 51 0,-8-3 9 0,-6-1 6 16,0-2-72-16,-13 0-44 0,-6 0-18 0,-9-6-4 16,-5 0-3-16,-7-1-17 0,-7-2-40 15,-6 0-21-15,-7 2-39 0,0-2-58 0,-2 2-26 16,4 0-53-16,6 0-55 0,9 1-44 0,2 2-103 16,11 0-48-16</inkml:trace>
  <inkml:trace contextRef="#ctx0" brushRef="#br0" timeOffset="39366.14">8297 7184 3395 0,'10'-15'-10'0,"-2"2"-2"0,-5-1 2 0,-2 4 8 16,-1 0-10-16,0 1 19 0,0 1-7 0,0 2-19 15,0 1 16-15,-6 5-21 0,6 0 17 16,-6 0 7-16,1 9 10 0,0 2-10 0,-1 4-3 15,1 5-11-15,0 5-1 0,-1 4-1 0,3 4-39 16,-2 3 15-16,2 3-53 0,2 0-68 0,1 1 11 16,0-2-67-16,0-6-11 0,0-1 42 0,0-5-38 15,4 1 27-15,3-5 30 0,-2-2 47 0,0-2 49 16,5-3 39-16,-2-3 48 0,0-4-10 16,3-2 59-16,-3-6 16 0,3 0-13 0,3 0 19 0,-1-9-22 15,3-5 11-15,-2-2 12 0,3-4 20 0,-1-5 2 16,2-1 34-16,-2-2-4 0,2 2 36 0,0-1-11 15,-1 1-49-15,2 2-7 0,-1 3-66 0,0 4-24 16,0 1-17-16,-4 4-6 0,2 4-5 16,-5 2 2-16,0 1-7 0,0 1 9 0,-3 4-2 15,0 0 5-15,0 0 11 0,4 9-9 0,-2 3 23 16,1-1-18-16,3 3 4 0,-3 4-14 0,5 0-18 16,-1 1 30-16,2 1-9 0,0-2 6 0,4 0-4 15,1-4-102-15,0-1-5 0,3-5-17 0,2-2-17 16,3-6 83-16,0 0 6 0,2-6 19 0,0-5 18 15,1-3 2-15,-2-5 13 0,1-3 8 0,1-8 3 16,-6-2 13-16,2-6 18 0,-3-4-3 16,-2-4 3-16,-2-7-2 0,-1-2 41 0,-1-4 30 15,-2-2 37-15,4 0 35 0,-5 0-6 0,1 1-27 16,-4 5-37-16,-1 3-3 0,-5 8-35 0,-3 5 15 16,-5 9-20-16,0 7-42 0,0 9-26 0,0 3-9 15,-9 11 19-15,-5 0-7 0,0 11 20 0,-2 6-4 16,-6 8-1-16,0 4 21 0,-1 6-20 0,-3 7 4 15,2 2 4-15,2 5-8 0,4 2 15 0,4 2-18 16,6 0-5-16,8 2 3 0,0 0-34 0,0 0-13 16,8-2-34-16,3 0-5 0,5-2-1 0,3-4-13 15,3-3-8-15,2-5-17 0,3-6-2 0,3-3 21 16,0-7 39-16,2-6 7 0,-1-4 27 16,-4-8 22-16,1-5-10 0,-1 0 22 0,-2-13-9 15,-4-2-15-15,-2-7 16 0,-6 0-11 0,-2-6 60 16,-5-1 20-16,-6-5 27 0,0 3 11 0,0 0-57 15,-11 2-9-15,-3 1-50 0,-1 6-2 0,-2 2-16 16,-3 4-7-16,2 6 3 0,-4 3-43 0,0 7 6 16,-2 0-63-16,-1 0-56 0,-2 6-80 0,0 4-107 15,-1 3-50-15,3 2-65 0,4 2-41 16,2 1 8-16</inkml:trace>
  <inkml:trace contextRef="#ctx0" brushRef="#br0" timeOffset="39788.36">9902 7172 3270 0,'0'-8'0'0,"0"1"-5"15,0 3 0-15,0-2 12 0,0 4-9 0,10-2-6 16,-3-1 1-16,0 3-7 0,1-3 9 0,4 1 5 16,1 0-7-16,0 0 0 0,1 1 0 0,2 0 0 15,3 2 2-15,-1 1 1 0,0 0 6 0,1 0-12 16,-3 6 15-16,1 3-5 0,-1 0-2 0,-2 4 9 15,-4 1-14-15,0 6 7 0,-3 2 2 0,-2 4-9 16,-5 5 12-16,0 0-22 0,0 0 8 16,-7 1 11-16,0-1-40 0,-1-2-6 0,-2-5-23 15,0-1-8-15,-2-4 43 0,1-4 14 0,2-3 15 16,-1-2 6-16,-1-5 8 0,2 1 45 0,2-5 9 16,3 2 33-16,0-3 6 0,1 0-23 0,2-4-7 15,1-4-14-15,0-3-23 0,0-2-21 0,4-4-1 16,4-5-15-16,3-3 0 0,0-3 13 0,4-4-4 15,5 1 1-15,4-2-2 0,3 2 9 0,1 1-12 16,2 5-3-16,3 0 18 0,1 3-15 0,0 6 4 16,3 0-1-16,-2 5-18 0,-4 1-2 0,-1 4 4 15,-4 1 16-15,-3 5-16 0,-5 0 25 0,-6 8-17 16,-2 5-7-16,-2 5-5 0,-5 4-90 16,-3 8-79-16,0 4-128 0,0 5-95 0,-6 5-83 15,-2 0-34-15,-2 4-66 0</inkml:trace>
  <inkml:trace contextRef="#ctx0" brushRef="#br0" timeOffset="40460.42">10792 7497 1835 0,'12'-37'2'0,"-2"-3"-9"0,-2 3-11 0,0 3-39 16,2 2-20-16,-2 3-13 0,-2 2 13 0,2 6 44 15,1 3 57-15,-1 2 38 0,-1 2-14 0,-1 4 0 16,-1 0-36-16,1 3-24 0,-3 2 26 15,2 4-27-15,-2-1 1 0,2 1 2 0,1 1-40 16,2 0 1-16,0 0-11 0,3 0-27 0,1 7 1 16,3-3-23-16,0 3-8 0,0 0 12 0,2 0 31 15,-1-1 52-15,0 0 3 0,-2-2 23 0,-4 1 5 16,2-3 2-16,-2 0 48 0,-2 2 29 0,1-4 34 16,-3 1 35-16,-1-1-13 0,0 0 36 0,0 0 2 15,-2 0-13-15,1-5-1 0,0 1-43 0,-4-2-23 16,0-2-26-16,0-1-21 0,0 2-20 0,0-5-24 15,0 1-4-15,6-3 81 0,-1-1 45 0,-2 1 28 16,2 0 28-16,-5 0-35 0,3 1-41 0,-3 2-14 16,0-1 1-16,0 4-21 0,0-1-7 0,-8 1-19 15,2 3-23-15,-1 3-23 0,-2 2 1 0,-2 0 7 16,-4 0 8-16,0 7-11 0,-5 3 39 16,-3 1 39-16,-1 5 1 0,-4 2-6 0,1 6-33 15,2 1-49-15,2 4-16 0,3 2 13 0,3 1-3 16,4 2 6-16,7-2-8 0,6-1 10 0,0 1 0 15,0-2-7-15,11 1-6 0,6-3-80 0,2-2-28 16,8-2-47-16,3-3-9 0,7-2 32 0,5-5-5 16,-1-4 32-16,2-5-41 0,3-5 12 0,-3 0 37 15,1-10 19-15,0-5 7 0,-4-4 25 16,-1-3-11-16,-1-8 6 0,0-3 50 0,0-5-9 16,1-3 23-16,-4-5-16 0,-2-4 24 0,1-4 100 15,-1-2 4-15,-3-1 45 0,0-1 47 0,-2-4-47 16,-2-1 29-16,-4 1 6 0,-2-1-27 0,-1 2-4 15,-6 5-3-15,-1 6 6 0,-4 6-42 0,-1 8-28 16,-2 8-56-16,-4 7-51 0,-1 9 10 0,0 12-4 16,0 0 15-16,0 6 61 0,-8 8 26 0,-3 9 25 15,-4 6-19-15,-2 7-33 0,-1 8-27 0,-3 7-38 16,2 4 21-16,0 3 3 0,3 4-23 0,2 1 19 16,3 1-13-16,6 2-7 0,-1-1 27 0,6 1-29 15,0-3 12-15,0-1-24 0,11-2-40 0,3-3-9 16,2-6-76-16,3-5-51 0,5-4-59 15,1-9-57-15,3-4-71 0,1-6-67 0,1-5-98 16,2-8-80-16,2-10-21 0,4 0-36 0,1-13 146 16</inkml:trace>
  <inkml:trace contextRef="#ctx0" brushRef="#br0" timeOffset="40694.75">12084 6879 3222 0,'-22'-12'4'0,"3"5"8"16,3 0-7-16,5 2-7 0,11-1 4 0,0 2 18 15,0 2 42-15,0 2 3 0,0 0 0 0,0 0-17 16,0 0-23-16,3 0-1 0,5 5 6 0,2-3 14 16,4 2 13-16,5-1 16 0,8 0-21 15,6-2-12-15,8 2-32 0,5-1-5 0,8-2 14 16,4 0-27-16,2 0 10 0,-1-6 5 0,-4 0-12 16,-1 0 14-16,-2-1 11 0,-6 1-31 15,-2 0 11-15,-6 0-9 0,-3 1-73 0,-7 0-49 0,-2 2-97 16,-6-1-86-16,-5 3-54 0,-9 0-21 0,-3 1-2 15,-3 0-19-15,-9 7-58 0,-6 3 34 0</inkml:trace>
  <inkml:trace contextRef="#ctx0" brushRef="#br0" timeOffset="41663.6">14309 6988 2887 0,'-5'-4'-3'0,"2"-3"-4"16,0 1 0-16,-1 1 7 0,-2-2 9 0,3-3 33 16,0 3 39-16,3 0 12 0,0 3 44 0,0 1-18 15,0 1-32-15,0 1-24 0,5 1-48 16,0 0-15-16,1 0-22 0,-3 0 5 0,2 0 2 16,1 6-2-16,2-2 12 0,1 3 17 0,2 0-5 15,2 5 6-15,1 2-1 0,1 3-20 0,0 2 6 16,-2 4 19-16,0-1-5 0,-7 3-16 0,-1 0 11 15,-2 1-29-15,-3-1 17 0,0 0 0 0,-6-1-19 16,-1-1-19-16,-4-2-32 0,3 0-8 0,0-4-56 16,-3-1 20-16,0-1-39 0,0-4 23 0,-1-2 52 15,0-2 0-15,4-3 61 0,-4 0 5 16,4-1 10-16,-2-3 16 0,6 0-5 0,-2 0 3 16,1 0 8-16,3-7-4 0,-1-2 4 0,3-1-4 15,0-4-11-15,0 0 7 0,8-5 58 0,1-2 14 16,-1 0-6-16,4-1-19 0,1 1-57 0,0-3 13 15,4 3-10-15,0 1-3 0,1-1 10 0,-2 2-23 16,3 1 19-16,2 1-1 0,-7-1-5 0,5 5-1 16,-3 0 6-16,1 1 7 0,-2 2-2 0,0 3-7 15,1-1-9-15,-2 4 2 0,-1 0 5 0,1 0 11 16,-3 4 0-16,-1 0-2 0,4 0-5 0,-3 5 1 16,5 5-8-16,-4 1 10 0,4 3-1 0,-2 4-4 15,4 0 9-15,-1 6 0 0,-1 0-15 0,-3 3 8 16,1 3 0-16,-3-2-2 0,-3 1 0 0,0-1 2 15,0 1-6-15,-7-4-5 0,-1-1-3 16,0-4-65-16,0-4-10 0,-9-3 8 0,4 0 9 16,-1-6 52-16,-1-1 18 0,-1-1 7 0,2-3 2 15,0 0-2-15,1-2 6 0,-1 0 57 0,1 0 9 16,-3-6 32-16,4-1 3 0,0-2-64 0,-1-4-1 16,2-2-14-16,0-5-14 0,1-1 5 0,2-5-5 15,0-1-14-15,8-1 7 0,2-3-23 0,4 0 14 16,2 0 16-16,5 1 34 0,1 3 16 0,0-3 1 15,5 3-7-15,0 3-39 0,1-1 16 0,1 6-13 16,-1 0-4-16,0 4-8 0,2 2-5 0,-3 5-5 16,-3 4-9-16,2 4 9 0,-4 0-12 15,-1 6 10-15,-3 3 10 0,-1 5-5 0,-5 4 0 16,-2 3 0-16,-2 5 0 0,-3 3-15 0,0 4-78 16,-3 2-110-16,-2 3-159 0,0 1-118 0,0 0-61 15,-10-1-69-15,5-1 32 0</inkml:trace>
  <inkml:trace contextRef="#ctx0" brushRef="#br0" timeOffset="42835.52">15762 7188 2264 0,'17'-29'-17'0,"-1"-2"19"0,0 2 15 0,-5 2 16 0,3-1 47 15,-3-1-8-15,-1 2 57 0,1 5 41 16,-5 3 4-16,0 0 66 0,-2 2-43 0,-4 4-8 15,0 1-18-15,-7-1-89 0,-1 3-24 0,-2 1-61 16,-2 3-24-16,3 1 19 0,-2 3-2 0,0 2 2 16,-2 0 3-16,2 0-7 0,-3 7 4 0,-7 5 3 15,1 0 0-15,-1 2-2 0,-3 4-13 0,-1 4-8 16,1 5-6-16,4 1-11 0,-1 2-9 0,2 3-19 16,8 1-5-16,3 2-18 0,8 0-28 15,0-1-14-15,0-3-55 0,8-2-24 0,3-2 5 16,3 1 26-16,1-5 63 0,2-3 45 0,2-4 46 15,-2-4 16-15,4-2 9 0,-2-4 9 0,3-7-6 16,-3 0 14-16,-3 0-7 0,0-5 11 0,-2-4 12 16,-3-2 5-16,2-5 33 0,-4-2 13 0,2-3 34 15,-3-1-11-15,-2-3 42 0,3-1 17 0,-5-1-22 16,2 1-2-16,-4 0-47 0,1-1-17 0,-3 2-12 16,0 0 6-16,0-2-6 0,0 2-10 0,0-1-1 15,-6 2 6-15,0 1-3 0,3 2-12 0,-1 5-27 16,1 1-9-16,1 6-16 0,-1 3 1 0,3 6 7 15,-1 0 10-15,-1 0-12 0,0 7 14 0,-1 3 10 16,0 3-17-16,-1 3 5 0,0 3-10 16,0 4 0-16,0 2 10 0,1 1-5 0,3 2-7 0,0 1-59 15,0 0-52-15,10 1-46 0,2 0-91 16,1-2-11-16,4-4-17 0,-1 1-9 0,3-2 8 16,2-3 13-16,1-6 27 0,2-4 39 0,-1-2 79 15,-2-5 57-15,1-3 51 0,0 0 21 0,-4-6 65 16,-3-7 6-16,-2 0 65 0,1-3 32 0,-4-5-51 15,-2-2 29-15,-1-4-31 0,0-1 21 0,-2-2 11 16,1-4 19-16,-3 3-23 0,2 4 13 0,4-1-15 16,-1 4-45-16,2 4-10 0,2 2-39 15,4 5 6-15,3 2-3 0,0 2-9 0,3 3-11 0,2 0-16 16,-1 2-24-16,2 1 18 0,1 3-20 16,1 0 11-16,0 0 8 0,1 4-22 0,-1 3 19 15,3 4-7-15,-3-1 14 0,2 4 0 0,-7 3 5 16,0 4 12-16,-2 1-10 0,-8 3-2 0,-4 3-24 15,-8 2-9-15,0 3 14 0,-8 4-7 0,-4-1 23 16,-5 0-6-16,0 0-20 0,-4 2 15 0,-1-2-14 16,-3-3-15-16,2-4-30 0,2-3-46 0,-1-5-63 15,1-1 19-15,3-4 30 0,6-5 40 0,-1-2 71 16,5-5-5-16,5-1 5 0,3-2 10 0,0-1-11 16,0 0 10-16,11-8-10 0,2-3-1 15,4-3 10-15,4-3-12 0,2-5 7 0,7-4-2 16,2-7-5-16,3-3 72 0,1-3 12 0,4-2 13 0,-2-4-4 15,1 0-28-15,1-1 11 0,-2 0 3 16,0 2 31-16,-2 0 4 0,-3 4 18 0,-1 2-9 16,-4 3 22-16,-5 4-16 0,-1 4-37 0,-5 4-12 15,-6 6-45-15,-1 5-28 0,-5 5 33 0,-1 7 37 16,-1 0-3-16,-3 7 26 0,0 7-25 0,0 5-34 16,0 5 9-16,0 5-17 0,0 4-10 0,0 5 3 15,0 1-17-15,-7 2 1 0,2 2-3 0,2 0 3 16,-4 2-1-16,4-3-23 0,-2 2-29 0,2-4-71 15,0 2-24-15,-2-5-36 0,2-2 4 0,2-4 22 16,-3-4-2-16,4-4 20 0,0-5 23 0,0-6 40 16,8-1 23-16,0-5 30 0,0-6-14 0,2 0 0 15,3-7 7-15,-1-5 12 0,2-7 7 0,7-4 2 16,-3-4 19-16,3-9-12 0,3-5 18 16,-1-5-16-16,3-1-18 0,0-4 7 0,0-3 53 15,1 2 29-15,0 4 56 0,-2 0 30 0,0 8-32 16,-1 0 27-16,-5 7-21 0,2 3-25 0,-7 6 16 15,-2 5-17-15,0 3-24 0,-6 5-3 0,3 3-38 16,-6 4-26-16,1 4 18 0,-4 0 63 0,0 10-3 16,0 1 29-16,-9 5-3 0,-3 2-51 0,-1 6-14 15,-4 4-14-15,-1 4-24 0,-2 2 17 0,1 1-3 16,2-1-34-16,-2 1 6 0,4-2-20 0,3-1 25 16,6-1 12-16,6-3 2 0,0-2-11 0,6 1-11 15,8-2 9-15,7 0-6 0,7-4-23 0,11-3-58 16,4-1-57-16,8-4-69 0,5-3-65 15,4-6-46-15,0-4-74 0,-2 0-117 0,-3-7-114 16,-6-2-155-16,-4-4 35 0</inkml:trace>
  <inkml:trace contextRef="#ctx0" brushRef="#br0" timeOffset="44210.54">5184 9481 1551 0,'5'0'20'0,"-2"0"2"0,-3 0 16 0,0 0 7 15,0 0-5-15,0 0 26 0,0 0 4 0,-8 0 0 16,3 0-8-16,-1 0-12 0,3 6-18 0,-3-2-1 16,4-1 3-16,-1-3-10 0,1 0 27 0,2 0 22 15,0 0 14-15,0 0 5 0,0 0-24 0,5-4-26 16,1-1-34-16,-6 0-8 0,5 1-2 0,-4 2-5 16,4-4 12-16,-3 1 4 0,1-1-11 0,-1 0 2 15,1-2-9-15,0-1 4 0,0-1 7 0,3-2 1 16,-1-1 12-16,0 0-21 0,3-1 1 0,1-1 5 15,2 2-9-15,-1-1 14 0,4 1-12 0,-1-1 5 16,4 4 4-16,-1-2 0 0,3 3 5 16,0-1-7-16,2 2-2 0,-1 0-1 0,-2 2 8 15,0 2-12-15,-3 0-2 0,2 1 1 0,-6 3 3 16,2 0 16-16,-2 0 3 0,-1 9 24 0,0 4 43 16,0 1-9-16,-2 2 42 0,3 4-8 0,-3 4-41 15,-2 2 0-15,-1 4-37 0,-2-1-16 0,-3 0-1 16,0 2-1-16,-8 0 2 0,-5 1 7 0,-1 0-3 15,-5-1-2-15,-3-2-9 0,0 2 2 0,-3-1-12 16,-1-1 5-16,-7-1 8 0,0-4-8 0,-2 0-5 16,-1-2 2-16,-4-1 6 0,-1-1-10 0,3-2 2 15,0-2 3-15,3-1-10 0,2-3 7 16,6-3 19-16,5-1 20 0,8-2 16 0,2-1 15 16,5-4-17-16,4-1-17 0,3 0-11 0,0 0-23 15,10 0-4-15,5-3 14 0,3-1-2 0,7 0 5 16,8 0 12-16,6 0-27 0,3 0-5 0,5 2-28 15,4 1-63-15,1 1-136 0,1 0-101 0,0 0-97 16,-1 0-118-16,-2 6-55 0,1-2 78 0</inkml:trace>
  <inkml:trace contextRef="#ctx0" brushRef="#br0" timeOffset="44444.86">6003 9510 2526 0,'0'-51'15'0,"0"2"61"15,8 2 19-15,3 4-3 0,6 3 32 0,4 2-36 16,3 6 22-16,6 5 52 0,3 7-28 0,5 6-12 16,-2 4-32-16,2 10-18 0,0 0-2 0,0 10-5 15,-2 3-2-15,-1 10-35 0,-5 5-5 0,-3 9 26 16,-4 7 5-16,-5 9 10 0,-5 5-17 0,-5 6-19 16,-8 5-15-16,0 2-2 0,-19 3-4 0,-1 1-1 15,-7-1-4-15,-8-3-74 0,-3 0-20 16,-8-7-76-16,-8-2-65 0,-1-2-14 0,-7-5-79 15,-3-6-48-15,-3-1-71 0,3-7-86 0,2-1-103 0</inkml:trace>
  <inkml:trace contextRef="#ctx0" brushRef="#br0" timeOffset="44913.83">7592 9545 2282 0,'0'-11'61'0,"0"1"74"15,0-1 30-15,0-1 32 0,0 2-30 0,0-1-74 16,0 2-23-16,0 3-42 0,0 0-30 0,7 6-1 16,-7 0 15-16,4 0 75 0,-1 12 27 0,-3 4 9 15,0 4-8-15,0 5-61 0,0 6-29 0,0 5-23 16,-7 5 3-16,0 1-15 0,-1 2-17 16,-3 4-12-16,0-1-88 0,-2-3-81 0,-1-2-85 0,-2-2-71 15,-1-4-34-15,-1-1-58 0,1-3-19 0,0-3-44 16</inkml:trace>
  <inkml:trace contextRef="#ctx0" brushRef="#br0" timeOffset="45273.13">7484 9903 2500 0,'13'-41'85'0,"1"-3"21"0,-1 2 55 16,0 2 34-16,4 0-61 0,-1 5 30 0,1 3-9 16,-1 4 16-16,-2 3-7 0,2 6-36 0,-3 2-34 15,-2 5-68-15,-2 2-18 0,1 3-11 0,-2 3-7 16,0 4 23-16,4 0-11 0,1 14 6 0,4 2-10 15,-1 7-3-15,6 3 12 0,2 5-2 0,1 3-2 16,-1 5-11-16,2 2-18 0,-1-1-60 0,-2 1-50 16,1-2-39-16,0-1-34 0,-2-3-18 15,0-3-21-15,-3-3 16 0,-1-6 20 0,0-2 63 0,-5-4 79 16,-2-7 50-16,0-1 29 0,-6-6 10 0,1-3-8 16,-1-5-20-16,2-5 38 0,-3-4 26 15,1-3 13-15,-2-4 9 0,2-5 22 0,1-6-6 16,-1-5 37-16,-2-4 3 0,5-7-51 0,-3-4-29 15,1-5-58-15,2-4-6 0,4 0 30 0,0-3-5 16,3 1 19-16,1 4-17 0,3 5-37 0,-3 4 26 16,0 7-22-16,-2 8 13 0,-1 6-8 0,-4 9-26 15,-4 8-45-15,0 12-77 0,-5 0-73 0,0 10-99 16,0 6-63-16,-7 8-91 0,1 7-63 0</inkml:trace>
  <inkml:trace contextRef="#ctx0" brushRef="#br0" timeOffset="45913.88">8802 9817 3062 0,'6'-16'7'16,"-6"3"-40"-16,0-1-22 0,-8-1-70 0,0 5-5 16,0-4 44-16,-1 1 16 0,-2 3 140 0,4 1 18 15,1 1 5-15,1 3-3 0,2-1-83 0,0 3-27 16,2 1-76-16,1 1 4 0,0 1 10 0,0 0 15 15,0 0 62-15,9 8-6 0,-3 0-50 0,2 1-39 16,0 0-54-16,3 1-45 0,4 2 4 16,0-2-27-16,1 0 65 0,-2 1 56 0,-1-2 62 15,-2-2 86-15,2-1 22 0,-4-2 34 0,-2-2 46 16,-3-2 19-16,-4 0-10 0,3 0 21 0,-3-8-26 16,0-1 26-16,0 1 47 0,0-3-18 0,0-2 25 15,0-1-53-15,0-1-69 0,-7-1-19 0,7-5-65 16,-5 0-22-16,0-1 0 0,0-1 4 0,0-1 79 15,-4 2 33-15,1 0 47 0,0 4-15 0,0 2-33 16,-1 3-1-16,1 4-39 0,-2 3-19 0,1 4-23 16,-4 2-22-16,2 0 9 0,-3 7 10 15,-2 2 3-15,-1 1 0 0,-2 6 12 0,-5 2-6 16,0 7-33-16,2 1 11 0,3 3-25 0,0 5 12 0,3 2 10 16,1 0-19-16,5 3-3 0,5-3-16 15,2 1-20-15,3-3-10 0,0 0-17 0,11-2-34 16,7-2-8-16,4-4-45 0,5-2-18 0,3-8-29 15,6-1 3-15,5-4 21 0,0-6 9 0,4-5 39 16,2 0 17-16,-1-8 23 0,3-3 29 0,-3-6 41 16,1-5 11-16,2-3 14 0,-3-6-7 0,1-3 7 15,-1-7 14-15,2-6-7 0,-1-3 11 0,2-5 6 16,0-5-1-16,2-3 13 0,-5-4 26 0,4-2 22 16,-7 3 11-16,1-2 53 0,-4 3-12 15,-7 3 50-15,-3 7-11 0,-6 5 4 0,-6 7 21 16,-5 11-39-16,-3 7 7 0,-4 6-73 0,-6 8-35 15,0 11-36-15,0 0 3 0,-8 6 32 0,-3 8-6 16,-3 8 6-16,-5 5-8 0,-1 9 9 0,-4 8-9 16,3 5-22-16,-3 6-1 0,2-1-30 0,6 5 7 15,2 1 0-15,6 1-21 0,4-1-15 0,4-2-46 16,0-1-54-16,0 0-88 0,9-2-83 0,2-5-66 16,0-3-74-16,2-5-20 0,-1-5-105 0,3-5-62 15,0-5-62-15,0-5-31 0</inkml:trace>
  <inkml:trace contextRef="#ctx0" brushRef="#br0" timeOffset="46539.05">9488 9396 3034 0,'-22'-9'-12'0,"3"3"5"0,3 3-18 16,2 3 8-16,6 0-15 0,2 0-72 0,-1 0 22 15,5-6-18-15,2 6 30 0,0 0 70 0,0 0-13 16,10 0 22-16,1 0-7 0,5 0 0 0,6 0-6 15,5 6-14-15,9-2-8 0,5 2-20 0,10-1 13 16,0-2-3-16,4 0 17 0,2-2 23 0,0-1 0 16,-3 0 29-16,0 0 70 0,-2 0 20 0,-2 0 45 15,-1 0-6-15,-2 0-50 0,-7 0-11 16,-3 7-18-16,-6 1 21 0,-6-2 15 0,-6-1 22 16,-6 1-7-16,-6 0-29 0,-7 3 10 0,0 0-12 15,0 3-17-15,-7 3-16 0,-1 6-41 0,-3 3-26 16,0 2-1-16,1 4 1 0,-2 1 10 0,2 1-13 15,1-1-13-15,0 1-44 0,2-3-45 0,2 0-34 16,5-3-32-16,0-1-4 0,0-2-17 0,8-2 19 16,-1-2-10-16,2-2 53 0,1-1 37 0,1-2 23 15,1-2 71-15,-1-2-8 0,0-2 6 0,0 0 10 16,-1-4-29-16,2-1 22 0,-4-1 15 0,2-2 36 16,-2 0 34-16,1 0 6 0,-1-4-7 0,0-1-10 15,3-5 22-15,0-1 6 0,1-4 23 0,0-1-16 16,2-5-44-16,2-2-7 0,-2-5-20 0,2-1 8 15,-3 0 15-15,2-2 12 0,0 2 0 16,-1-1-32-16,-1 3-17 0,-2 3-18 0,1 4-9 16,-4 3-10-16,-1 4 8 0,-2 5-8 0,0 2-10 15,-3 2 15-15,1 4-10 0,-1 0 3 0,1 9 5 16,0 2-1-16,2 1 9 0,2 5-8 0,2 4 15 16,2 2 3-16,0 3-13 0,5 1 8 0,0 0-11 15,3-1-2-15,1-2 0 0,1-1-19 0,3-5-9 16,-1-1-19-16,1-3 10 0,-2-6-1 0,2-3-1 15,-1-5 21-15,1 0 13 0,0-4 17 16,1-5-4-16,2-5-5 0,-2-3-6 0,-1-5-7 16,1-3 9-16,-5-7-1 0,0-4-6 0,-6-3 1 15,-1-1-14-15,-5-2-39 0,-2 6-29 0,-6 0-49 16,0 5-25-16,0 6-22 0,-6 5-117 0,1 7-14 16,-2 4-50-16,2 9-3 0,-2 0 46 0,2 0-41 15,-3 9-42-15,2 1 70 0</inkml:trace>
  <inkml:trace contextRef="#ctx0" brushRef="#br0" timeOffset="47539.2">11384 9686 2238 0,'6'-12'0'0,"2"-2"0"0,1-2 6 15,-1 1 16-15,-1-3 50 0,4 0 85 0,-2 1 19 16,3 4 44-16,1 1-22 0,-3 4-66 0,-2 2-14 15,1 2-46-15,-4 4-45 0,-2 0-22 0,-3 0-10 16,0 0-17-16,0 7 20 0,0 2 2 0,-5-1 0 16,-1 4 5-16,0 3-3 0,1 1-2 0,-1 4 2 15,1 3-9-15,-1 2 12 0,2 0-8 0,3 0 8 16,-2 0 0-16,3-1-2 0,0-3-15 0,6 0-32 16,0-5-23-16,1-1-51 0,-1-5-4 0,-1-2-46 15,1-1 19-15,0-4 11 0,-1-3-6 16,0 0 43-16,0-6 6 0,4-2 19 0,-2-2 42 15,1-1 19-15,0-3 7 0,2-1 8 0,-2-2 0 16,-1-2 10-16,-1 0 25 0,0-4 18 0,-1 4 30 16,-2 0 17-16,0-1 49 0,2 1 1 0,-2 2-8 15,1 2-4-15,-1 1-57 0,4 4-6 0,-2-2-35 16,0 3-12-16,3 2-11 0,-1 0-3 0,2 3-12 16,0 0-6-16,1-1 1 0,2 2-6 0,3 1 21 15,2-1-3-15,4 0-9 0,2 2-4 0,1 0 8 16,4 1-4-16,2 0 3 0,-3 0-3 0,0 0-22 15,0 0 22-15,-3 8 5 0,-2 1 9 0,-2 0 20 16,-2 5-18-16,-4 2 6 0,-1 4-10 16,-5 3-7-16,1 2-5 0,-6 3 0 0,-1 3 0 15,-2-2-10-15,0 2 20 0,0 0-10 0,-8-1 2 16,-1-1 11-16,1-2-30 0,-2-4-38 0,-2-1-19 16,-1-4-45-16,-3-2-59 0,2-4 40 0,-3-2 13 15,-1-4 30-15,1-1 67 0,-1-5-14 0,-1 0 2 16,2 0 3-16,3-8 8 0,-2 0 16 0,5-5 9 15,0 0 11-15,2-3-11 0,0-4 4 0,3-2 30 16,6 0 7-16,0-3 18 0,6-1-11 0,3-1-33 16,4-2 4-16,2 1 46 0,4-1 16 15,1 1 2-15,1 0 30 0,6 1-40 0,1 4 36 16,2 2 3-16,2 2-18 0,-1 2 10 0,3 2-17 16,-3 3 17-16,-1 2 6 0,-1-1-14 0,-4 1-15 15,-1 3-14-15,-5-1 1 0,-2 5 21 0,3 3-3 16,-3 0-1-16,-2 11-11 0,-2 4-15 0,1 6-15 15,-1 7-8-15,-5 4-22 0,-3 6-2 0,-2 1 0 16,-3 5 6-16,0 2-14 0,0-2-11 0,-10-1 11 16,2-1-16-16,0-3-8 0,-1-1-68 0,4-4-43 15,-1-3-52-15,3-2-54 0,-2-4-6 0,0-4-74 16,2-2 14-16,2-6 24 0,-1-2 62 0,0-4 101 16,2-2 24-16,0-5 28 0,0 0-18 0,5-8 5 15,3-5 27-15,1-1 33 0,1-6 29 16,2-4 9-16,0-5 16 0,0-7 0 0,2-5 26 15,-2-4 14-15,3-4 23 0,-2-1 43 0,1-1 46 16,1-1 47-16,2 5-17 0,0 4-47 0,2 7-42 16,0 3-43-16,3 6 21 0,-3 4-5 0,1 6-16 15,-2 1 1-15,1 1-7 0,-3 3 3 0,-2 2-15 16,-3 2-27-16,-1 3-10 0,-1 5 6 0,-3 0 41 16,1 6 13-16,-5 4-26 0,-2 5-10 0,0 7-36 15,-9 6-19-15,-6 3 8 0,-3 3 6 0,-7 5-22 16,-2 2 19-16,-3 2-8 0,0-4-2 0,-1 1 15 15,2-1-13-15,-1-5 0 0,7-1 0 16,3-2-6-16,5-2 12 0,3-2-14 0,4-4-3 16,8-1 6-16,0-4-3 0,8-1 16 0,4-3 0 15,8-1 0-15,7-4-11 0,6-2-49 0,4-2-33 16,4-3-66-16,3 2-30 0,2-4-12 0,1 0-50 16,-4 0-70-16,-5-5-122 0,0 5-136 0,-5-6-160 15,-2 0 122-15</inkml:trace>
  <inkml:trace contextRef="#ctx0" brushRef="#br0" timeOffset="49039.28">14127 9661 4292 0,'0'-10'-8'0,"0"5"13"0,0-3-5 15,-8 2 2-15,8 0-4 0,0-2-9 0,0 1-2 16,0 2 11-16,0 2 4 0,-5 3-18 0,5 0 9 16,0 0-14-16,-9 0-11 0,1 5 30 0,-2 2-14 15,-4 3-25-15,2 0-6 0,-6 4-15 0,2 3-7 16,-4 1-44-16,5 4 23 0,-3 1-15 0,5 1-38 15,-1 1 33-15,4-2-47 0,4 2-7 0,1-2-22 16,1-1 11-16,4-1 14 0,0-4 7 0,0 0 72 16,9 0 19-16,-3-5 33 0,4 1 15 0,1-5 13 15,-2 1 4-15,1-4 2 0,2 0 5 16,0-1 6-16,-4-4 43 0,2 0 23 0,2-6 8 16,-3 1 65-16,5-5-24 0,-3 1 9 0,2-3-6 15,1-2-56-15,1-3 17 0,2-1-16 0,0-2 11 16,-1 0 5-16,4-4-16 0,-3 1-4 0,1-1-13 15,-2 1 4-15,0 2-15 0,-2 0-21 0,-4 5 2 16,-1 1-36-16,-4 4 2 0,0 3-2 16,-2 4-13-16,1 0 23 0,-4 4-25 15,4 0 8-15,-4 0 2 0,0 0-13 0,1 5 23 0,2 2 5 0,1-1-15 16,2 2-19-16,2 2-79 0,1 2-40 16,2 1-62-16,5 1-66 0,-1 0-11 0,2 2-29 15,2-1 9-15,6 1 24 0,0-2 42 0,2 0 81 16,2-1 57-16,2-2 55 0,1-1 40 0,-1-2-11 15,0-1 24-15,-3-5 3 0,-4 2 64 0,0-4 24 16,-4 0 13-16,-1 0 46 0,-3-9-27 0,-2 1 15 16,-1 3 11-16,-2-3 17 0,-3 0 46 0,3-1-9 15,-5 1-1-15,1-4-44 0,-1 0-47 0,-2-1 17 16,0 2-20-16,-3-3 18 0,-1 1 12 0,0 1-41 16,0 2 9-16,-9 0-18 0,3 1-44 15,-2 3 5-15,0 0-31 0,-2 1-7 0,1 3-14 16,-3 0-9-16,0 2 1 0,-1 0-7 0,-1 0 16 15,-2 6-3-15,-1 3 0 0,1 1 5 0,1 3-7 16,-2 2 4-16,2 5-15 0,0 0-7 0,3 4 1 16,2 0-17-16,4 2 21 0,-1 0-11 0,6 0-19 15,1 0-6-15,0-3-34 0,8 0-22 0,3-3-43 16,5-2-10-16,1-4-26 0,7-2-37 0,4-3 51 16,4-3 19-16,3-6 36 0,1 0 65 0,5-6 10 15,-3-2 14-15,2-3 19 0,-2-4 13 0,0-3 0 16,-4-3 3-16,-4-3 17 0,0-4 11 15,-1-5 5-15,-7-5 72 0,2-5 10 0,-2-4 22 16,-4-6 26-16,-3 1-46 0,-4-7 34 0,-1 1 17 16,-10 1-1-16,0 4-33 0,0 5-32 0,-13 0-28 15,5 10-29-15,-5 6 2 0,-1 6-36 0,3 7-18 16,-4 5-13-16,0 4 10 0,-2 4-5 0,-1 6-2 16,-2 0 20-16,0 12-7 0,-1 2 23 0,0 5-13 15,1 5-13-15,2 4 3 0,1 4-19 0,6 2 1 16,3 3-27-16,8 4-27 0,0 0-60 0,6 2-65 15,7 1-35-15,7 0-108 0,6 1-21 0,4 1-39 16,6 0-39-16,1-3 49 0,7-2 35 0,3-1 68 16,-1-5 95-16,2-3 65 0,-4-3 75 0,0-5 72 15,-6-3 63-15,0-5 78 0,-6-4 11 0,-2-7 40 16,-5 1-23-16,0-3-24 0,-3-3 17 0,-1 0-39 16,-2 0 13-16,-3-6-4 0,1-1-12 0,-1-1 31 15,-2-4-9-15,-3 0 14 0,2-2-11 16,-4-2-32-16,1 0-5 0,-1-1-50 0,-2-1-6 15,-1-2-11-15,-3 0-35 0,-3-2 8 0,0 0 2 16,0-3 14-16,-9 3 27 0,1-1-25 0,-5 1 0 16,-1 2-32-16,-2 1-21 0,0 4 3 0,-3 3-25 15,-1 5 13-15,1 1-8 0,-2 6 5 0,4 0 10 16,-4 8-8-16,2 5 16 0,3 2 12 0,-1 4-13 16,1 5-2-16,1 2-7 0,2 5-3 0,0 0-3 15,2 0 3-15,1 2-2 0,1 1-3 0,1-3 7 16,8 1-49-16,0-4-26 0,0-3-45 15,0-1-31-15,11-5 5 0,0-1-31 0,5-6-23 16,5-2-29-16,2-5 14 0,4-1 29 0,6-4 47 16,2 0 68-16,5-9 25 0,2-2 26 0,0-3 17 15,-3-6 2-15,2-1 12 0,-5-8 24 0,-2-4 25 16,-4-7 25-16,-4-5 30 0,-3-7-4 0,1-5 65 16,-4-9-21-16,-4-4 7 0,-2-3 1 0,1-5-9 15,-6-1 58-15,-3 0 50 0,-1 3 36 0,-2 4-1 16,-3 7-17-16,2 9-64 0,-2 8-46 0,0 11-82 15,0 11-62-15,0 8-21 0,0 18 15 0,0 0 26 16,0 18 22-16,-7 7 6 0,-2 8-13 16,-4 11-24-16,2 8 9 0,-4 8-11 0,3 3-6 15,-2 7-5-15,5 0-18 0,1 1-21 0,4-1-48 16,1 1-40-16,3-5-77 0,0-1-85 0,0-2-54 16,0-4-100-16,0-3-113 0,0-5-119 0,0-2-121 15,7-4-45-15</inkml:trace>
  <inkml:trace contextRef="#ctx0" brushRef="#br0" timeOffset="49351.73">16432 9638 3879 0,'12'-14'-8'0,"-2"-1"-7"0,-2 5-15 0,-1 4 2 16,-1-3 18-16,6 0 2 0,1 5 8 0,4 4-2 15,3 0-11-15,3 13 13 0,4 2 0 16,-2 1-7-16,5 2 12 0,-3 5-3 0,-4 4 11 15,0 5 9-15,-6 2-9 0,0 2-18 0,-8 3 12 16,-1 2-4-16,-8-2 5 0,0 1 9 0,-8-3-19 16,-5-5 7-16,-4-2 7 0,-4-5-4 0,-2-3 7 15,-4-5-15-15,-1-2-15 0,-3-4 18 16,5-2 2-16,2-2 2 0,0-5 13 0,4-2-10 0,0 0 0 16,5-7-5-16,3-1-7 0,3-4-16 0,3-3 11 15,6-4 9-15,0-4-2 0,6-5 10 0,8-3-15 16,4-3 5-16,6-3-5 0,6-4-15 15,4-2-48-15,6 2-36 0,2-2-56 0,5 4-64 16,1 2-76-16,1 5-72 0,1 4-65 0,3 4-57 16,-2 6-64-16,1 1 58 0</inkml:trace>
  <inkml:trace contextRef="#ctx0" brushRef="#br0" timeOffset="50148.81">17330 9690 2895 0,'-4'9'9'0,"-3"-1"-18"0,1-2 7 0,1-1-12 0,5-1-11 16,-3-4 11-16,2 0-2 0,1 0 21 16,0 0 2-16,0 7 9 0,0 0-7 0,0 0 5 15,0 3-3-15,0 2-15 0,0 2 4 0,0 1-16 16,0 3 2-16,0-1 12 0,4 3 2 0,1-1 0 16,4-3-10-16,-2 1-53 0,-1-3-18 0,1-1-15 15,0-3-31-15,1-1 38 0,-1-2-15 0,-3-2-14 16,6-2 33-16,-1-3 7 0,3 0 34 0,-2 0 29 15,3-11 11-15,-2 3 35 0,3-7 28 0,-2 0 41 16,-3-4 44-16,0-3-4 0,-1 0 42 0,-3-2 17 16,0-1-13-16,-2-1 13 0,0 0-20 0,-3-1 1 15,0 1-5-15,0 2 0 0,-8-1-20 0,2 3-28 16,-4 3-15-16,1 2 4 0,1 3-17 16,-1 4-40-16,-1 2-5 0,-4 8-33 0,-1 0-7 15,-5 9 21-15,1 4-13 0,-5 7-8 0,1 2-6 16,-3 7-3-16,1 4-2 0,4 3-3 0,1 2 3 15,3 2-3-15,5-1 11 0,3 1-3 0,6-1 0 16,3 0-22-16,0-3-7 0,12-2-7 0,3-2-47 16,5-3-35-16,4-2-75 0,3-6-51 0,1 0-9 15,5-4-24-15,2-4 0 0,0-4-17 0,0-3 1 16,-2-6 38-16,0 0 53 0,1 0 80 0,-3-7 45 16,-4-5 37-16,0-3 24 0,-3-4 16 0,-3-2 18 15,-1-4 16-15,-1-1 38 0,-2-5 33 0,0-5-13 16,0 0 53-16,0-3-17 0,1 0 13 0,2-3 23 15,-1 1-16-15,1 0 13 0,-2 1-18 0,0 1-4 16,-2 4-25-16,2 4-37 0,-4 4-44 16,3 4 2-16,-2 5-28 0,0 5 26 0,1 3 24 15,2 5-3-15,-1 3-7 0,4 0-16 0,-1 2-18 16,1 0-14-16,4 7 20 0,-1 4-1 0,1 3 3 16,0 4-11-16,-2 5-2 0,-5 5-5 0,-1 6-3 15,-4 2 8-15,-5 5-10 0,-3 2 2 0,-5 2 2 16,0-1-10-16,0 1 19 0,-9-1-16 0,-3-2-1 15,-2-3 9-15,2-2-30 0,-6-5-7 0,4-3-35 16,-3-3-34-16,2-6-27 0,-2-2 8 0,4-3 3 16,1-4 7-16,1-2 22 0,3-4 14 0,-3-5 36 15,4 0-5-15,3 0 10 0,-3-9-5 0,4-3-17 16,1-4 32-16,1-3 14 0,1-3 3 16,0-9 12-16,11-3-12 0,2-6 0 0,4-4 10 15,5-1 15-15,3 1 59 0,-1-4 25 0,3 6 1 16,3 4 42-16,-1 3-23 0,2 6 7 0,4 5 30 15,6 6-12-15,2 6 15 0,3 2-4 0,4 4-34 16,2 6-47-16,-1 0-27 0,-4 9-22 0,-4 3-1 16,0 5 0-16,-12 5 7 0,-6 5-10 15,-4 4-13-15,-5 6-6 0,-8 0-47 0,-8 2-60 16,0 2-63-16,-10 0-75 0,-7 0-82 0,-8-3-62 16,-10 1-104-16,-9-4-167 0,-12-3-153 0,-7-4-77 0</inkml:trace>
  <inkml:trace contextRef="#ctx0" brushRef="#br0" timeOffset="51305.14">4926 11991 1432 0,'5'-4'-24'0,"-2"1"1"16,2-1 4-16,0-1 9 0,4 1 69 0,-4-1 24 15,1-1 25-15,2-1 38 0,-1 1-13 0,5 2-8 16,-4-2-18-16,2 2-54 0,0-1-21 0,2 2-17 16,0-1-15-16,1-1 4 0,0 3-15 0,4 0 9 15,-1-1 0-15,4 3 6 0,1-1-6 0,-2 1 6 16,3 0-2-16,-2 0-8 0,0 0 13 0,-1 0-18 15,-2-1 5-15,-3 1 8 0,-2-2-2 0,0 2 2 16,-4-1-5-16,0 1 1 0,-1 0 0 16,-3 0 0-16,-1 0 9 0,-3 0-5 0,0 0 4 15,0 8-4-15,-11-1 5 0,0 3-1 0,-2 2-8 16,-3 3 8-16,-1 1-10 0,-2 1 0 0,-1 3 2 16,0-1 6-16,3 3-2 0,-3-1 2 0,4-1 5 15,3-1-13-15,0 0 4 0,5 2 2 0,2-3-7 16,6 3 3-16,0-1-2 0,0 2 0 0,11 0 10 15,5 3-4-15,-2-1 13 0,7 0-19 0,1 0 2 16,2 0 4-16,1-1-6 0,0 0 12 0,-4-2-8 16,1-1 7-16,-5-3 40 0,-4 0 41 0,-5-4 79 15,-8-5 32-15,0 2-38 0,-11-5-38 0,-4 0-79 16,-8-2-44-16,-6-1 0 0,-4-2-12 16,-3 0-45-16,-5 0-62 0,-2 0-37 0,2-4-64 15,-3 0-36-15,6-3-45 0,3-3-72 0,3-2-71 16,5-3-15-16</inkml:trace>
  <inkml:trace contextRef="#ctx0" brushRef="#br0" timeOffset="51539.78">5764 11726 3175 0,'35'-12'19'0,"-3"1"14"0,-4 1 12 0,-3 4 42 15,2-1 7-15,-3 7 36 0,0 0 24 16,-2 7 17-16,-2 7-15 0,3 6-11 0,-1 6 4 15,-2 6-39-15,1 9-9 0,-2 5-44 0,-2 7-22 16,-4 6-18-16,-2 3 7 0,-2 4-10 0,-4 0-12 16,-5 3-5-16,0-4 1 0,0-1 10 0,-14-4-11 15,1-3 9-15,-5-3-23 0,-2-4-26 0,-7-4-54 16,-1-2-73-16,-4-5-60 0,-4-3-65 0,-3-3-69 16,-3-3-104-16,1-3-70 0,-3-3-71 0,1-5-101 15,2 0 167-15</inkml:trace>
  <inkml:trace contextRef="#ctx0" brushRef="#br0" timeOffset="52758.66">7292 11941 2535 0,'4'-33'24'0,"-2"1"66"16,1 2 16-16,-3 4-4 0,2 0-20 0,-2 8-73 0,0 1-16 15,3 5 37-15,0 12 79 0,-1 0 70 0,1 10 58 16,-1 7-20-16,-1 6-58 0,-1 13-56 0,0 9-46 15,0 10-8-15,-6 6-18 0,-1 9-6 0,1 3-6 16,-3 2-6-16,-1-3-8 0,2 2-54 0,-3-7-43 16,2-1-82-16,-3-5-86 0,0-7-90 0,-6-2-108 15,3-7-82-15,2-3-69 0,1-5-34 16,2-7 149-16</inkml:trace>
  <inkml:trace contextRef="#ctx0" brushRef="#br0" timeOffset="53868.13">7328 12547 2187 0,'1'-38'25'0,"-1"1"32"16,0-1 36-16,-7 1 7 0,1 6-18 0,-1 0 25 16,-1 4-28-16,-1 3-23 0,6 5 10 0,0 5-71 15,3 4 0-15,0 4-35 0,0 2 35 0,0 4-33 16,12 0 45-16,-1 0 9 0,6 8-9 0,1-1 38 16,7 0-95-16,4 2 23 0,2 1-70 15,2-2-23-15,1 1 8 0,-1-3 7 0,2-1 22 16,1-3 25-16,0-1 37 0,-1-1 19 0,0 0 4 15,1-8 6-15,-2-3-8 0,-3-1 5 0,-2-2-9 16,-2-1 12-16,-4-4 18 0,-4-5 26 0,-3 0 50 16,-3-5 64-16,-4-3-4 0,-3-2 17 0,-4-1 15 15,-2 0-33-15,0 0 23 0,-6 0 16 0,-4 3-39 16,2 4 10-16,-3 3-13 0,0 3-35 0,0 4 24 16,0 3-52-16,0 5-15 0,3 4-28 0,2 6-39 15,-1 0 28-15,1 7 13 0,-3 4 1 16,-1 9 3-16,-4 7-19 0,1 6-23 0,-4 8 1 0,1 6 2 15,-1 4-16-15,2 6 14 0,1 3-3 16,5-1-14-16,2 1 3 0,6-2-28 0,1-2-47 16,6-3-11-16,2-2-77 0,6-5-37 0,-1-4-13 15,4-4-70-15,1-4-13 0,4-4-80 0,0-3-42 16,0-6-29-16,5-5-1 0,5-5 68 0,-1-5 37 16,4-6 65-16,4 0 62 0,0-10 54 0,3-4 60 15,1-2 65-15,-2-5 54 0,-4-3 53 0,-1-1 61 16,0-2 64-16,-4 0 35 0,-4-4 23 0,-4 1 12 15,0-1-35-15,-4 4-4 0,-5 0-14 0,-3-2-5 16,-2 5 0-16,-4-1-19 0,-3 1-16 0,0 1-53 16,-1 0-15-16,0 2-15 0,-2 0-20 0,0 3 49 15,0 1-15-15,0 1 4 0,-8 2-20 16,1 3-62-16,1 2-5 0,-1 3-10 0,-2 3 0 16,1 3 2-16,-2 0-23 0,-2 7 6 0,-1 4 7 15,-2 3-13-15,0 5 11 0,-2 4-8 0,4 3 2 16,-1 8 8-16,3 0-5 0,3 3 8 0,0 1-8 15,6-1 7-15,2-2-9 0,0 1-8 0,0-3-6 16,8 0-29-16,2-3-13 0,1-4-37 0,6-2-18 16,2-2-2-16,-1-3 22 0,2-2 17 0,2-5 21 15,-6-3 28-15,5-4 15 0,-4-5 5 0,-1 0 5 16,0-5 9-16,0-4-7 0,-2-4 7 0,2-3-7 16,-5-4 0-16,1-4-9 0,-1-2 13 0,-4-6 1 15,-1 0-14-15,-4-5 16 0,-2-5-7 16,0 1 53-16,0-5 29 0,-10 0 8 0,1 0 23 15,-5 3-14-15,2 1-21 0,0 9 0 0,-2 4-33 16,2 6-40-16,3 6-7 0,-2 6-14 0,3 4 9 16,1 7 9-16,0 0-2 0,2 9 0 0,0 4-2 15,-3 8-3-15,2 1 5 0,-2 6-3 0,5 4-40 16,3 2-46-16,0 4-69 0,0 3-55 0,8-1-68 16,3-1-34-16,3-1 27 0,5-4 3 0,2-1 55 15,7-3 57-15,5-4-16 0,5-7 41 0,2-1 35 16,1-5 21-16,3-4 61 0,-2-4 17 0,0-5 8 15,-4 0 16-15,-6-4-16 0,-1-6 6 16,-4 0 0-16,0-2 4 0,-5-4 45 0,0-3-10 16,0-5 57-16,-4-1-5 0,-1-4 15 0,2-4 40 15,-5-5-22-15,2 0 2 0,0-3-10 0,0-3 15 16,-2 1-5-16,2 1 69 0,-2 0 26 0,3 5-37 16,-2 2 22-16,-1 5-31 0,0 3-59 0,-3 6 33 15,-3 5-30-15,-2 0-41 0,-4 7 15 0,-2 0-40 16,0 5-19-16,0 4 7 0,-11 0-28 0,0 0-21 15,-4 9 10-15,-3 2-12 0,-4 3 15 16,-2 2 3-16,-5 5 0 0,-2 4-11 0,-1 3 0 16,-1 2 6-16,4 3-13 0,4 1 15 0,3 2-15 0,8 3-16 15,1-1 8-15,13-1-15 0,0 4 7 16,8-4 31-16,9 2-12 0,5-3 7 0,5 2 7 16,2-4-14-16,9-1 7 0,3-2-3 0,0-1 5 15,0-3-7-15,-3-3 8 0,-3-2-3 0,-5-6-8 16,-5-1 3-16,-9-3-3 0,-5-4 1 0,-11-2 12 15,0-5-43-15,-17 1-49 0,-7-2-15 0,-6 0-44 16,-5 0-2-16,-4 0 0 0,-7-3-78 0,-6-3-32 16,1-2-23-16,3 0-50 0,3 0 15 0,5-3-64 15,2 0-64-15,11 1 30 0</inkml:trace>
  <inkml:trace contextRef="#ctx0" brushRef="#br0" timeOffset="54071.21">9659 12283 3025 0,'49'-31'58'0,"-8"4"69"0,-5 2 31 16,-7 3 53-16,-4 5-46 0,-8 0-58 0,-6 6-34 15,-4 3 28-15,-4 8 5 0,-3 0 43 0,0 12 12 16,0 5-65-16,0 6-34 0,-6 5-43 0,-1 8-6 16,-1 6-27-16,-1 2 28 0,1 4-22 0,-5 2 13 15,-1 1-48-15,3-1-58 0,-3-1-59 0,1-2-134 16,-2 0-58-16,0-2-124 0,-2-3-74 0,2-1-25 15,0-4-53-15,0-2 45 0</inkml:trace>
  <inkml:trace contextRef="#ctx0" brushRef="#br0" timeOffset="54227.42">9578 12719 2932 0,'-8'-29'56'0,"0"3"35"0,3 1 30 0,-1 2 18 15,3 3-57-15,1-1-39 0,2 3-28 0,0 1-15 16,7 2 7-16,2-1-12 0,3 5 1 0,6-1-4 15,6 2-11-15,6 0 21 0,2 0-14 0,4 4-74 16,5-1-121-16,8 3-137 0,6-1-166 0,5 4-133 16,7 1-9-16</inkml:trace>
  <inkml:trace contextRef="#ctx0" brushRef="#br0" timeOffset="55557.83">11369 12347 3580 0,'-12'0'0'0,"-2"-8"12"0,-4-3-5 0,1-1 25 16,-2 0 30-16,3-3 16 0,-3 1 12 0,2 5 14 15,-1 3 2-15,1 6-18 0,-1 0 21 0,0 8-3 16,-3 7-34-16,-3 1-14 0,-1 6-12 0,-2 5-38 16,-1 4 8-16,1 4-2 0,0 1-20 0,6 0 6 15,2 2 0-15,6-4-43 0,1-1-18 16,4-2-19-16,5-1-57 0,3-5 25 0,0-2-42 0,0-3-14 15,10-1-3 1,-1-2-21-16,5-1 59 16,-1-2 3-16,4-2 64 0,1-1 40 0,4-4-2 0,1 1 25 0,1-5 1 15,0-3-5-15,1 0 14 0,-3-6 7 0,0-3-9 0,-1-3 6 0,-4-3 8 16,-2-2 19-16,0-2 26 0,-5-3 32 0,1-3 17 16,-3-1-21-16,-2-2 29 0,2-2-19 0,-3 1-24 15,1-2-11-15,-4 0-26 0,1 1 49 0,0-1-7 16,-3 4 12-16,2 3-14 0,-2 0-46 0,0 7-1 15,1 1 1-15,-1 3-14 0,0 3-16 0,0 3-8 16,2 4-21-16,-2 0 1 0,2 3 12 0,-2 0 0 16,1 6 11-16,-1 5 5 0,3 2-7 0,2 3 2 15,1 6-21-15,2 3-65 0,2 1-36 16,2 5-67-16,1 1-29 0,4 0-10 0,1 1-84 16,-1-1-6-16,4-2-28 0,-1-3-14 0,7-1 23 15,0-2 23-15,1-4 57 0,-1-4 56 0,5-4 88 16,1-3 62-16,2-3 23 0,0-2 69 0,-2-4 61 15,0 0 55-15,2 0 30 0,-2-7-9 16,-1 0-2-16,-2-2-20 0,-2-2-9 0,-1-2 39 0,0-3-29 16,-3 0 30-16,-5-4-15 0,3-1-29 0,-5 1-13 15,-2-1-56-15,-4-2 22 0,-1 1-4 16,-3-1 6-16,-4 1 10 0,-3-2-28 0,0 2-26 16,0 3-22-16,-10 1-22 0,-2 2 10 0,-1 3-13 15,0 3 23-15,-2 1-13 0,-4 3-2 0,0 3 5 16,-2 3-18-16,-1 0 6 0,3 0-11 0,0 6-4 15,0 1-3-15,-1 4 8 0,1 4-3 0,3 1 14 16,0 5-4-16,2 2 8 0,2 3 4 0,2 5-17 16,2 0 13-16,3 2-18 0,5 0 12 0,0 0 3 15,0-1-10-15,11-1-17 0,3-3-35 0,2 0-30 16,6-3-16-16,3-2-13 0,5-2 7 0,-1-4 16 16,7-3 19-16,-1-2 24 0,2-5 12 0,-2-7 17 15,-1 0-10-15,1-5 10 0,-3-4 0 16,0-5 11-16,-4-2 7 0,0-5-4 0,-1-3-2 0,0-5-17 15,-3-5 0-15,-4-3 16 0,1-7 7 16,-4-5-4-16,1-6 11 0,-3-7 22 0,-2-2 22 16,-1-6 41-16,-2-4 5 0,-2-1-18 0,-3 2 15 15,-2 1-25-15,-3 5-11 0,0 4 7 0,0 5-3 16,0 9 11-16,-6 11-3 0,-1 4-7 0,2 7-52 16,-1 7-13-16,0 7-5 0,-2 13-12 0,3 0 29 15,-6 6-7-15,0 9 15 0,-2 7-10 0,0 8-15 16,-4 8 10-16,2 7-12 0,2 8 12 0,2 5-5 15,3 4-5-15,3 3-46 0,5 1-51 0,0 2-74 16,11-2-75-16,2 0-53 0,1-4-34 16,5-5 5-16,3-1 21 0,8-4 61 0,5-6 45 15,5-7 53-15,4-5 37 0,3-7 39 0,2-4 46 16,1-6 22-16,2-5 28 0,-4-5 57 0,-1-3 43 16,-5-4 77-16,-1 0 23 0,-3-5-31 0,-5-2 4 15,-2-2-46-15,-5-1-22 0,-2-2 50 0,-6 0-6 16,-3-2 0-16,-2 0 35 0,-1-3-32 0,-5 2-28 15,-7-3 7-15,0-2-19 0,0 1-50 0,0 1-11 16,-13 1-24-16,2 0-15 0,0 2 15 0,-5 2 13 16,3 0-9-16,-4 4-4 0,3 2-6 0,-3 2-27 15,-1-1-3-15,-4 4-12 0,0 2-9 16,-2 0 9-16,2 7 7 0,-2 0 0 0,-2 4-8 16,-1 2 1-16,3 4 4 0,2 1-10 0,1 5 14 15,3 0-6-15,3 3-6 0,4 0 6 0,2 0 6 16,5 0 4-16,1-2-20 0,3 0-16 0,0-1-47 15,11-4-25-15,3 0-32 0,4-4-24 0,4 1 5 16,5-2-16-16,5-2 25 0,4-3 18 0,5 0 6 16,3-8 18-16,3-1-48 0,0 0 32 0,0-12 21 15,-3-3 28-15,-1-5 62 0,-4-3-6 0,-4-5 18 16,-3-5-13-16,-5-4 8 0,-5-6-10 0,-3-6-3 16,-4-5 18-16,-2-8-16 0,-1-7 100 0,-2-5 53 15,-2-4 47-15,-3-3 61 0,0 2-23 16,-3 3 3-16,-2 5 3 0,0 9 2 0,0 7-24 15,-10 12-47-15,3 8-55 0,1 8-56 0,-1 10-30 16,0 7 37-16,-1 10 17 0,-2 0 34 0,-4 18-25 16,-2 7-45-16,-6 10-16 0,0 9-26 0,-3 8 22 0,3 8-13 15,-2 3 0-15,5 8-12 0,3 0-12 16,4 0-8-16,4 0-68 0,1-3-65 0,6-1-75 16,1-5-76-16,0-1-65 0,0-5-56 0,0-5-102 15,5-5-54-15,1-3-40 0,2-8-83 0,1-5 155 16</inkml:trace>
  <inkml:trace contextRef="#ctx0" brushRef="#br0" timeOffset="55885.84">13768 12359 2307 0,'6'-18'2'0,"-1"2"-11"16,-3 1 7-16,1 5-4 0,2-1-7 15,4 2 15-15,0 4-17 0,4 5 21 0,1 0 45 16,2 0 12-16,3 8 27 0,2 0-16 0,4 4 39 15,-1 1 0-15,-1 6 20 0,4 4 11 0,-3 3-69 16,-2 4-2-16,0 2-16 0,-6 4-14 0,-2 2 12 16,-4 0-12-16,0 0-19 0,-10-1 5 0,0 1-16 15,0-2-1-15,-7-2 2 0,-1-3-7 16,-1-1-2-16,-9-4-10 0,1-2 10 0,-4-3 10 0,1-3-17 16,1-3 11-16,-3-5-4 0,-2-1-10 0,2-6 15 15,1-3-7-15,-1 0-10 0,2-3 14 16,2-4 0-16,1-5-7 0,2 0 0 0,6-5-5 0,3-3-12 15,6-3 17-15,0-3-3 0,6-4-9 0,7 1 20 16,3-5-11-16,7 0 1 0,7-3 4 0,4-1-14 16,4 2-3-16,4 0-62 0,6 2-83 15,2 0-83-15,2 5-72 0,-1 3-23 0,4 4-30 16,-1 4-31-16,1 5-91 0,-1 2 30 0</inkml:trace>
  <inkml:trace contextRef="#ctx0" brushRef="#br0" timeOffset="56729.7">14731 12539 2247 0,'-19'8'0'0,"0"1"0"0,0-4-7 0,0 0-1 15,5 0 1-15,-2-1 7 0,-2 4-2 0,1 0 8 16,3 3-1-16,-2 3-3 0,3 2 13 16,0 0-4-16,1 2-5 0,4 2-1 0,-1 1-5 15,3-1-3-15,2-1 14 0,4 0-4 0,0-1 1 16,0-3-4-16,7-1-1 0,-1-2 7 0,3-2 1 15,-1-1 0-15,2-5-7 0,4 2 3 0,1-6-14 16,0 0 12-16,1 0-5 0,6-6-5 0,0 0 12 16,-1-4-3-16,4 0-12 0,-3-3 6 15,2-5 21-15,-2-1 5 0,-3-3 31 0,1-4 0 0,-2-1-5 16,-4-5 53-16,-1 1 13 0,-5-2 35 16,1-1-11-16,-9 3-25 0,0 1 4 0,-9 3-23 0,-2 2 10 15,-4 5-13-15,-5 2-6 0,-2 5 10 16,-2 2-24-16,-1 7-13 0,-1 4 11 0,1 0 4 15,0 10 13-15,1 3-6 0,3 4-29 0,0 3-38 16,0 4 4-16,3 5-11 0,1 2-6 0,4 2 1 16,1 2-13-16,4-1 17 0,5 3 7 0,3-1-17 15,0-3 3-15,0 0-5 0,10-2-3 0,0-3 6 16,5-1-19-16,0-2-75 0,1-6-31 16,5-3-53-16,1-1-62 0,0-4 11 0,3-5-77 0,1-1-29 15,0-5 33-15,3 0 5 0,1 0 72 16,-2-5 88-16,2-4 44 0,-2-4 57 0,0-1 27 15,1-6 17-15,-3-3 58 0,0-2 49 0,-3-7 48 16,-2 3 64-16,1-2 8 0,-2 0 9 0,-2 1-2 0,1 1-41 16,-5 6-21-16,3 3-46 0,-4 0-47 15,5 3 3-15,-4 3-6 0,5 1 1 0,1 2 17 16,5 1-32-16,3 2-12 0,2 1-9 0,1 0 4 16,5 5-7-16,-3-1-13 0,-1 3-10 0,-3 0 3 15,-4 0-9-15,-3 10 1 0,0-2 0 0,-6 2 5 16,0 4-5-16,-3 1-3 0,-3 3-15 0,-1 6-6 15,-3 1 15-15,-3 6 4 0,-3 1 2 0,0 2-8 16,-8 2 1-16,-2 0-11 0,-3-2 12 0,-2 0-7 16,-2-2-5-16,-1-2 5 0,-2-4-19 0,1-3-49 15,0-2-30-15,0-5-16 0,3-6-37 0,0-1 28 16,5-5 13-16,2 1-4 0,3-2 21 0,2-3-5 16,4 0 2-16,0 0 3 0,0-5 39 15,8-2 25-15,1-5 20 0,1-3 6 0,0-4-6 16,1-6 4-16,1-1-6 0,6-6 4 0,-4-1 0 15,3-3-5-15,-1 0 10 0,3 1 0 0,0 0 4 16,3 2 21-16,0 2 8 0,2 1 16 0,-2 2 12 16,4 1 14-16,0 4 11 0,0 2 15 0,0 1-2 15,1 2 15-15,1 2 2 0,0 2 13 0,8 6 36 16,-1 0-12-16,5 5 23 0,1 3-1 0,4 0 1 16,2 9-11-16,0 5-44 0,-3 1-32 0,-3 3-47 15,-5 7-26-15,-4 1 6 0,-8 3-11 16,-8 3 2-16,-5 0 12 0,-11 2-12 0,0 2-5 15,-8-1-9-15,-7-2-59 0,-7 0-67 0,-3-4-73 16,-8 1-101-16,-3-4-54 0,-6-2-58 0,-2 1-95 16,-2-2-68-16,-1-1-79 0,2-2-51 0,3-2 116 15</inkml:trace>
  <inkml:trace contextRef="#ctx0" brushRef="#br0" timeOffset="56823.4">16050 13321 1934 0,'47'13'2'0,"-4"-3"-10"16,-1-4-76-16,-10-3-181 0,-2-3-221 0</inkml:trace>
  <inkml:trace contextRef="#ctx0" brushRef="#br0" timeOffset="81767.02">22302 2255 677 0,'-29'8'1'0,"-1"-2"-17"0,-1 0-2 16,1-2 22-16,0 5-6 0,-2-2 20 0,3-1 31 15,-1-2-9-15,5 1 19 0,-1-1 5 0,4 1-31 16,2-1 3-16,2-1-12 0,3-2 18 0,2 2 1 15,-1-1-9-15,3-1 29 0,1-1-48 0,-1 0 16 16,0 0-22-16,3 0-13 0,-3 0 22 0,3 0-26 16,0 0 22-16,-1 6-22 0,-2 0 2 0,0 0 12 15,-1 0 5-15,2 0-11 0,-3-2 2 16,-1 0-15-16,4-1 3 0,-3 0 20 0,1 0-6 16,1-1 7-16,3 1-15 0,-5 0 8 0,5-2 31 15,2 2 14-15,1-1 31 0,1-2 19 0,2 2-25 16,1-2 20-16,1 0 1 0,0 3-17 0,0-1 5 15,0-1-19-15,7-1-31 0,-4 1-31 0,2-1 9 16,3 0-26-16,3 0 15 16,11 0 19-16,5-2-4 0,13-3 29 0,10 1 12 0,14 0 14 15,10 4-8-15,16-1-8 0,9-1-12 0,12 0-23 0,9 1-8 16,10 1 15-16,9 0-23 0,11 0 21 0,8 0-5 16,5 0-16-16,4 0-1 0,3 7-15 15,4 2 20-15,0 0-3 0,2 1 5 0,-3 2-5 16,2 0-2-16,-2-1 0 0,-2 0-2 0,1 0-6 15,1-3 8-15,-2-1-4 0,1-1 2 0,0-2 6 16,5-2-26-16,2-2 7 0,-1 0 5 0,0 0 21 16,2 0 15-16,-1 0-4 0,-6 0 7 0,-2 0-24 15,-3 0 4-15,-12 5-9 0,-4 2-17 0,-8-1 15 16,-10 1-9-16,-7-2 18 0,-11 1 4 0,-7-4 54 16,-10 3 8-16,-4-1-23 0,-5-1 31 0,-8-2-69 15,-4 0 19-15,-2 3 17 0,-7-4-25 0,-4 2 17 16,-1-1-24-16,-6-1 8 0,0 1-9 0,-2-1-15 15,-4 0-7-15,-3 0-11 0,-3 0 11 0,-7 0 1 16,-1 0 13-16,-3 0-2 0,-6 0-7 16,-7 0 7-16,-5 0-7 0,-3 0 12 0,-2 0-7 15,-3 0-17-15,-3 0 14 0,-3 0-14 0,-1 0-43 16,-2 0-72-16,0 0-88 0,0 0-84 0,-7 0-89 16,3 0-48-16,-2 0-122 0</inkml:trace>
  <inkml:trace contextRef="#ctx0" brushRef="#br0" timeOffset="97878.99">19380 7283 2895 0,'-11'-5'-14'0,"1"-1"-74"0,2 1-33 15,2 2-19-15,1-1 2 0,4 0 75 0,-3 2 22 16,4 1 4-16,0-2 14 0,7 3-5 0,2 0 15 15,-1 0 11-15,5 0-5 0,4 0 9 0,2 0-10 16,8 7-5-16,3-3-31 0,7 2-36 0,3 1-46 16,3 0-38-16,8 0-33 0,-5 2-27 0,4 1 5 15,-1-2-12-15,3-1 32 0,4 1 16 0,-3-2 26 16,0-1 20-16</inkml:trace>
  <inkml:trace contextRef="#ctx0" brushRef="#br0" timeOffset="98207.04">20192 7403 641 0,'-20'10'29'0,"-5"2"25"0,-5 1 9 0,-4 0 4 15,-1 1-24-15,-6 1-21 0,-3 0-3 0,5 1-6 16,0-1 13-16,3 1-9 0,1 0 9 0,7 0-3 16,1-2-10-16,5 2-4 0,7-5-16 0,3 2 7 15,4-5-12-15,8 1 29 0,0-1 6 0,0 0 5 16,10-2-7-16,5-1-13 0,6 1-53 0,6-2-21 16,5-1-33-16,8-2-39 0,5-1 34 0,7 0 2 15,3-5 56-15,3-2 25 0,-5-1 30 16,1-4 30-16,-8 1 23 0,-4-3 29 0,-5-4 19 0,-6-1 24 15,-4-3-12-15,-5-4 24 0,-3-1 15 16,-1-4-22-16,-4-1 17 0,-2-5-3 0,0-1-13 16,-6 0 20-16,2 1-2 0,-4 3 38 0,0 0-35 15,0 4-38-15,0 3-28 0,1 2-72 0,-1 5-2 16,1 2-5-16,4 5-7 0,-1 2-11 0,4 3-3 16,-2 2 2-16,3 2-8 0,4 4 20 0,-1 0 3 15,3 10-1-15,-1 3 6 0,2 6-20 16,-1 6 1-16,-3 6-3 0,0 8 1 0,-7 5-8 0,-4 5-81 15,-5 3-94-15,0 2-81 0,-13-1-130 0,-2 1-30 16,-5-4-68-16,-2 0 25 0</inkml:trace>
  <inkml:trace contextRef="#ctx0" brushRef="#br0" timeOffset="99113.4">22316 6779 1885 0,'0'0'12'0,"0"0"-14"0,0 0 4 16,0 0-5-16,0 0-1 0,0 0 19 0,4 0 10 15,3-4 10-15,-2-1 9 0,1 1 5 0,3-1 1 16,-1 0-16-16,0 1-4 0,3 0 0 0,-1 1-4 15,4 2 19-15,2-1 7 0,1 2 9 0,1 0-16 16,0 8-1-16,-2-1-20 0,3 3-9 0,-3 1 1 16,-2 5-5-16,-3 1-9 0,-1 4 0 0,-2 3 0 15,-4 2 1-15,0 3-3 0,-4 4 2 0,0 2-4 16,0 1-1-16,-13 2 3 0,-3 1 5 16,-4 1-1-16,-5-3-4 0,-3 3 9 0,-8-2-16 15,0-2 5-15,-4 0 2 0,-1 1 0 0,-3-3 2 16,-1 1-4-16,-2-2 7 0,1-2-8 0,-1-2 8 15,2-3-1-15,2-1-1 0,4-6 1 0,5-1 57 16,5-5 9-16,6-4 16 0,2-5 16 0,5-4-39 16,3 0-15-16,4-10 5 0,1-2-6 0,5-3-17 15,0-3 44-15,3-5-5 0,0-2 10 0,0-1 6 16,8-3-17-16,1 2-20 0,5-3-3 0,1 3 21 16,2 3-1-16,3 0 15 0,0 4-2 0,0 4-48 15,0 2-17-15,0 5-13 0,-2 3-8 16,2 6 16-16,2 0 7 0,0 7 6 0,0 6-3 0,-1 1-6 15,1 6 4-15,1 3-19 0,-2 4-2 16,3 2 13-16,-1 3-5 0,-1 0-21 0,-1 1-33 16,1-1-94-16,0 1-79 0,-1-1-118 0,-1-3-84 15,-1-1-47-15,1-1-69 0,0-4 26 0,0-5-6 16</inkml:trace>
  <inkml:trace contextRef="#ctx0" brushRef="#br0" timeOffset="99597.95">23038 7099 2238 0,'14'-21'6'0,"-4"0"-1"0,-2 3 1 0,0 1-4 15,1 2-8-15,-1 1 25 0,0 0 18 16,5 2 9-16,-1 2 19 0,4 0-23 0,0 1-25 16,3 2-1-16,-1 1-16 0,2-1 2 0,0 2-9 15,1 3-4-15,1-2 0 0,3 0 3 0,1 1 3 16,-2 0 7-16,1 0-17 0,2 0-3 0,0-2 5 15,-1 3 11-15,0-3 9 0,-5 0 8 0,0 0 12 16,-2 1 3-16,-3-1 62 0,1 1 27 0,-4-1 26 16,-1 1 11-16,-3-1-23 0,-3 4-5 0,1-2-9 15,-6 3-15-15,-1 0-29 0,0 0-28 0,0 0-10 16,-6 0-12-16,-1 0-17 0,2 0 1 16,-5 0-16-16,-1 0-8 0,-5 0 10 0,-3 7 0 15,-5-1 3-15,-4 3 7 0,-6 0 5 0,-2 1-3 16,-4 3-5-16,0 2 8 0,-2 0-12 0,3 2-5 15,-4 0 9-15,8 1-15 0,0 0 16 0,5 4-6 16,4 0-21-16,5 1 11 0,8 0-48 0,7 1-38 16,6 2 0-16,8 2-22 0,8 1 12 0,6 2 48 15,7 3 14-15,4 0 10 0,6 6 39 0,1-2-2 16,-2-1 5-16,0-2-12 0,-2 1 9 0,-3-6-2 16,-9-2 10-16,-5-4 29 0,-6-2 32 0,-13-1 28 15,0-3 4-15,-8-2-3 0,-5-2-35 0,-11 0-21 16,-3-1-29-16,-8-2-3 0,-3-3-4 0,-6-1-18 15,2-2 22-15,-4-2-7 0,1 0-14 16,6-3-62-16,0 0-95 0,2 0-161 0,4-7-138 16,3 0-86-16,3-5-100 0,8-1 82 0</inkml:trace>
  <inkml:trace contextRef="#ctx0" brushRef="#br0" timeOffset="100097.83">24071 7057 1959 0,'9'-7'-11'0,"-1"1"-22"0,-3 3-4 0,-2 0-4 15,3 1-9-15,-3 0 36 0,1-2-4 16,0-2-1-16,5 1 29 0,1 0-28 0,2 1 26 16,-1-2-8-16,4 2-6 0,1 1 0 0,2-2-24 15,-1 1 2-15,4 2-1 0,-3 0 15 0,3-1 4 16,1-1 14-16,-1 2-2 0,0-2 2 0,-3 2-2 15,3-1 6-15,-5 0 19 0,3 0 21 0,-3-1 34 16,-1 1 13-16,0-3 15 0,-3 1-5 0,1-2 24 16,1-2 2-16,0 0 37 0,-2-1 15 0,2 0-17 15,-2 2 2-15,1 1-44 0,-4 3-3 0,-1 4-14 16,-3 0-17-16,-5 0-27 0,0 0-32 0,0 0-18 16,-8 3-11-16,-5 1-2 0,-4-3-2 0,-1 2-3 15,-7 0 5-15,-5 3-5 0,-5 2 3 16,-5 2 14-16,-8 2-14 0,-4 4 4 0,-3 1 5 15,2 3-19-15,0 2 17 0,1-1 5 0,5 2-3 16,7 2-4-16,2 2-3 0,8 1-8 0,4 5-4 16,9-1 14-16,4 5-14 0,13 0 0 0,0 7-10 15,13-1-22-15,6 3 17 0,9-3-2 0,8 1 10 16,6-1 26-16,5-2-12 0,4-3 7 0,-1-3 13 16,1-3-20-16,-1-2 0 0,-7-6 10 0,-4-2-8 15,-9-4 18-15,-10-2 4 0,-5-6 6 0,-8-2-6 16,-7-2-19-16,-7-2 5 0,-8 1-53 0,-1-3-39 15,-9 0-46-15,-2-2-106 0,-7 2-56 16,0 0-94-16,-1 0-78 0,-4 0-85 0,5-1 5 16</inkml:trace>
  <inkml:trace contextRef="#ctx0" brushRef="#br0" timeOffset="100379.01">24960 7781 3639 0,'26'-3'2'0,"-4"-1"-12"0,-4-1-7 16,-7 0-5-16,0 1 2 0,-3-5 20 16,-4 1 10-16,0-1 27 0,-4 3 10 0,0-1-5 15,0 2-7-15,0 2-30 0,0 1-38 0,0 1-11 16,0 1-3-16,0 0-17 0,0 0 7 0,0 0 4 16,0 0 0-16,4 0 14 0,0 3 30 0,1-3 4 15,-1 0 10-15,0 0 26 0,1 0 3 0,-3 0 26 16,-2 0 1-16,0 0-4 0,0 0 7 0,0 0-17 15,0 0-5-15,0-6-17 0,-7 1-37 0,3-3-20 16,0 3-18-16,-1-1-4 0,3 1-34 0,-1-1-31 16,0 0-45-16,-1-1-88 0,3 2-55 0,-1 4-77 15,1-2-70-15,1 2-68 0,0-1-10 0</inkml:trace>
  <inkml:trace contextRef="#ctx0" brushRef="#br0" timeOffset="100848">25924 7063 2213 0,'8'-17'0'0,"0"3"-7"16,-2 1-2-16,3 1-6 0,4 4 9 0,1-3 12 15,-3 2 25-15,-1 2 25 0,4 1 15 0,-1-1 3 16,2 1-20-16,-2 0-25 0,4 1-16 0,-4 2-6 15,2-1 2-15,0 4 6 0,4 0-11 0,-3 0 3 16,1 0-3-16,-1 0 68 0,2 7 5 16,-4-1 2-16,2 3 19 0,-5 0-59 0,0 4-10 15,-2 5 1-15,-2 0-11 0,-6 5-10 0,-1 2 5 16,0 4 2-16,0 4-2 0,-9 2-4 0,-5 1 4 16,1 1-9-16,-4 1-10 0,-1 1 10 15,-2-3-12-15,-2-1 14 0,1-3-7 0,-4-2 7 0,-1-1 2 16,0-2-14-16,-3-2 8 0,-1-2 1 0,2-1-6 15,-2-3 11-15,1-1 31 0,3-2 25 0,4-5 60 16,2-1 30-16,4-4 12 0,0-6-34 0,8 0-46 16,0-8-3-16,4-3-1 0,-2-6 15 0,6-4 68 15,0-2-7-15,0-2-24 0,0-2-22 0,9 1-56 16,0 2-21-16,3 4-20 0,2 2 1 16,-1 3 11-16,2 4-1 0,0 2 30 0,3 4 10 15,0 5-25-15,1 0 9 0,1 8-25 0,-1 1-15 16,0 4 1-16,1 4-27 0,0 1 7 0,0 3-38 15,-2 4-57-15,1 0-57 0,-1-1-79 0,0 4-88 16,1-2-53-16,-1 0-116 0,-1-1-91 0,1 2-46 16,0-2-106-16,-1-3 114 0</inkml:trace>
  <inkml:trace contextRef="#ctx0" brushRef="#br0" timeOffset="101285.4">26755 7310 3222 0,'13'-22'0'0,"-3"4"-12"16,-1 1-19-16,-3 0 6 0,3 3-25 0,3-2 8 16,-1-1 7-16,0 2-2 0,7 1 25 0,-1 1 12 15,5 2-11-15,2-1-17 0,-1 1-11 0,3 1-77 16,-1-1 8-16,-1 1 3 0,1 2 7 0,-3 0 65 16,-1-1 13-16,-2 2 25 0,-3-1-7 0,-1 2 8 15,0 0 5-15,-1-2 0 0,-1 1 24 0,-3-1-6 16,-2-2 62-16,2 1-3 0,-2-1 30 0,1 2 47 15,-2 2-29-15,-1 2 34 0,-3 1-41 0,2 3-22 16,-5 0-7-16,0 0-15 0,0 0 15 0,0 0-33 16,-6 0-27-16,-2 0-25 0,0 0-20 15,-1 0 10-15,1 0 0 0,-1 0 1 0,1 0-6 16,-4 6-3-16,-1 0 0 0,-1 0 3 0,-2 5-2 16,-4 0 10-16,-2 5-13 0,1 3-1 0,-4 1 6 15,4 3-5-15,2 2 8 0,0 4-6 0,8 3 11 16,0 2-8-16,6 3-8 0,5 1 14 0,0 3-17 15,9 1 1-15,1-1 15 0,3 1-25 0,3-3 15 16,1-1 0-16,0-2 5 0,-2-4 15 0,-1-5-17 16,-4-2 9-16,-4-5-4 0,-6-1-8 0,0-6 12 15,0-1 6-15,-14-2-16 0,-4-1-17 0,-5-3-40 16,-3 0-40-16,-6-2-31 0,1 0-25 16,-4-2-42-16,-1-2-56 0,1 0-68 0,0 0-81 15,4-6-105-15,1 0-126 0</inkml:trace>
  <inkml:trace contextRef="#ctx0" brushRef="#br0" timeOffset="101785.62">27752 7076 3100 0,'11'-10'-45'15,"-4"0"-19"-15,-2 0-10 0,-5 2-57 0,5 2 95 16,-2-7 27-16,-3 4 20 0,4-1 50 0,-1 2-57 15,-2 2 8-15,4 1-17 0,4-1-2 0,-1 1 1 16,4 1 6-16,2-1-68 0,2 0 70 0,4-1-51 16,4 0 28-16,-2 2 26 0,3-1-7 0,1-1 11 15,0 0-7-15,3 0 0 0,-2 0-60 0,-1-2 58 16,0 0-50-16,3-1 55 0,1-2 1 0,-2 1-8 16,4-1 7-16,-2 2 58 0,-4 0 58 0,1 0 26 15,-5 2 38-15,-2 0-32 0,-3 3-16 0,-8-2-19 16,-1 2 13-16,-3 2-17 0,-5-1 26 0,0 3-1 15,0-2-33-15,-8 2-13 0,3 0-46 0,-1 0-15 16,-1 0-24-16,-2 0 2 0,5 0-20 16,-6 0 10-16,-1 5 0 0,-3-3-3 0,-2 3 6 15,-6 2-3-15,-7-1 8 0,-2 2-8 0,-4 3-8 16,-3 0 8-16,-1 2-13 0,2 0 2 0,2 2 11 16,2 0-5-16,6 2 13 0,7 1-5 0,0 1-9 15,7 2 4-15,3 2-6 0,7 0 0 0,3 2 3 16,8 0-6-16,4 0 3 0,6 3 3 0,5 2 21 15,4 1-21-15,3-1 18 0,2 1-11 0,-2 3-12 16,-2 0 20-16,-1-1-20 0,-4 0 18 0,-5-2-8 16,-2-3 2-16,-3 2 6 0,-7-5 2 0,-3 0 4 15,-3-3 10-15,0-2 2 0,0-2-13 0,-9 0 14 16,-8 0-19-16,-1-3-5 0,-6 1-25 16,1-4-33-16,-7 2-85 0,-4-3-114 0,1 0-114 15,-3-1-190-15,-1-1-142 0,1-5-151 0</inkml:trace>
  <inkml:trace contextRef="#ctx0" brushRef="#br0" timeOffset="101957.46">28759 7668 5180 0,'38'10'0'16,"-10"-3"5"-16,-8-2-2 0,-5-1-6 0,-15-4 9 15,10 0-3-15,-10-6 14 0,0 1-6 0,0 2-36 16,0-1-32-16,0 0-91 0,-7 0-93 0,1 2-115 15,3-3-120-15,-2 0-151 0,-3-4-170 0,5 1-122 16</inkml:trace>
  <inkml:trace contextRef="#ctx0" brushRef="#br0" timeOffset="102457.35">29731 6817 3137 0,'-6'-14'-5'16,"-1"3"-16"-16,3 3 0 0,4-1 2 0,0-3 19 15,0 1 40-15,8 3 53 0,-3 0 44 0,3 2 45 16,-2 1-8-16,2 2-37 0,-4-2-60 0,3-1-62 16,-4 5-10-16,0-2-12 0,2 0 15 0,1 2-3 15,2-1-5-15,2-1-8 0,-2 3 0 0,2 0 11 16,3 0 0-16,0 0-6 0,1 0 6 0,-3 0 4 15,2 0-7-15,-2 0 13 0,1 0-10 0,-2 0-8 16,0 6 15-16,-1 0-16 0,-1 3 11 0,0 1-10 16,1 2 3-16,1 3 20 0,-1 1 10 0,1 4 16 15,-3 2-8-15,0 2-5 0,-2 5-5 16,-5 2-3-16,0 3-2 0,-10 1 5 0,-6 2-26 16,0 0 0-16,-6 0 5 0,-1 1-10 0,-6-4 18 15,-1 0 0-15,0-5-21 0,-1 0 13 0,-3-1-10 16,3-3 0-16,-2-3 18 0,-1 0-18 0,4-2 5 15,0-1 2-15,3-5-4 0,4-1 25 0,0-5 17 16,6-2 13-16,4-4 26 0,3-2 7 0,5-5 16 16,5-5 21-16,0-4-15 0,6 1-23 0,3-5-26 15,3-1-28-15,0 1 0 0,9-2 25 0,-2 2-2 16,3 1 21-16,2 3 11 0,-1 1-7 0,4 6-15 16,0 1-29-16,-5 3-18 0,0 3-11 0,0 0 12 15,-4 0-15-15,-1 9 6 0,-2 3-73 16,-5-2-46-16,2 3-53 0,0 1-78 0,-1 2-20 15,-3 1-82-15,5 1-85 0,-2 0-116 0,-3 1-103 16,3-1-61-16,-3 2-59 0,1-4 164 0</inkml:trace>
  <inkml:trace contextRef="#ctx0" brushRef="#br0" timeOffset="102910.67">30415 6977 3709 0,'21'-33'17'0,"-2"6"3"0,-4 4-18 0,-1 3-10 0,0 0 1 15,2 2-8-15,-3 2 15 0,1 2 7 16,2 0-16-16,1 4 9 0,0 0-8 0,1 1-4 16,-2 0 12-16,1 2-10 0,-3 1 2 0,-1 1 6 15,-2-1-6-15,0 4 6 0,1-3 2 0,0 1-3 16,-3 0-4-16,2 0 0 0,-3 2-3 0,0-3-22 16,0 2-5-16,1-1-20 0,-1 0 1 0,1-1 25 15,0 1-3-15,-3-3 20 0,2 0 11 0,-1 1-2 16,-1 1 20-16,0-1 4 0,-3 1 18 0,-1 1 4 15,1 4 8-15,-3 0-10 0,0 0-5 16,0 0 1-16,0 0-11 0,0 0 21 0,0 0-13 0,-5 0-2 16,2 0 0-16,-3 0-12 0,1 0-8 15,0 0 0-15,-1 0-12 0,-2 0 4 0,-4 6-5 16,-1 3 9-16,-1-2 1 0,-2 2-12 0,-3 4 11 16,-1 0-14-16,0 3 8 0,-3 2-5 0,2 0-1 15,-1 5 12-15,0 0-11 0,1 5 20 0,4 2-5 16,-1 1-20-16,7 3 5 0,2 0 2 0,4 1 6 15,0-1 7-15,5 4-5 0,0-2-18 0,13-1 11 16,-2 0-1-16,5-1 13 0,-2-1 13 0,3 0-21 16,1-3 14-16,1-5-11 0,-3 0-5 0,-2-6 7 15,-5-2 3-15,-2-5-5 0,-1-3 3 16,-6-4-6-16,0 0-4 0,-13-5-48 0,2 0-58 16,-8 0-59-16,-4-6-54 0,-6 0-12 0,0-1-72 15,-7-2-33-15,2 0-93 0,-1-2-89 0,1-1-53 16</inkml:trace>
  <inkml:trace contextRef="#ctx0" brushRef="#br0" timeOffset="103394.93">31090 6792 1385 0,'8'-3'-2'0,"-1"0"-8"16,0 2 6-16,1 0 2 0,0-2-12 0,6 0 13 15,-2 3-3-15,6-2-4 0,-2 1 22 0,1-2-3 16,2 1-5-16,-3 0 6 0,2 1-12 16,-1 1 17-16,1-1 41 0,-2-2 6 0,2 1 26 15,-2 0 4-15,1 0-26 0,-3-2-11 0,2 1-18 16,-2-2-25-16,4 1-14 0,-1-2 4 0,-1 0 1 16,2 0 20-16,-1 0 31 0,0 0 18 0,-4 2 8 15,1 0 7-15,-3-2 2 0,-5 2 7 0,2 2 12 16,-3-1 38-16,-2 1 10 0,-2 0-11 0,-1 2-28 15,0-2-60-15,0 1-36 0,-9-1-20 0,3 1-8 16,-2 0 5-16,-8 1-7 0,2 0 2 0,-8 0 3 16,-3 5-3-16,-1-1 12 0,-7 2 0 15,-3 0 5-15,-2 2-12 0,0 0 2 0,-1 1-4 16,5 4-8-16,-1-2 15 0,4 3-2 0,2 3 1 16,7 2 20-16,1 3 17 0,8 1 16 15,4 4 40-15,6 1 2 0,3 4 21 0,8 5 7 0,1 0 19 16,6 1 28-16,4 2-2 0,3 1-12 0,2 2-48 15,3 1-40-15,-2-4-31 0,2-1-14 0,-4-2 0 16,-2-3 11-16,-5-4-3 0,-5-5 4 0,-11-3-14 16,0-4 0-16,0-5-11 0,-10 0-9 0,-5-2 9 15,-1-2-50-15,-10-2-43 0,-2 3-57 0,-4-3-98 16,-3-2-46-16,-3 1-73 0,-4-1-101 0,1-1-107 16,-2-1-129-16,2-3-95 0</inkml:trace>
  <inkml:trace contextRef="#ctx0" brushRef="#br0" timeOffset="103567.18">31328 7397 3560 0,'27'7'39'0,"-6"-1"53"16,-4-2 63-16,-7-1 46 0,4-3 25 0,-6 0 6 16,-3 0-44-16,-2 0-16 0,0 0-80 0,1 0-42 15,-2 0-19-15,-2 0-65 0,0 0-46 0,0 0-116 16,0 0-111-16,0-3-115 0,-6 3-126 0,0 0-114 15,6-3-142-15,-4 0-4 0</inkml:trace>
  <inkml:trace contextRef="#ctx0" brushRef="#br0" timeOffset="104035.83">32596 6589 3270 0,'10'-5'-3'0,"-3"-1"-16"0,-2 3 24 0,-1 3 41 16,-1 0 63-16,-3 0 83 0,0 0 43 16,0 0-20-16,-7 0-54 0,1 0-73 0,-2 0-56 15,0 0-27-15,0 0-7 0,2 0 7 0,-5 0-10 16,-3 9 5-16,-3-1 5 0,-4 4 0 0,-6 6-15 15,-6 0 2-15,-3 5-3 0,-1 2 6 0,1 4 10 16,-1 2-5-16,2 2 11 0,2 0-6 0,3 1-2 16,5 3 15-16,3 0-15 0,6 1 8 0,0-1-1 15,10 1 6-15,6-1 16 0,0 1-3 0,0-1 11 16,11-2-13-16,5-1-11 0,5-3 0 0,4 0 6 16,5-2-14-16,1-4 11 0,4-3-19 15,3-1 8-15,0-4 1 0,2-4 10 0,-2-4 5 16,2-4 4-16,-2-5 15 0,-1 0 1 0,-2-8 31 15,-4-4-3-15,3-2 18 0,-4-5 3 0,-3-5-2 16,-2-1 7-16,-2-6-3 0,-3-6-22 0,-2-3-17 16,-1-5-33-16,-5-6-23 0,-3-5 6 0,-4-2-12 15,-5-3 4-15,0-2-1 0,0 4-56 16,-13 2-59-16,-1 5-103 0,-8 6-181 0,-3 10-156 0,-9 8-252 16,-7 10-289-16,-4 18 122 0</inkml:trace>
  <inkml:trace contextRef="#ctx0" brushRef="#br0" timeOffset="117006.61">20393 9805 1623 0,'0'-12'-4'0,"0"1"-10"0,-5 3 8 15,1 2-16-15,4 6 22 0,0 0 20 0,-5 6 43 16,2 5 74-16,-4 8 15 0,0 5 24 15,-5 6-27-15,3 5-28 0,-7 4-32 0,2 3-36 16,-3 2-20-16,0 1-27 0,3-3-3 0,3-1 1 16,1 0-2-16,0-3-8 0,5-1 8 0,0-3-2 15,4-1-2-15,1-3-70 0,0-2-77 0,0-3-80 16,0-3-85-16,0-3-58 0,0-4-58 0,0-3 14 16</inkml:trace>
  <inkml:trace contextRef="#ctx0" brushRef="#br0" timeOffset="117287.75">19928 9962 1910 0,'-17'-13'14'0,"-4"1"19"16,1-1 24-16,1 2 25 0,1-3 31 0,2-1 21 16,1 3-16-16,4-1 12 0,4 3 7 0,4-1-2 15,3 1 0-15,0 3-33 0,10-2-44 0,-2-2-32 16,3 6-7-16,1-3-5 0,6 1-5 0,1 0 1 15,3 1-10-15,4 1 2 0,0-1-9 0,7 2 10 16,5 0 11-16,0-1-19 0,3 4 15 16,3-3-15-16,1 2 0 0,4 1 24 0,0 1-21 15,1 0-3-15,6 0 10 0,-4 0-10 0,3 0 8 16,-1 0-6-16,0 0-63 0,-2 5-104 0,-5-5-90 16,-4 5-64-16,0-1-30 0,-9 0 20 0,-4 1 35 15,-4 1 15-15,-9-1 14 0,-4 3 23 0,-7-1-7 16</inkml:trace>
  <inkml:trace contextRef="#ctx0" brushRef="#br0" timeOffset="117475.5">20023 10203 1712 0,'-31'15'0'0,"2"-2"12"16,5-1 2-16,4-4 19 0,4 0 20 0,6-3 5 15,4 2 28-15,0-2 17 0,6 1 1 16,0 2 9-16,0-2-22 0,11 1-30 0,4 0-24 15,3 1-17-15,7-1-7 0,9 0-6 0,4 0-1 16,4 1-34-16,4-2-78 0,8-1-98 0,3-3-100 16,6-2-101-16,0 0-53 0,4 0 30 0</inkml:trace>
  <inkml:trace contextRef="#ctx0" brushRef="#br0" timeOffset="117991.04">21147 10010 2230 0,'0'-20'30'15,"0"-1"53"-15,-6 3 15 0,-3 1 68 0,-1 3-36 16,0 2-44-16,1 3 2 0,1 4-41 0,2 5 27 16,1 0 10-16,-3 13 3 0,2 5-6 15,-2 4-14-15,-2 5 1 0,0 5-10 0,-2 5-22 16,1 2 3-16,0 3-19 0,3-1-8 0,0-2 5 16,5 3-7-16,0-3-12 0,0-2 4 0,3-1-7 15,0-4-5-15,0-3 15 0,0 1-2 0,8-7-3 16,-4 1 0-16,-4-5 0 0,4-2-40 0,-4-3-23 15,3-3-24-15,-2-5-26 0,-1-1-19 0,0-5-47 16,0 0 11-16,0 0 2 0,0-9 18 0,-4-3 82 16,4-3 16-16,-7-6 10 0,7-3 27 0,0-7-4 15,0-1-4-15,0-5 6 0,0-1 8 0,8-3 3 16,0 1 4-16,3-2 9 0,-1 3-7 16,-1-2 0-16,4 1 4 0,-2 1 5 0,-1 1 6 15,-1 2 31-15,0 2 7 0,-2 0-3 0,2 2 3 16,-3 1-22-16,2 1-17 0,-1 3-9 0,-1 0-1 15,2 0-3-15,-3 2 12 0,3 4-6 0,0 0 52 16,2 5-9-16,3-2-7 0,0 3 16 0,4 1-56 16,5 4 6-16,2 2-11 0,3 1 14 0,2 2 0 15,1 5-17-15,1 0 19 0,-1 0-11 0,-3 8 27 16,2 2 29-16,-4 5-3 0,-3 4 7 0,-3 1-15 16,-2 5 7-16,-6 5-5 0,-3 1 3 15,-8 2-5-15,0 3-18 0,0-3 4 0,-12 0-17 16,-7-2 10-16,-4 0-9 0,-5-3-10 0,-4-3 0 15,-7-5-10-15,-1-1 7 16,-2-3 8-16,-4-2-8 0,0-2 0 16,0-2-16-16,3-3-50 0,4 0-63 0,1-2-135 0,7-2-117 0,1-2-128 0,4-1-113 15,5 0-25-15</inkml:trace>
  <inkml:trace contextRef="#ctx0" brushRef="#br0" timeOffset="118913.08">24741 9826 1567 0,'-9'-7'16'0,"1"0"2"15,-1-4 24-15,-1 3 40 0,2 2 14 0,-3-1 24 16,-2-3 1-16,-1 3-17 0,-2-3-8 0,0 3-3 15,-3 0-8-15,-1 3-21 0,1 0-23 16,-5 2-16-16,1 2-12 0,-4 0-2 0,0 7-4 16,0 3-5-16,-2 0-4 0,1 3 4 0,-2 3-2 15,1 3-2-15,-1 2 4 0,5 3-4 0,0-1 4 16,1 4 1-16,3 0-1 0,3 2-2 0,5-1-7 16,0 2 18-16,5 0-13 0,7 1 2 0,1 0 7 15,6-1-12-15,6 0 5 0,5-1 5 0,6 1-5 16,6-4 0-16,2 2-7 0,6-3 11 0,2-2-6 15,4 0 4-15,-4-1 7 0,1-3-15 0,-5-2 10 16,-7 0 1-16,-2-5-1 0,-8-2 21 16,-6-2 8-16,-12-2 22 0,0-1-8 0,-8-2-6 15,-10-3-5-15,-4 0-26 0,-11 0 6 0,-7-5-19 16,-6 0 8-16,-6 0-12 0,-3-2-31 0,-2-1-46 16,5-2-131-16,-2 0-137 0,5-1-127 0,8 0-133 15,5-2 100-15</inkml:trace>
  <inkml:trace contextRef="#ctx0" brushRef="#br0" timeOffset="119585.11">25012 10093 2850 0,'23'-6'6'0,"-7"-1"-8"15,-3 1-3-15,-5 0 5 0,-8 3-18 0,0-2 2 16,0-1-2-16,0 3-2 0,0 3 4 0,-8 0 7 15,3 0 11-15,-3 10 7 0,2 3 5 0,-2 0 8 16,0 1-4-16,-3 4-15 0,1 3 22 0,1 1-9 16,0-2-7-16,2 1 16 0,2 1-27 0,2-1 2 15,2-3 4-15,-1-1-4 0,2-2 5 0,0-1-5 16,0-3 0-16,0-3-41 0,0-3-12 0,0-1 1 16,0-3-2-16,0-1 32 0,0 0 6 0,0-5 2 15,0-3 5-15,0 1 4 0,0-4 3 16,0-1 0-16,0-6 5 0,0 2-3 0,0-5 6 15,0-2-8-15,6-1-5 0,1-1 7 0,-1-1 7 16,3 0 27-16,1-3 57 0,0 4 26 0,2 0 7 16,-2 3-3-16,-1 1-46 0,0 2-30 0,1 2 3 15,-2 4 9-15,-1 0-9 0,-2 4 5 0,0 0-4 16,2 1-29-16,-4 2-1 0,-1 2-9 0,2 1-27 16,1 2 7-16,-2 1 0 0,0 0 0 0,0 0 8 15,4 0 9-15,-1 8-9 0,2 4 19 0,5 0 0 16,-1 6-17-16,2 1 10 0,2 4-5 0,2 2-5 15,-2 2 0-15,1 1 2 0,-1 1-9 0,3-1 7 16,-5-1 10-16,0-1-5 0,1-2-3 16,-3-2 3-16,-1 0-5 0,1-3-10 0,-2-3-19 15,-2-1-24-15,0-2-30 0,1-1 1 0,-2-4 13 16,-1 0 26-16,2 0 22 0,-2-6 4 0,1 1 22 16,-3-3-10-16,1 0 15 0,2-5 1 0,-2-5-13 15,0 0 2-15,3-4-5 0,-3-1 3 0,3-3-1 16,0-2 8-16,-2-3-3 0,2 1-11 0,0-4 14 15,3 2-3-15,-1-4 3 0,-1 1 12 0,4-2 18 16,-2 2 20-16,0-4 20 0,5 3 7 0,-2 0-31 16,3-1-7-16,-2 3-17 0,0 1-15 15,2 5 27-15,1-2 6 0,3 6 17 0,-5 1 18 0,3 3-25 16,-2 3-22-16,0 4-5 0,1 5-18 16,-4 0-2-16,1 11 61 0,-2 5 9 0,0 3 8 15,0 7-1-15,-2 6-51 0,-1 2-31 0,-1 7 2 16,-1 1-2-16,-3 3 2 0,-4-1 5 0,-1 1-2 15,0 1 0-15,0-4 0 0,0 0-10 0,-5-3-92 16,1-2-114-16,0-3-180 0,-1-3-212 0,-2 0-159 16,2-5-116-16</inkml:trace>
  <inkml:trace contextRef="#ctx0" brushRef="#br0" timeOffset="120444.28">22317 10046 2273 0,'0'0'-7'0,"0"0"1"0,-11 0-5 0,2 0 4 16,-2 7-1-16,-2-2 8 0,-1 2 6 0,-2 2-6 16,2 4 5-16,-2 0-5 0,0 4-3 0,1-2 10 15,-2 4-7-15,4 1 0 0,0 1-2 0,3-2-5 16,1 1 11-16,2-1-4 0,3 0 5 15,0-2-5-15,1-2-2 0,2-1 2 0,1-4-3 16,-4-1 1-16,4-1 7 0,0-4-8 0,0-1 3 16,0-2 3-16,0-1-12 0,0 0 11 0,0 0-2 15,0-4 4-15,7-3 1 0,-2 0-8 0,-1 0 3 16,1-5-12-16,4-1 12 0,-1-2-2 0,0-2 4 16,2-1 9-16,2-1-9 0,-4-2 4 15,4-2-6-15,0 1 11 0,-1-1 6 0,3-1 9 0,-1-1 24 16,0 0-8-16,1 0 10 0,-3 0 5 15,5 1-10-15,-3 1 35 0,-3 1 22 0,2 4 5 16,-3 2-6-16,0 2-31 0,-2 5-35 0,-1 1-30 16,-3 5-2-16,2 3-3 0,-1 0 0 0,-3 8 17 15,5 4 0-15,-3 5-7 0,4 5-5 0,-3 2-3 16,3 6-1-16,-1 2 11 0,3 3-2 0,-2 0-12 16,-1-2 7-16,2 1-3 0,1-1-1 0,-2-4 6 15,-1-3-9-15,2 1-14 0,0-5-54 0,-2 0-112 16,1-5-103-16,-2-2-106 0,1 0-76 0,-2-4-18 15,1-3-30-15</inkml:trace>
  <inkml:trace contextRef="#ctx0" brushRef="#br0" timeOffset="121194.43">22320 10199 1269 0,'-15'0'-4'16,"0"0"11"-16,0-6-5 0,4 6 25 0,1-4 10 15,-1 2 40-15,6-3 20 0,2 5-32 0,2 0 9 16,1 0-60-16,0 0-12 0,4 0 3 0,4 0-13 16,5 0 10-16,0 0 2 0,5 0-2 0,2 0-13 15,5 0-35-15,3 0-41 0,2-6-10 0,4 4 7 16,-3-3 37-16,1 1 33 0,-1-1 18 0,0-1 4 16,0 1-2-16,-1-4 2 0,-1 2 16 0,1-1 41 15,-2 1 34-15,-1-2 32 0,-4 0 36 16,-2 2 5-16,-2-4-9 0,-2 3 21 0,-9-1-32 15,0 1-32-15,-4 0 28 0,-4 1 3 0,0-1-3 16,0 0-9-16,0 4-62 0,0 0-47 0,0 2-22 16,0 2-2-16,0 0 7 0,0 8 0 0,-5 2 3 15,-2 5-10-15,2 1 4 0,-2 4-8 0,1 4 16 16,-3 0 2-16,1 3-12 0,4 0 12 0,-1-3-18 16,2 2 4-16,0-4-7 0,3-3-47 0,0-1-103 15,0-2-60-15,0-3-51 0,0-4-25 0,0 1 60 16,0-4-20-16,0-3 41 0,-5 0 4 0,5 0 1 15,-6-2 53-15,6-1 16 0,0 0 57 16,0-10 51-16,0 3 47 0,0-4 32 0,0 0 27 16,0-5 51-16,0-1 38 0,0-3 21 0,0-1 5 15,0-1-13-15,0 0-33 0,4 1-11 0,1 1-6 16,0-2-6-16,1 4 18 0,-3 0-24 0,2 1-11 16,0 1-2-16,0 2-3 0,0 3 14 0,-2-1-11 15,4 4-31-15,-4 3-54 0,2 0-25 0,-1 5-7 16,-3 0-2-16,2 0 11 0,1 0-7 0,-3 8 15 15,7 2 2-15,-4 2 9 0,3 0 9 0,-1 4-21 16,2 1-2-16,3 1-44 0,0 1-79 0,1-1-53 16,-2 2-68-16,0-2-30 0,1 1 32 0,2-1-21 15,0-4 2-15,-3 1 4 0,1-3-6 0,1-2 39 16,2-4 40-16,-1 0 48 0,-3-4 59 0,-2 0 42 16,0-2 90-16,-3 0 33 0,2 0 60 15,-5-7 49-15,-2 0-8 0,0-4 22 0,0-1-14 16,-6 1-16-16,0-5-20 0,1-5-21 0,-1 0 1 15,1-5-17-15,2-2 24 0,-5-3 1 0,3-1 29 16,1-2 33-16,0 2-30 0,3 1 14 0,-1 4-58 16,0 4-29-16,2 5-33 0,0 5-26 0,0 5-39 15,0 4-10-15,0 4 0 0,0 0 2 0,0 12 10 16,0 1 0-16,0 5 8 0,0 4-15 0,0 2 2 16,0 5-9-16,0 3-1 0,0 0 8 0,0 2-10 15,0-1 13-15,0-3-11 0,0 0-14 16,0-1-77-16,5-4-153 0,-1-1-108 0,0-2-111 15,4-3-24-15,0-3-20 0,0-3-34 0</inkml:trace>
  <inkml:trace contextRef="#ctx0" brushRef="#br0" timeOffset="121397.52">23237 10075 2187 0,'8'-17'15'0,"-3"3"30"0,3 0 46 0,-3 0 9 16,3 1-1-16,0 0 3 0,-4 1-4 0,1 2-22 15,0 4-12-15,-2 0-37 0,2 4-40 0,-4 2 17 16,2 0 8-16,-3 10-3 0,0 4 0 0,0 1 5 16,0 4-3-16,0 1 15 0,-6 4-15 15,2 1-68-15,-1 0-87 0,2 0-107 0,-1 0-76 16,1-1-45-16,2-3-45 0,1-1-45 0,0-3 46 16</inkml:trace>
  <inkml:trace contextRef="#ctx0" brushRef="#br0" timeOffset="121632.16">23399 10003 2351 0,'3'-25'59'0,"0"1"34"0,0 2 101 15,1 5 24-15,0-1-7 0,-2 1 16 0,2 2-87 16,-1 3 24-16,2 2-43 0,-1 3-35 0,0 2-29 16,0 2-36-16,2 3-24 0,3 0 3 15,1 10 33-15,3 2 3 0,2 6 18 0,6 1-7 0,-4 3 0 16,4 6-19-16,-4-2 6 0,2 3-3 15,-2 0-10-15,-4-1 0 0,-3-1 3 0,-4 1 11 16,0-3-6-16,-6 1 19 0,0-2 0 16,-11 0-5-16,-1-3-8 0,-4-2-11 0,-3 0-24 0,-8-5-32 15,-3 0-64-15,-3 0-162 0,-5-3-236 0,-5-4-298 16,-1 0-258-16</inkml:trace>
  <inkml:trace contextRef="#ctx0" brushRef="#br0" timeOffset="-186352.76">22070 11212 48 0,'173'-5'-12'0</inkml:trace>
  <inkml:trace contextRef="#ctx0" brushRef="#br0" timeOffset="-185008.98">21667 11184 875 0,'-134'5'-6'0,"6"-4"6"0,5 3 0 0,6-1-2 16,6 1 8-16,5-2-10 0,8 2 6 0,5-1 0 15,6 2-2-15,8-1-4 0,5 2 2 0,7 1-4 16,5-2 10-16,7 1-8 0,7-1 4 0,5 1 8 15,1 0-10-15,7-1-2 0,5 1 4 0,2-2-1 16,1 3 19-16,4-2 21 0,3-2 32 0,5 0 22 16,3 1 16-16,6-1 2 0,6-2-41 0,0 1-25 15,14-2-13-15,7 0 12 0,9 0 16 0,10-7 3 16,10 0 6-16,15-1 8 0,14-2-3 0,16-1 17 16,19-1-18-16,14 3-19 0,17-4-24 0,18 2-9 15,16-1-6-15,14 1-7 0,15 2 5 0,11-2-4 16,8 6-3-16,7-3 2 0,2 4-4 15,0 0 1-15,-7 3-1 0,-6 1-8 0,-10 0 6 16,-8 0-2-16,-13 0 6 0,-10 0 1 0,-11 5 4 16,-15-5-9-16,-7 4-6 0,-9-4-1 0,-10 3-4 15,-11-3 9-15,-16 2-6 0,-12-2 8 0,-14 3-2 16,-12-3-8-16,-19 0 3 0,-11 0-7 0,-13 0 3 16,-14 0-1-16,-8 0 3 0,-14-8 5 0,-11 4-7 15,-12-1 9-15,-7 1-4 0,-8-2 4 0,-13-1-2 16,-11 2-2-16,-5-2 4 0,-9 1 2 0,-6 1-2 15,-10-1 8-15,-2 0-10 0,-6 2-2 16,-6-1 4-16,-6 3-8 0,-6-3 12 0,-6 2 3 16,-8 0-1-16,-3 2-4 0,-7 1-6 0,-5 0-1 15,-1 0 3-15,-4 0 2 0,0 0 0 0,3 4-2 16,0 1-15-16,4 0 13 0,4 3-2 0,-3-1-5 16,11 3 18-16,1-3-16 0,10 4 5 0,4-2 0 15,5 1 1-15,7 1 1 0,9-1-2 0,9-1 0 16,2 0-2-16,10 1 1 0,6 0 10 0,11-2-5 15,12 0 6-15,7 0-10 0,11-3-1 16,8 2 3-16,12-3 11 0,6 0 4 0,17-2-1 16,0 0 1-16,18-2-13 0,14 0 6 0,13 0-2 0,17-5-4 15,17-1-2-15,16 1 2 0,19-3 4 16,14-1 26-16,22-2 4 0,15 0 7 0,17 0 17 16,13 0 9-16,15 1 9 0,15 1 3 0,10-2-35 15,10 4-22-15,5 2-16 0,1-1-15 0,1 5 16 16,-5 0 0-16,-2 1-1 0,-10 0 1 0,-8 0-9 15,-15 0 2-15,-8 6-5 0,-17-2 5 0,-12-1 0 16,-15 0-2-16,-17 1 0 0,-14-1 2 0,-14 0 2 16,-19-1-2-16,-11 1 7 0,-18-3-12 0,-14 2 5 15,-17-2-4-15,-11 0-7 0,-16 0 11 0,-9 0-3 16,-25 0-1-16,-15 0 2 0,-15-5 8 0,-15 1-1 16,-24-1-3-16,-15-2-6 0,-18 1-10 15,-16 1 1-15,-17-3 2 0,-14 1-2 0,-8 0 11 16,-11 0-2-16,-8 1 0 0,-6 1 10 0,-6 0-13 15,-5 2 5-15,-4 1-7 0,-2 2-2 0,-1 0 14 16,-3 0-12-16,3 10 9 0,2-2-13 0,4 3 4 16,9 0 4-16,9 4 5 0,10-2 3 0,9 4-14 15,15-1 4-15,13 0-6 0,20 1 13 0,14-1 0 16,13-1 2-16,19 2-2 0,16-3-2 0,16-2-2 16,10-2 1-16,18-1 3 0,10 1 20 15,18-3-7-15,8 0 0 0,17-4 3 0,17 0-16 16,18-3-2-16,17 0-1 0,21-8 1 0,18-1-4 0,21-1 12 15,18-2-3-15,16 1 5 0,18-3 23 16,14 3 2-16,14-3 18 0,13 3 37 0,13 0-7 16,11 1 5-16,5 4-25 0,8 1-43 0,-2 1-4 15,0 4-14-15,-4 0 14 0,-8 0 0 0,-12 7-12 16,-16-1 10-16,-16 0-5 0,-18-2-5 0,-16 2 10 16,-20-4-3-16,-17 1-13 0,-17-1 8 0,-22-2-11 15,-12 3-2-15,-19-3 21 0,-12 0 18 0,-18 0-2 16,-13 0 4-16,-17 0-20 0,-15-5-17 0,-19 0 1 15,-16-1 11-15,-19 1 5 0,-21-2-8 0,-23-1-1 16,-22-2-15-16,-19 3 5 0,-23-4 2 0,-16 1 12 16,-15-1-5-16,-15 0 6 0,-10 0-1 15,-8 1-7-15,-7 2 4 0,-6 1 10 0,1 1-7 16,0 2 10-16,5 2-6 0,4 2 6 0,8 0 7 16,15 0-1-16,12 8 1 0,16-3-14 0,19 2-6 15,19-1-1-15,21 2-6 0,20-1 13 0,22-2 2 16,21 1 0-16,19 1 19 0,18-2-19 0,26 1 8 15,18-2-1-15,23 0-14 0,24 1 2 0,26-5-2 16,30 0-3-16,25 0 0 16,28 0 10-16,26-9-12 0,24 1-16 0,21-1-53 0,11 1-152 15,10 0-113-15,1 0-168 0,-3-1-172 0,-6 2 34 0</inkml:trace>
  <inkml:trace contextRef="#ctx0" brushRef="#br0" timeOffset="-183742.75">26787 10004 1720 0,'-3'3'2'0,"-3"2"-2"0,3-4 12 0,3 2 7 16,0-1 17-16,0-2 24 0,0 1-4 0,0-1 15 15,6 0-15-15,0 0-24 0,0 0-11 0,-1-3-11 16,7-1-14-16,1 0 6 0,4 2-4 0,1-1-2 16,4 0 8-16,2-1-21 0,3 2-20 15,3 1-77-15,0 0-87 0,0-1-66 0,0 0-70 16,-4 0-35-16,0-1 48 0</inkml:trace>
  <inkml:trace contextRef="#ctx0" brushRef="#br0" timeOffset="-183570.87">26732 10153 1729 0,'-19'9'0'0,"6"0"4"0,1-4 2 15,2 3 22-15,10-4 13 0,0-4 9 0,0 0 10 16,0 0 4-16,0 0 8 0,12 0-9 0,0 0-17 16,2 0-27-16,3-4-12 0,2 2-7 15,4-1-2-15,4 0-5 0,3 1-54 0,4 0-66 16,1-2-85-16,4 1-98 0,1 0-57 0,1-3-55 15</inkml:trace>
  <inkml:trace contextRef="#ctx0" brushRef="#br0" timeOffset="-183258.48">27189 9753 3147 0,'-16'-12'11'15,"2"1"-1"-15,0 2 8 0,-1 0-6 0,5 4-14 16,-2-1 16-16,4 0-7 0,3 3 7 0,-1 1-11 16,6 2-1-16,0 0-4 0,0 0-3 0,6 0 7 15,1 6-9-15,-1 4 10 0,4 2-1 0,2 1 7 16,3 5-4-16,3 1-3 0,6 4 3 0,0 3 0 16,3-1 4-16,0 1-4 0,0 2-10 0,-1 0 1 15,0-3 1-15,-5 0-6 0,-4 0-5 0,-4-2-5 16,-3-1-3-16,-7-1 17 0,-3 1 15 0,0-4-15 15,-8 1-4-15,-2-3 9 0,-5-1-5 0,0 1 15 16,-1-3 4-16,-5 2-57 0,5-1-47 16,-4-3-103-16,1 0-101 0,1-2-66 0,4-2-50 15,5 1-35-15,1 0-48 0,2-4 89 0</inkml:trace>
  <inkml:trace contextRef="#ctx0" brushRef="#br0" timeOffset="-182992.48">27895 9893 3175 0,'4'-13'0'0,"-1"4"4"15,-2 1 1-15,1 2-12 0,0 6 0 0,-2 0-2 16,0 0 1-16,0 0 13 0,0 0-1 0,-7 0-1 15,7 0 4-15,0 8 12 0,0 1 24 0,0 4-5 16,0 3-5-16,0 5-9 0,0 2-26 0,7 5 2 16,-1 1-5-16,-1 1 12 0,2 1-50 0,-3 1-130 15,-3-3-105-15,6 0-143 0,-6-3-95 0,3-3-51 16,-1 1 18-16</inkml:trace>
  <inkml:trace contextRef="#ctx0" brushRef="#br0" timeOffset="-182522.11">28427 10138 2238 0,'11'-19'2'0,"0"-1"9"0,-3-3-9 0,-3 0 39 16,-1 2 36-16,0-3 10 0,-1 1 110 0,3 0-2 16,-3 1 1-16,0 1 7 0,-1 5-76 0,-2 0-18 15,0 4-49-15,0 3-3 0,-8 0-13 0,-1 5-17 16,-1 0 13-16,0 1-25 0,0 2-15 0,-2 1-13 15,3 0-9-15,-4 0 15 0,4 0-13 0,-7 6 20 16,2 0 7-16,0 0-4 0,-1 3 24 0,-3 0-17 16,1 3-20-16,2-2-17 0,0 4-52 0,1-1-38 15,5 1-22-15,2 1-46 0,3-2-33 0,-1 0-25 16,0 1-6-16,5-3-3 0,0 0 28 16,0-1 24-16,6 2-3 0,4-4 38 0,-2 1 21 0,4-1 18 15,0-1 65-15,5-1 16 0,-3 0 22 0,1-2 27 16,0-2 24-16,1-2 28 0,0 0 63 15,-2 0 49-15,4-5 10 0,-6 0 34 0,1 1 1 16,-4-1 16-16,-1-4 43 0,2 2 0 0,-4-1-11 16,0 1-6-16,-2-4-48 0,-1 1-9 0,-1 1-3 15,2 1-35-15,-4-1 3 0,0 3-5 0,0-1-30 16,0 2-10-16,0 2-35 0,0 2-36 0,0-1-34 16,0 2-10-16,0 0-11 0,0 0-17 0,0 4 11 15,0 1 6-15,0 0-8 0,0 2 19 0,0 4 13 16,0 3-13-16,0 2 13 0,0 3-11 0,0 4-13 15,5 2-13-15,-1 5-73 0,1 1-76 16,-2-4-105-16,1 2-103 0,-3 0-99 0,3-2-91 0,-3-2-53 16,-1-3-94-16,0-1 103 0</inkml:trace>
  <inkml:trace contextRef="#ctx0" brushRef="#br0" timeOffset="-182084.72">28852 10005 1680 0,'5'-19'4'0,"-2"1"2"16,0 1 0-16,-3 4-2 0,5 0-4 0,-2 1 12 15,-1-1 35-15,1 1 34 0,1 0 22 0,3 5-1 16,-2 0-31-16,3 1-26 0,1 1-24 0,0 0-12 16,3 2-4-16,0 0 7 0,3 1 16 15,0 0 22-15,0-1 8 0,2 1-17 0,-1-1-19 16,-1 3-22-16,0-2-9 0,0 1 0 0,-3 1-6 15,-1 0 4-15,1 0 1 0,-4 4-6 0,2 3 6 16,-4-1-10-16,0 1 3 0,-1 1 47 0,-2 3 27 16,1 2 15-16,-4 3-2 0,0 0-39 0,0 3-25 15,-12 3-4-15,2 2-4 0,-2 1 7 0,-3 1 4 16,0-1-5-16,-2 3 3 0,-1-1-7 0,-2-3-2 16,1 1 2-16,-3-1 0 0,0-3 2 0,0 0-13 15,2-2 6-15,0-5 8 0,2 1-3 0,3-5 11 16,2 0 52-16,2-3 34 0,5-3 43 15,1-2 52-15,2-2-17 0,3 0-20 0,0 0-27 16,0 0-41-16,0 0-47 0,5-5-8 0,-1 1-20 16,5 2-14-16,0-2-8 0,2 2-5 0,4-2 8 15,3-1-3-15,6 2 10 0,-1 1-20 0,4-3 3 16,-1 4-32-16,1 1-70 0,-1 0-63 0,0 0-146 16,-3 0-70-16,0 6-68 0,4-2-109 0,-4 3 1 15</inkml:trace>
  <inkml:trace contextRef="#ctx0" brushRef="#br0" timeOffset="-181756.66">29636 10313 2085 0,'0'-13'-2'0,"0"1"-5"0,0 0 1 15,0 4 12-15,0-4 26 0,0 3 24 0,0 2 49 16,-6 2 8-16,6 2-19 0,0 3-27 0,-3 0-49 15,3 0-25-15,0 0-2 0,0 0 0 0,0 5 5 16,0-1-5-16,0-2 3 0,0 1-7 0,0-3 8 16,0 1 12-16,0 2 2 0,0-2 8 15,3 3-12-15,0 0-1 0,4-1-8 0,-2 2-1 16,4-3 3-16,-3 3 0 0,0-3 4 0,3 0 16 16,-6-1-10-16,3 1 3 0,-3-2-4 0,-3 0-11 15,0 0 13-15,0 0 56 0,0 0 3 0,0 0 18 16,0 0-21-16,-8 0-56 0,5 0-2 0,-2 0-18 15,4-3 6-15,-3 3-58 0,1-3-7 0,-2 2-24 16,4-2-46-16,-4 0-1 0,1 2-64 0,1-3-77 16,3 0-46-16,0 1-57 0,0 1-57 0</inkml:trace>
  <inkml:trace contextRef="#ctx0" brushRef="#br0" timeOffset="-181506.72">30234 9765 3025 0,'0'-15'2'0,"0"3"0"0,0 4-7 0,0 3 1 16,0 1-10-16,0 4-7 0,-6 0 0 0,6 0-6 15,-3 0 22-15,3 8 92 0,0 4 82 0,0 4 17 16,0 8-27-16,0 5-76 0,0 5-75 0,0 6-13 15,0 7 20-15,0 3-15 0,3 0 5 16,0-1-3-16,0-1 5 0,2-4 8 0,-1-3-2 16,0-3 1-16,0-1-63 0,0-6-74 0,1-1-90 15,-2-5-164-15,3-5-76 0,-3-1-38 0,2-4-75 16,0-3 21-16</inkml:trace>
  <inkml:trace contextRef="#ctx0" brushRef="#br0" timeOffset="-181116.18">30660 10281 2324 0,'9'-2'24'16,"-5"2"4"-16,0 0 5 0,-3 0 3 0,3 0-28 15,-4 0-12-15,0 0 13 0,0 0 10 0,0 0 8 16,0 0 10-16,0 0-22 0,0 0-15 0,0 6-9 15,0-3-2-15,0-3 7 0,0 0 0 0,0 4 2 16,0-2-1-16,0 0 12 0,0 1-5 0,0-2 7 16,4 2-6-16,1 0-12 0,0 1 12 0,2-1-8 15,-2 2 8-15,2-2 4 0,-2 1-9 0,1-3-5 16,2-1 14-16,-4 3-15 0,0-3 10 0,-1 0 3 16,0 0-3-16,-1 0 66 0,-2 0 0 0,0 0 23 15,0-7-7-15,0 3-31 0,0-1 6 0,-7-1-12 16,2-1-3-16,1 0-29 0,-2-1-17 15,1-1-7-15,-3 1-7 0,1 2 2 0,1-2 0 16,-2 1 3-16,2 3-12 0,1-1-26 0,0 2-76 16,2 0-48-16,-2 2-61 0,-1 0-64 0,6 1-13 15,0 0-58-15,0 0-34 0,0 0-25 0</inkml:trace>
  <inkml:trace contextRef="#ctx0" brushRef="#br0" timeOffset="-180881.48">31257 9844 3859 0,'0'-12'-3'0,"0"4"11"0,0 1-11 0,-6 2-17 0,6 5-3 15,0 0-5-15,0 0 3 0,0 0 58 0,0 6 15 16,0 4 2-16,0 6 24 0,0 5-38 0,0 2-6 15,6 6-6-15,-3 3-14 0,0 5 0 0,2-1-2 16,-2 2-10-16,4-1-34 0,-4-2-75 0,1-1-91 16,1-1-101-16,-2-4-161 0,2-1-94 15,0-2-113-15,1-1-42 0</inkml:trace>
  <inkml:trace contextRef="#ctx0" brushRef="#br0" timeOffset="-180569.05">31606 10383 2535 0,'5'-7'0'0,"3"2"2"0,0-3-5 16,-2 1 8-16,2 1-3 0,-1-1-7 0,-2 1 5 15,2 0-4-15,-4 1-2 0,2 1 6 0,-2 3-5 16,2-2-2-16,-2 3-8 0,-3 0 15 0,4 0 0 16,2 0-6-16,-3 0 17 0,2 7-16 0,3-3 5 15,-2 1 5-15,3-2-3 0,1 3 0 16,1-3-6-16,0 0 8 0,-3 1-2 0,0-3-4 15,0 1 17-15,-1 0-2 0,0-2 68 0,-6 0 39 16,3 0 22-16,-3 0 12 0,-1 0-50 0,0 0-24 16,-6 0-11-16,-2-5-1 0,-1 1-25 0,-3-2-2 15,4 0-27-15,-4 0-16 0,1 0 2 0,0 0-10 16,-2 2 3-16,4-1 2 0,-4 1 5 0,5 2-7 16,2 1-8-16,-2-1-52 0,4 2-76 0,1 0-114 15,1 0-88-15,2 0-49 0,0 0-66 0,0 0-28 16,5 0-8-16</inkml:trace>
  <inkml:trace contextRef="#ctx0" brushRef="#br0" timeOffset="-180162.91">32423 9920 3119 0,'10'-13'4'16,"-2"2"27"-16,-3-1 9 0,-2 0 53 0,-3 2 27 16,4-3 32-16,-4 4 13 0,0 1-1 0,0 4-6 15,0 0-53-15,0 2-27 0,0 2-44 0,-8 0-40 16,3 0-15-16,-2 0 8 0,2 4 3 16,-2 2 2-16,1 2 16 0,-2 3 15 0,-1 3-17 15,0 2 7-15,1 6 8 0,0 0-21 0,3 4 5 16,-2 1 0-16,5 3-13 0,1 0 6 0,1 1-4 15,0 0 17-15,10 0-14 0,-2 0 6 0,4-4 10 16,-2 1-18-16,2-2 13 0,-1-5 0 0,1 1-13 16,1-4 2-16,0-3 11 0,-1-2-8 0,0-2 10 15,2-3-2-15,-2-1-5 0,6-4-3 0,-4-3 0 16,5 0 0-16,-1 0-5 0,0-8 2 0,4-2-2 16,-2-4 7-16,0-2 1 0,0-3 0 0,-2-3-3 15,-2-6 2-15,-2-1-7 0,-3-5-1 0,-6-4 9 16,-2-4-8-16,-3-1 15 0,0-2-17 15,-7 0 4-15,-3-2 6 0,-3 2-19 0,-3 7 18 16,2 4-10-16,-7 6-131 0,-5 8-161 0,0 8-305 16,-8 12-358-16,0 9 21 0</inkml:trace>
  <inkml:trace contextRef="#ctx0" brushRef="#br0" timeOffset="-158095.79">13278 14586 2247 0,'-5'-2'8'15,"1"2"-14"-15,0 0 4 0,0 0-3 0,4 0-8 16,0 0 13-16,0 0-8 0,0 0 1 0,0 0-8 16,0 6 7-16,0 0 12 0,0 3 52 0,0 2 80 15,4 6 19-15,-2 5-3 0,1 7 2 0,-3 5-72 16,3 4-15-16,-3 2-4 0,0 4-52 0,0-1-6 15,3-2 2-15,-1 0-9 0,-2-2 4 0,1-3-2 16,1-2-2-16,0-2 6 0,-1-2-2 16,2-3 8-16,-1 1-3 0,3-3-7 0,-2-3-37 15,2-2-55-15,-2-4-102 0,0-3-79 0,-3-3-34 16,1-3 8-16,-1-2 5 0,0-5 13 0,0 0-41 16,0 0-62-16</inkml:trace>
  <inkml:trace contextRef="#ctx0" brushRef="#br0" timeOffset="-157751.81">12989 14679 2377 0,'-8'-2'0'0,"0"0"-7"0,-1 1 5 0,0 1 13 16,3 0 66-16,3 0 32 0,-2 0 46 0,2 0 20 16,3-3-34-16,0 3-6 0,0 0-53 0,0 0-34 15,6 0-27-15,-1 0 1 0,1 0 16 0,-1 0 18 16,0 0 17-16,1 0 16 0,0 0-3 16,4 0-4-16,2 0-19 0,1 0-41 0,3 0-9 15,6 0-15-15,4 0 4 0,2 0 6 0,4 0-6 16,2-5 1-16,3 1-51 0,4 0-34 0,0-2-8 15,0 1-40-15,3 1-15 0,-1 0 2 0,3-1-43 16,-5 3-50-16,-1-3-20 0,-2 2-14 0,-4 3-32 16,-7 0 46-16,-1 0-8 0,-6 0-8 0,-6 5 5 15,-3 0-23-15,-6 4 30 0</inkml:trace>
  <inkml:trace contextRef="#ctx0" brushRef="#br0" timeOffset="-157533.12">13020 15212 1943 0,'-16'17'6'16,"4"-5"4"-16,2-2 26 0,4-3 20 0,6-4 55 15,0 0 74-15,0-2 25 0,0 2 36 0,0-1-17 16,6 1-34-16,4 1-46 0,2 0-48 0,4 1-45 16,5-1-51-16,2 1 0 0,4-1-15 0,5 1-5 15,-1-1-14-15,4-3-56 0,3 2-25 0,2-3-48 16,1 0-25-16,-5 0-74 0,5-4-44 0,-2-2-32 15,1 0-48-15,2 0 13 0,-1-3-49 0,1 1 35 16</inkml:trace>
  <inkml:trace contextRef="#ctx0" brushRef="#br0" timeOffset="-156970.36">14032 14916 2714 0,'10'-21'45'0,"-3"0"44"0,-2 5 27 0,-2-1 51 16,-1 5-13-16,-2 1-24 0,0 4-12 0,0 1-52 15,0 5-39-15,-5 1-24 0,5 0 39 0,-5 7 33 16,1 4 54-16,2 7 16 0,-1 5-45 0,0 5-31 16,0 7-40-16,0 5-8 0,-4 6-3 0,5 3-2 15,-1 1-5-15,3 0 5 0,0 0-1 0,0-2 4 16,0 0-9-16,0-3 1 0,0-4-6 0,5-1-18 16,-2-5-29-16,1-3-24 0,-1-3-58 0,-2-4 0 15,-1-6-7-15,0-5-5 0,0-2 36 16,0-3 4-16,0-5 11 0,0-4 0 0,0 0-10 15,0-10-2-15,0-5 21 0,-8-1 22 0,2-4 24 16,-2-4 11-16,2-5 3 0,0-6 5 0,-1 1 4 16,2-4-5-16,-1-3 19 0,3-2 14 0,3-3 7 15,0 1 32-15,0 2 11 0,0 3-3 0,0-2 22 16,0 5-6-16,0 1-11 0,0 4-10 0,0 1-7 16,0 5 1-16,0 1-5 0,0 1 2 0,0 2-21 15,0 1-11-15,8 2-2 0,-4 2-15 16,0 0-2-16,1 2-6 0,-1 0 8 0,1 0-5 0,1 2 8 15,2 1-13-15,2-3 2 0,-1 3 8 16,2 2-12-16,0-1 7 0,2 0-13 0,-2 2 3 16,4 2 23-16,-2-3-3 0,0 3-8 0,4 0-9 15,1 1 7-15,3 1-3 0,0-2 13 0,2 3 18 16,1 0-20-16,-1-1 12 0,-1 1 26 0,-1 3 20 16,-1 1 19-16,1 0 3 0,-3 0 16 0,0 11 5 15,0 1 0-15,1 2 9 0,0 7-26 0,-2 1-18 16,-3 5 0-16,-1 3-4 0,-5 1 0 0,-2 1-8 15,-6 3-23-15,0-4-14 0,-11 1-11 0,-2-1 0 16,-2-3-5-16,-3-2 8 0,-4-2-11 0,-1-2-1 16,-3-4 4-16,-1-1-12 0,-3-2 6 0,-2-3-31 15,1 0-43-15,-2-6-62 0,4 2-100 16,2-5-76-16,2 2-74 0,1-5-88 0,-1 0-99 16,4-8-84-16,3-2-69 0,-1-4 37 0</inkml:trace>
  <inkml:trace contextRef="#ctx0" brushRef="#br0" timeOffset="-155970.28">16032 14659 3128 0,'5'-12'14'0,"-3"1"-5"16,-2-3 17-16,0 3 5 0,0-3-3 0,0 3 5 15,0 1-11-15,0 2-11 0,-7 4-15 16,7 4-3-16,-6 0 2 0,1 7 3 0,-1 6 4 15,-2 5-2-15,2 6-2 0,-7 5 14 0,2 3-2 16,0 5 1-16,-3 4 1 0,3-2-2 0,-1-2-3 16,0-1-7-16,1-2 0 0,0-4-2 0,1-3 4 15,2-1 3-15,-1-4 2 0,-2-2-2 0,1-4 2 16,1-2 1-16,-1-1-8 0,2-5 7 0,0-2-2 16,4-2 9-16,-4-2 1 0,5 0-8 0,1-2-10 15,2 0 3-15,0 0-5 0,0-8 1 0,0-2 9 16,0-4-5-16,5-3-5 0,6-2-7 0,-2-5 12 15,1-2 0-15,2-3 10 0,3-4 16 16,-1 0 3-16,0-1-4 0,-1-2 9 0,-2 1 7 16,0-1 6-16,0 1 27 0,-3-3 1 0,0 3-17 15,-2 1 15-15,0 0 14 0,2 3 3 0,-3 3 5 16,0 2-9-16,1 2-25 0,-1 5 13 0,1 3-2 16,1 5-27-16,-4 0-5 0,0 5-29 0,2 4-11 15,-2 2 0-15,-1 0-22 0,4 11 31 0,-3 2 2 16,3 5-3-16,2 4 24 0,2 6-21 0,2 3-8 15,0 6 10-15,0-1-2 0,-1 4-11 0,2 0 5 16,1 1-2-16,-3-6-6 0,1 0 3 0,0-1 0 16,-1-3-37-16,1-3-73 0,-4 0-81 0,2-4-89 15,1-1-81-15,-2-3-70 0,1-2-57 16,1-6-31-16,-2-1-40 0,1-3-14 0,1-3 94 16</inkml:trace>
  <inkml:trace contextRef="#ctx0" brushRef="#br0" timeOffset="-155189.21">16074 14836 2447 0,'-29'-5'0'0,"1"-2"2"0,2 3 0 0,-1-1 9 15,5 1 60-15,0-2 5 0,3-1 18 0,2 5-16 16,5-1-64-16,5 1-3 0,7 2-22 0,0 0-1 16,6 0 15-16,5 0-19 0,5 0-54 15,5 0-27-15,5 0-64 0,6 0-32 0,8 0 22 16,5 2-13-16,1-2 38 0,6 0 36 0,-1 0 45 15,-2 0 41-15,-2 0 28 0,-2 0-4 0,-3 0 10 16,-4-4 56-16,-5-2 22 0,-1 2 62 0,-3-3 51 16,-6 0 39-16,0 0 16 0,-5-2 1 0,0 0-11 15,-6-1-43-15,-2 1 1 0,-1-4-25 0,-2 1-2 16,-3 2-12-16,-4-2-40 0,2 2 24 0,-2 1-47 16,0 0-25-16,0 4-13 0,0 1-50 0,0 1-14 15,-5 3-3-15,5 0 0 0,-5 9 3 0,-2 3 3 16,2 3 8-16,-3 5-11 0,0 4 5 0,-3 3-5 15,3 4-13-15,-1 2 10 0,1-1 5 16,-2 2-2-16,2-1 3 0,5-4-32 0,-2-1-64 0,2-2-56 16,3-2-40-16,0-2-28 0,0-5 29 15,0-1 11-15,0-3 12 0,0-4 50 0,7-1 23 16,-3-5 52-16,-2-3 23 0,1 0 17 0,-3 0 10 16,3-3 13-16,-3-6 24 0,2 1 31 0,0-1 3 15,2-3 3-15,-2-3 5 0,-1-4 15 0,2-1 14 16,-1-1 2-16,1-4 19 0,-3 0-31 0,3-3-5 15,-1-1 39-15,1-1-39 0,0 0 1 0,2 1 15 16,0 1-32-16,-1 2 23 0,-2 1-13 0,3 4-10 16,-2 4-25-16,2 2-37 0,-2 6-2 15,0 0-26-15,-1 5-6 0,1 0 18 0,-2 4-20 16,2 0-4-16,2 0 10 0,-2 10 2 0,4 2 6 16,1 3 11-16,1 3-8 0,2 5-15 0,3 0 9 15,2 5-23-15,0-2-52 0,0 4-50 0,1-4-71 16,1 2-57-16,1-1-7 0,-2-2-7 0,4-2 9 15,-3-4 23-15,0 0 22 0,-2-5 33 0,-2-2 50 16,-2-7 27-16,-2 1 33 0,-2-6 38 0,-1 0 15 16,-1 0 41-16,-5-6 19 0,2 1 16 0,1-6 30 15,-4-2-11-15,0-2 20 0,0-4 12 0,0-1-12 16,0-5 11-16,0-3 25 0,-7-3-16 0,1-3 8 16,0-5 35-16,3 0-30 0,-4-4 8 0,4 0 27 15,-2 1-19-15,2 1 23 0,-1 2-14 0,0 5-29 16,1 2-20-16,2 7-20 0,-3 5-18 15,4 5-21-15,-3 3-28 0,3 5-20 0,0 7-14 16,0 0 11-16,0 7-3 0,0 7-2 0,0 3 16 16,0 8-5-16,5 4 0 0,-5 7 0 0,0 3 3 15,0 4-18-15,0 1 18 0,0 2 2 0,0-3-16 16,0 0 8-16,0-1-3 0,0-4-54 0,0-1-77 16,0-5-111-16,0-1-102 0,0-4-95 0,0-1-41 15,0-7-108-15,3-1-68 0,2-4-30 0,1-2-5 16</inkml:trace>
  <inkml:trace contextRef="#ctx0" brushRef="#br0" timeOffset="-154985.83">17351 14624 3531 0,'19'-35'27'0,"-2"5"42"0,-5 4 15 0,-4 4 39 16,1 4-2-16,-9 3-39 0,0 3-20 0,0 8-55 15,0 4-20-15,0 0 0 0,0 7 13 0,-5 6 6 16,1 3 1-16,-3 9 4 0,2 6-4 0,-3 5 4 15,2 7 2-15,-2 1-5 0,3 1-3 0,1 2 16 16,0-2-29-16,1-1 8 0,3-4-97 0,0-1-102 16,0-6-90-16,7-4-149 0,-3-2-35 0,1-6-16 15,3-2 12-15,-2-3 49 0,-1-7 38 0,2-4 28 16</inkml:trace>
  <inkml:trace contextRef="#ctx0" brushRef="#br0" timeOffset="-154720.25">17352 14783 2264 0,'-7'-46'123'15,"0"3"44"-15,-1 1 52 0,4 2 63 0,0 5-84 16,-2 2 26-16,0 3-18 0,0 3-13 0,-1 2-18 16,2 6-25-16,0 2-3 0,1 3-52 0,4 3-2 15,0 4-42-15,0 0-29 0,11 6 0 0,-1 1-17 16,-1 0-2-16,5 0-6 0,1 8 6 0,3 2-11 16,8 2-5-16,0 5 18 0,6 2-5 0,5 3 8 15,1 5 3-15,0 3-6 0,2 1-10 16,-2 0 8-16,-3 5-9 0,-1-1 6 0,-6 0 6 15,-3 0-6-15,-7 0 19 0,-3-2-16 0,-6-1 10 16,-9 0-5-16,0-5-2 0,-10 1 16 0,-6-3 0 16,-1-3-1-16,-9 0-10 0,-4-1-11 0,-3-3-11 15,-3-2 8-15,-3 0-16 0,0-3-102 0,-2 0-105 16,1-2-136-16,-2 0-193 0,4-4-130 0,2 0-150 16,2-1 6-16</inkml:trace>
  <inkml:trace contextRef="#ctx0" brushRef="#br0" timeOffset="-153829.5">19077 14368 3589 0,'0'-10'7'0,"-14"-2"-4"15,-2 0-1-15,-6 4-16 0,-3-2-6 0,-5 3 23 16,-3 7 62-16,-7 7 42 0,-2 10 62 0,-4 5-11 15,-3 10-61-15,1 9 34 0,-2 8-51 0,4 7-11 16,0 2-3-16,8 5-55 0,3-1-11 0,7 4 11 16,4-4-3-16,10-1-6 0,3-4 4 0,11-1-17 15,0-5 8-15,11-4 19 0,5-2-21 0,11-4-6 16,6-6-76-16,8 1-114 0,11-5-101 0,7-4-122 16,2-2-95-16,4-2-39 0,2-9 3 0,2 1-6 15,-3-5 33-15</inkml:trace>
  <inkml:trace contextRef="#ctx0" brushRef="#br0" timeOffset="-153204.65">19577 14770 2759 0,'0'-30'-7'0,"-10"2"23"0,1 0 48 0,1 5 40 16,-1 1 74-16,-2 2 21 0,-2 3 1 0,3 4-24 15,1 4-77-15,3 3-46 0,3 6-38 0,-4 0 13 16,4 12 17-16,1 2 9 0,-2 7-3 0,-1 4-28 15,2 6-10-15,-2 4-5 0,4 2 2 0,-3 5-5 16,1-2 6-16,3-3 2 0,0 1-13 16,0-3 10-16,7-5-10 0,-3-2-8 0,1-3-41 0,4-3-62 15,-4-3-57-15,2-2-81 0,-3-6-20 16,0 0 9-16,-1-6-2 0,-1 1 42 0,-2-3 31 16,0-1 22-16,0-2 44 0,0 0 45 0,0-11 34 15,0-2 36-15,0-4 41 0,0-4 19 0,0-4 48 16,0-6 24-16,0-3 50 0,5-1 32 0,0-2 9 15,0 0 12-15,2 0-27 0,-4 1 17 0,0 0-31 16,-1 4 22-16,2 1-23 0,-3 5-9 0,1 2-19 16,0 2-42-16,-2 4 8 0,0 4-52 0,0 2-3 15,0 3-35-15,0 4-27 0,3 0-17 0,0 4-6 16,-3 1 17-16,7 7-3 0,-3 1 12 16,3 6-4-16,2 5-8 0,1 4 9 0,-1 4-6 15,4 5 5-15,-1 1-5 0,2 1 0 0,2 2 6 16,2-2-28-16,-2 0-38 0,-1-2-92 0,0-1-91 15,-1 0-47-15,0-5-22 0,5-2 19 0,-5-2 34 16,0-4-12-16,-1-5 11 0,1-1 35 0,-3-7 41 16,-1-5 66-16,-2 0 53 0,1 0 25 0,-2 0 46 15,-1-7 26-15,1-3 48 0,-2-2 47 0,-1-4 48 16,0-3-4-16,0-2 9 0,-3-5-12 0,-1 0-38 16,0-5 33-16,0-1-32 0,0-4 37 0,-6-3-30 15,1-2 37-15,-4 0 6 0,-1 0-10 0,2-1 23 16,2 2-19-16,0 1 18 0,-1 4-33 15,3 2 14-15,0 6-23 0,0 3-39 0,0 8-25 16,1 3-70-16,-3 4-5 0,3 2-18 0,0 7 6 16,1 0 12-16,1 8-27 0,1 9 18 0,0 2-3 15,0 7-3-15,0 7 18 0,0 4-27 0,0 6-2 16,0 0 17-16,0 3-9 0,4-2-43 0,1 2-88 16,4-2-126-16,3-3-147 0,-3 0-125 0,4-3-152 15,-1-4-125-15,2 2-148 0</inkml:trace>
  <inkml:trace contextRef="#ctx0" brushRef="#br0" timeOffset="-152704.42">20462 14708 3006 0,'0'-17'14'0,"0"3"0"16,-9-1 4-16,3 0 48 0,3 4 47 0,-4-3 48 15,2 3 31-15,1-1 20 0,-1 4-43 0,2 1-39 16,-2 2-22-16,4 0-43 0,-3 2-23 0,1 0-16 16,2 1-7-16,-1 2-35 0,0-2 8 0,-2 2 8 15,-1 0-18-15,0 0 15 0,-1 4-3 0,-4 2-7 16,0 3 16-16,-2-2-6 0,3 3-2 16,-5 5 3-16,2 2 2 0,0-1-6 0,3 6 6 15,0-1 3-15,3 6-3 0,0 0 8 0,3 0 0 16,3 2 0-16,0 0 2 0,7-1-10 0,1 0 3 15,4-2-6-15,3 0-21 0,1-2-12 0,3-3-42 16,0 0-38-16,3-4 8 0,-1-4 11 0,2-1 26 16,-2-3 34-16,3-3 9 0,-4-2 6 0,0-4 12 15,0 0 15-15,-6-7-10 0,2-3 5 0,-5-1-3 16,2-2 11-16,-5-2 7 0,-2-3 10 0,-1-2 12 16,-2-3-4-16,-3-1 0 0,0-3-11 0,0-2 14 15,0 1 25-15,-10-3 19 0,-1 1 2 0,-3-1 4 16,1 1-21-16,-2 2 4 0,-3 0 13 0,3 2-29 15,-3 2-13-15,1 5-21 0,1 5-19 16,0 1 0-16,2 5 0 0,-4 2-5 0,6 6 5 16,-1 0 0-16,0 0-8 0,2 10 5 0,0 1-5 15,5 5-5-15,1 0-51 0,2 3-88 0,1 3-76 16,2 2-70-16,8 1-57 0,0 1-39 0,6-2-26 16,2 0-75-16,5 0-19 0,2-2-25 0,2-1 64 15</inkml:trace>
  <inkml:trace contextRef="#ctx0" brushRef="#br0" timeOffset="-152485.74">21022 14758 3147 0,'20'-28'50'0,"-3"-1"55"0,-4-2 76 16,-1 0 82-16,-1 1 21 0,-3 0-7 0,-5 3-14 0,2 3-46 16,-4 5-66-16,2 6-45 0,-3 3-67 0,2 3-36 15,-2 7 0-15,0 0 17 0,0 10 5 0,0 4 21 16,0 8-9-16,-5 6-14 0,5 6-6 0,0 3-20 15,-6 7 9-15,6 0-3 0,0 2 3 0,0-2-9 16,0 0-6-16,0-1-56 0,0-3-97 0,0-1-101 16,0 1-139-16,0-5-88 0,6-2-100 0,-1-4-63 15,2-4-41-15,-6-3-36 0,6-3 164 0</inkml:trace>
  <inkml:trace contextRef="#ctx0" brushRef="#br0" timeOffset="-152220.18">21000 14624 3385 0,'-17'-27'24'0,"3"3"7"16,-5 4 13-16,3 4 52 0,0 1 3 0,2 4 70 15,-2 1 14-15,3 2-31 0,5 4-12 0,3 2-58 16,5 1-28-16,0 1-9 0,0 0 12 0,8 0 0 16,2 0 16-16,9 5 1 0,0 0-22 15,11 0 1-15,2-1-20 0,9 2-27 0,3-3 5 16,6-1-22-16,3 0 11 0,6-2 14 0,-3 0-17 15,1 0 3-15,-3-9-17 0,-5 1-11 0,2 0-8 16,-10-1-13-16,-4 1 2 0,-7-2-5 0,-4 2 9 16,-5-3 2-16,-6 3 3 0,-4-3-19 0,-6 5-44 15,-5 0-43-15,0 2-45 0,0 0-52 0,0 1-47 16,-8 3-51-16,0 0-111 0,-3 0-68 0,3 0-62 16,0 0-74-16</inkml:trace>
  <inkml:trace contextRef="#ctx0" brushRef="#br0" timeOffset="-151813.72">22499 14474 3659 0,'-8'-15'10'0,"0"-1"2"0,0 1-9 0,2 1 34 16,3-1 8-16,-2 2 59 0,1-1 23 0,-1 6-25 16,0-3-17-16,-2 6-64 0,-2 3-13 0,3-3-11 15,-2 5-5-15,-3 0 6 0,-3 6-1 16,-2 0 1-16,-5 6 12 0,1 2-10 0,-5 4 5 16,1 3-7-16,-3 2-6 0,0 2 3 0,0 5-3 15,5-3 16-15,4 4-14 0,1 4 12 0,8-2-14 16,1 3 3-16,8-3 5 0,0 6-44 0,12-3-23 15,10 3-20-15,2-3-3 0,3 2 24 0,9-2 11 16,2-2 18-16,4 0 9 0,2-4 18 0,-5 0 15 16,-1-3-2-16,-4-4 19 0,-4-1 13 0,-5-4 0 15,-5-2 13-15,-7-3 0 0,-5-3-2 0,-5-2 17 16,0-2 7-16,-3-2-32 0,-9-1 1 0,-4 2-13 16,-7-4-26-16,-6 2 14 0,-5-3-17 15,-4 2-2-15,-6-2-19 0,-5 0-61 0,2 0-84 0,-2-6-100 16,3 1-135-16,3-2-96 0,4 0-88 0,4-4-138 15,7 4 110-15</inkml:trace>
  <inkml:trace contextRef="#ctx0" brushRef="#br0" timeOffset="-151141.99">22871 14883 3859 0,'17'-15'22'0,"-1"-1"-7"16,-7 1 13-16,-4 3 46 0,0 2-12 0,-5-1 11 15,0 3-16-15,0 1-39 0,0 5 61 0,0 2 9 16,0 0 12-16,0 12-4 0,0 3-63 0,0 4-11 16,0 2-9-16,0 2-16 0,0 5 12 15,0 0-15-15,0 1 6 0,0-1 11 0,0-2-14 16,0-2 9-16,0-2-17 0,0-2 6 0,0-5-17 16,0-1-58-16,0-3-32 0,0-2-20 0,0-3-49 15,0-2 55-15,0-1-13 0,0-3 0 0,0 0 57 16,0-8 8-16,0-3 55 0,0 1 9 0,0-4 12 15,3-3 1-15,3-1-1 0,-3-2 3 0,2 0 0 16,0-2 7-16,-3-1 42 0,1 0 28 16,-1-2 16-16,-1 3 46 0,-1-2-39 0,3 0 5 15,0 2 26-15,-1 2-30 0,-1 0 11 0,4 1 13 0,-2-1-15 16,0 4-5-16,1 3 4 0,-4 1-33 0,1 2-25 16,-1 3-19-16,0 0-14 0,0 4-14 15,0 0-3-15,0 2-9 0,0 1-12 0,0 0 4 16,5 7 2-16,0 3 7 0,-1-1 7 0,3 5 7 15,-1 2-9-15,1 3 2 0,2 3-2 0,-1 0-6 16,-2 2 1-16,5 0-4 0,-1-4-20 0,-1 0-47 16,1-1-52-16,2-1-46 0,1-3-41 0,-2 0-2 15,3-4 7-15,-2 1 16 0,0-4 27 0,-1-1 34 16,0-2 24-16,2-4 30 0,-4-1 32 0,-1 0 15 16,5-7 17-16,-5 0 19 0,1-3 15 0,0 0 9 15,-2 0 15-15,-1 0 18 0,-1-3 17 0,-2-2 9 16,2 0-3-16,0-1 9 0,-4 0 2 0,2-2-9 15,2-2 28-15,2 1-15 0,-3-1-14 16,1 1 21-16,1 1 10 0,2-2-15 0,-1 4 23 16,-2 1 1-16,2 0-6 0,-4 3 24 0,2 2-28 15,-2 3 31-15,0 1-33 0,-1 3-30 0,1 0 10 16,1 3-54-16,-3 0 4 0,4 0 2 0,-1 6-20 16,3 2-3-16,-1 3-10 0,1 0-9 0,2 4 16 15,-5 3-25-15,5 2-1 0,-3 3-2 0,0 0-3 16,-4 4 18-16,2 0-6 0,-1 0 13 0,-3 1-10 15,0-1-79-15,0-1-77 0,0 0-105 0,0-3-118 16,0-3-76-16,0 2-82 0,0-3-132 16,0-5-107-16,0 0-84 0,9-6 27 0</inkml:trace>
  <inkml:trace contextRef="#ctx0" brushRef="#br0" timeOffset="-150954.16">23788 14302 5100 0,'20'-31'28'16,"1"9"7"-16,0 6 57 0,1 5 36 0,0 11 22 16,-3 0 43-16,8 11-49 0,4 5 12 0,3 11-13 15,2 9-27-15,-2 13 0 0,0 8-40 0,-3 14-18 16,-2 8-26-16,-7 12-9 0,-6 8-17 16,-10 4-61-16,-6 4-136 0,-14 7-210 0,-15-3-283 15,-15 3-344-15,-24-6-383 0,-17 4 162 0</inkml:trace>
  <inkml:trace contextRef="#ctx0" brushRef="#br0" timeOffset="-137046.33">17262 16239 3798 0,'-22'0'0'16,"-1"-6"2"-16,0-1-17 0,-2 2 0 0,6-2 0 15,2-1-10-15,-2 1 16 0,0 3 29 0,0 4 10 16,-2 0 74-16,-1 7 23 0,3-1-19 0,-5 4-21 15,1 3-58-15,-2 3 5 0,-4 2 0 0,2 4 38 16,-3 3 10-16,1 5-9 0,-2 1-6 0,-1 2 3 16,2 5-15-16,3-1-28 0,2 6 6 0,3 0-36 15,4 1 9-15,3 3 5 0,4 1-6 16,3 2 3-16,3-2-13 0,5 0 16 0,0-2-14 16,9-4 9-16,6-3-3 0,2-6-20 0,7-3-2 15,1-5-31-15,5-5 4 0,4-3-11 0,3-3 3 16,1-3 8-16,0-7-26 0,2-4 8 0,1 0 24 15,-5-7 8-15,-1-2 24 0,-2-4 16 0,-1-4-24 16,-2 0 16-16,-2-8 0 0,-1-3-13 0,-2-5 16 16,0-3-3-16,-5-7 8 0,-1-4 0 0,-5-2-19 15,0-2 3-15,-6-3-15 0,-3-1 12 0,-5-1 45 16,0 0-4-16,-11 5 33 0,-5 1 9 0,-2 3-32 16,-2 6 3-16,-3 4-30 0,-6 5-10 0,1 7-6 15,-1 4-8-15,-4 7 11 0,1 6-10 0,-1 8-20 16,3 0-54-16,-2 6-83 0,2 7-87 0,2 4-80 15,2 3-117-15,1 9-76 0,1 1-93 16,4 5-150-16</inkml:trace>
  <inkml:trace contextRef="#ctx0" brushRef="#br0" timeOffset="-136858.47">17670 16892 4344 0,'22'2'8'0,"-4"0"-11"0,-2 1-5 16,-7-1 3-16,-1 1-10 0,-8-1 4 0,0-2 6 16,0 0 5-16,0 0 0 0,0 0 5 0,0 0-5 15,0 0-29-15,8 0-115 0,-8 0-124 16,0 0-175-16,0 0-165 0,0 0-93 0,0 0-109 16</inkml:trace>
  <inkml:trace contextRef="#ctx0" brushRef="#br0" timeOffset="-136374.28">19119 16431 2859 0,'0'-11'-5'0,"0"2"3"0,-5-1-7 0,-2 0 34 16,7 2 73-16,-7-4 57 0,0 3 37 0,3 5 17 16,-4 0-60-16,-1 4-54 0,-3 0-18 0,1 0-62 15,-5 0 1-15,0 8 40 0,-6 1 5 0,0-1 32 16,-3 0 42-16,-1 4-14 0,0 1-12 0,-3 4-8 16,1 4-53-16,-1 3-20 0,3 4-4 0,-3 3-16 15,6 4 6-15,-2 5 0 0,3 1-1 0,4 3-2 16,3 0-6-16,3 0-10 0,5 0-6 15,7-1 8-15,0-3 9 0,7 0 2 0,7-5-3 16,2-3 1-16,6-2-1 0,3-3-26 0,7-5-1 16,3-2-30-16,3-5-61 0,1-4 9 0,2-4-2 15,0-4 6-15,0-3 56 0,-3 0 15 0,0-10 11 16,-3-4 15-16,-3-3 8 0,-2-5 3 0,-3-4 0 16,-4-4 2-16,-4-6-2 0,0-5-8 0,-5-5 5 15,-4-2-2-15,-5-6 2 0,-5 2 5 0,0-6-2 16,-7-1 8-16,-3 1-6 0,-2 8 1 0,-4 0-6 15,-1 4-5-15,-2 9 0 0,1 7-8 0,0 6-2 16,0 11-73-16,-1 6-86 0,1 7-111 16,-2 0-209-16,-2 13-113 0,2 1-166 0,2 4-3 0</inkml:trace>
  <inkml:trace contextRef="#ctx0" brushRef="#br0" timeOffset="-136233.68">19920 17087 4965 0,'19'3'-11'16,"-9"-3"-45"-16,-5 0-37 0,-4 0-57 0,1-7-36 15,1-1-20-15,-3 0-2 0,0 0-4 0,0 0-38 16,0 0-140-16,0 1-170 0,0-2-241 16,6-3 7-16</inkml:trace>
  <inkml:trace contextRef="#ctx0" brushRef="#br0" timeOffset="-135764.74">21081 16359 3025 0,'3'-17'4'0,"-2"1"8"15,-1 1-3-15,0 0 64 0,0 2 52 0,0 0 49 16,0 3 25-16,-9 2-23 0,5 4-41 0,-3 2-61 16,1 2-26-16,-2 0-27 0,-6 0 13 0,-1 5-3 15,-4 2 24-15,-4 2 45 0,-4 3-18 0,1 3 33 16,-5 2-19-16,-3 7-42 0,0 2-11 0,-1 2-24 16,4 6 9-16,1 1-15 0,1 5-2 0,3 2-2 15,4 4-18-15,2 1 7 0,2 3-4 0,4-2 9 16,5 1 2-16,2 0 4 0,7-5-4 0,0-2 1 15,0-3-1-15,12-3-10 0,2-3 5 16,8-7-11-16,2-2-6 0,4-4-23 0,2-5-20 16,7-4-18-16,1-4-22 0,4-7 22 0,-1 0 17 0,2 0 35 15,4-11 20-15,-5-5 1 0,-2-2 8 16,-5-4-14-16,-2-4 19 0,-2-3 3 0,-3-7-1 16,-5-5 17-16,-3-5-19 0,-1-2 13 0,-6-5 19 15,-4-3-3-15,-1 1 14 0,-8-2-3 0,0 6-2 16,-13 2-19-16,-1 9-5 0,-5 2-19 0,-3 8-9 15,0 6 9-15,-7 6-14 0,1 5 11 0,-6 6-67 16,3 7-87-16,-4 0-113 0,-1 10-153 0,1 5-183 16,-1 4-123-16,3 5-157 0</inkml:trace>
  <inkml:trace contextRef="#ctx0" brushRef="#br0" timeOffset="-135592.89">21568 17068 4765 0,'25'8'0'0,"-8"-3"-3"0,-4 0-3 0,-5-4-13 16,-8-1-22-16,0-6-10 0,0 1-62 0,0-1-36 15,6-1-94-15,-6 0-135 0,5 0-195 0,-5-1-226 16,0-2-108-16</inkml:trace>
  <inkml:trace contextRef="#ctx0" brushRef="#br0" timeOffset="-135108.65">23345 16214 3100 0,'0'-16'-3'0,"0"-1"-2"0,0 2 10 16,0 3-3-16,-8-3 39 0,-3 3 35 0,2 2 29 15,-3 5 60-15,2 5-13 0,-6 0 15 0,-3 0-6 16,-4 7-51-16,-4 3-15 0,-4 2-24 0,-4 3 8 16,-4 3 6-16,-1 3 5 0,2 3-20 15,-1 4-32-15,1 2-14 0,0 2-10 0,3 4 8 16,3 2-12-16,1 3 20 0,1 1-19 0,3 4-3 16,3 2-8-16,1 0-16 0,5 2 21 0,2 0-7 15,4 0 5-15,5-4-6 0,2 0 1 0,5-3-1 16,0-5-2-16,13 0-1 0,2-5-16 0,3-2-11 15,3-3-10-15,1-3-22 0,2-5-12 16,1-1-6-16,4-4 14 0,-3-5 37 0,1-4 11 16,-3-6 8-16,3 0 16 0,-3 0-13 0,-1-8 7 0,-1-4 11 15,-2-4-11-15,-3-2 0 0,-3-5 6 0,0-2 5 16,-4-6 18-16,-4-1 43 0,-1-5 16 0,-5-2 30 16,0-2 13-16,0 0-2 0,-8 3-7 15,-2 2-10-15,-4 4-2 0,0 5-33 0,-5 6 0 16,-2 4-1-16,-1 4-30 0,-5 7-8 0,-1 6 12 15,-2 0-23-15,-2 0-10 0,-1 6 13 0,-2 4-21 16,0 5-12-16,1 3 12 0,0 2-9 0,4 2-12 16,3 5 0-16,6 2-83 0,0 0-99 0,11 1-111 15,2-2-142-15,4 0-87 0,-1-2-141 0,5-1-97 16,0-2-139-16</inkml:trace>
  <inkml:trace contextRef="#ctx0" brushRef="#br0" timeOffset="-134405.24">23902 16371 2768 0,'5'-12'4'0,"-1"5"-9"15,1 0 3-15,-1 2 4 0,0-2-11 0,0 1 34 16,1 1 37-16,2-2 12 0,3 3 23 0,2 1-28 15,-1 0-36-15,3 2-2 0,0-2-31 0,2 3 7 16,2 0-5-16,0 0-7 0,4 0 3 0,-1 0 4 16,3 5 24-16,0 0 3 0,2-2 6 15,-1 1 11-15,-2-1-22 0,2-1-12 0,-1 0 5 16,-1 0-15-16,3 0 27 0,-5-1 19 0,-1-1 13 16,-1 1 29-16,-2-1-1 0,-4 2-17 0,1 0-5 15,-4-2-21-15,-1 1-6 0,1-1 19 0,-6 0 17 16,0 0-11-16,0 0-11 0,-2 0-25 0,-2 0-19 15,0 0-2-15,0 0-16 0,0 0 13 0,-10 0 3 16,2 6 18-16,-4 1 14 0,-1 5-14 0,-1 1-2 16,-2 0-14-16,-6 6-2 0,1-1 13 0,-2 4-16 15,-3 0 8-15,0 0-8 0,-3 0 3 0,2 0 6 16,1 0-3-16,-2 1-1 0,1-4 4 0,1-2-14 16,0-1-11-16,1 1 3 0,2-6-11 0,-2 3 9 15,0-3 4-15,3 1-20 0,-1-2-27 0,0 1-33 16,0-1-18-16,-1-1-1 0,0 1 38 15,4-2 34-15,-1-4 18 0,4-1 30 0,3 2-23 16,2-4 3-16,6-1 10 0,2 0-20 0,4-8 23 16,0 0-8-16,6-1-15 0,3-2 22 0,4 0-27 15,1-1 20-15,4 2 2 0,2-1-7 0,4 4 16 16,0 0-16-16,4 1 2 0,2 0-7 0,0-1 15 16,3 2 10-16,5 0 41 0,-3 1 28 0,1-1-9 15,2 0 13-15,0 0-13 0,5 1 10 0,-4-2 5 16,0 2 20-16,1 2 1 0,0 2-18 0,-4 0 22 15,-1 8-15-15,-3 2 16 0,-4 5 35 16,-4 2 9-16,-5 5 21 0,-3 2 4 0,-5 2-34 16,-3 2-33-16,-8 3-26 0,0 3-48 0,-10-2 2 15,-2 4 11-15,-6-2-10 0,1-1 0 0,-9 0-21 16,-2-2-14-16,-4-3 7 0,1-2-19 0,-4-4 6 16,-2-1-9-16,-3-3-3 0,0-2 12 0,-1-5-37 15,-5 1-47-15,3-6-50 0,1 0-90 0,1-3-57 16,-1-3-71-16,4 0-77 0,-1 0-58 0,4-8-59 15,0 1-88-15,-3 0-94 0,2-1-59 16,-2-3 30-16</inkml:trace>
  <inkml:trace contextRef="#ctx0" brushRef="#br0" timeOffset="-133889.42">19037 17680 3541 0,'-45'0'9'0,"5"0"8"0,0 0 50 16,3 0 69-16,6 0 55 0,4-7 73 0,7 2-8 16,3 0-33-16,8 0-42 0,9 1-61 0,0 0-27 15,14 2 7-15,11 2 3 0,9 0-4 0,9 0-15 16,13 0-25-16,15 7-15 0,10-1-12 0,11-1-5 15,8 1-15-15,8-1 3 0,9 1-15 16,11 1 18-16,9 1-15 0,10 0-3 16,9 0 9-16,16 2-9 0,12 2 9 0,9-1-6 0,12-2-15 15,6 3 12-15,5-3 3 0,7 0-9 0,-3-2 15 16,0-1-6-16,3-1 30 0,-7 2 31 0,1-2 27 16,-9 2-9-16,-5 0-8 0,-14-7 0 0,-8 0 23 15,-12 0 7-15,-12 0 23 0,-14-4-37 0,-14-2-42 16,-13-3-12-16,-13-1-30 0,-13 3 1 0,-11 2-10 15,-12-3-4-15,-15 1-54 0,-8 0-66 0,-9-4-119 16,-11 3-143-16,-10 1-220 0,-14-1-248 0,-9 8-382 16,-12-8-19-16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1612.54919" units="1/cm"/>
          <inkml:channelProperty channel="Y" name="resolution" value="1612.54919" units="1/cm"/>
          <inkml:channelProperty channel="F" name="resolution" value="1023.875" units="1/in"/>
          <inkml:channelProperty channel="T" name="resolution" value="1" units="1/dev"/>
        </inkml:channelProperties>
      </inkml:inkSource>
      <inkml:timestamp xml:id="ts0" timeString="2023-09-01T10:17:03.325"/>
    </inkml:context>
    <inkml:brush xml:id="br0">
      <inkml:brushProperty name="width" value="0.05292" units="cm"/>
      <inkml:brushProperty name="height" value="0.05292" units="cm"/>
      <inkml:brushProperty name="color" value="#FFFFFF"/>
    </inkml:brush>
  </inkml:definitions>
  <inkml:trace contextRef="#ctx0" brushRef="#br0">1421 2052 1207 0,'-13'6'48'0,"4"0"36"0,1-1-2 0,-2-3 12 15,2-2-44-15,-4 0-36 0,1 0 28 0,-5 0 19 16,2 0 14-16,-5 0 36 0,1 0-9 0,1 0-14 16,1 0-10-16,0 3 1 0,7 0 5 0,-2-3-2 15,6 0 3-15,-1 0-45 0,3 0-23 0,1 0-6 16,2 0-11-16,0 0 65 0,0 0 0 0,0 0 5 16,0 0-12-16,5 0-37 0,1-1-12 0,-1-2-9 15,4 3 14-15,1 0-35 0,1 0 37 16,6 0-18-16,1 0-1 0,6 0 6 0,4 3-15 15,5-3 14-15,5 0-13 0,6 0 7 0,4 0 4 16,4 0-3-16,3 0 15 0,5 0-19 0,2 0-74 16,0 0-15-16,-1 0-37 0,-1 0-8 0,0 0 31 15,-1 0 14-15,-7 0 7 0,-3 5 11 0,-3-1 18 16,-7 0-3-16,-5 1 20 0,-9-3 16 0,-7 3 13 16,-8-1 16-16,-10 2 0 0,0 2 2 0,-7 0 0 15,-8 0-10-15,-5 3 18 0,-7 1 0 0,-5 1 9 16,-6-2 12-16,-6 2 5 0,-3 0 5 15,-5 2 7-15,-4 1 13 0,-4 2-10 0,-2-2 28 16,-4 1-2-16,1-1 2 0,2-1-3 0,0 2-28 16,4-4-17-16,1 2-33 0,2-2 7 0,4 2 42 15,3-2 16-15,8 0 29 0,1 2-36 0,5 1-35 16,4-4-10-16,7 1-17 0,6-1 11 0,5-4-5 16,2 0 0-16,6 0-11 0,5-4 18 0,0 1-4 15,0 0-5-15,12-2 7 0,3 0-7 0,7 0-3 16,5-1-13-16,6-2 7 0,7 0 9 0,8 0-7 15,8-10 12-15,4 4-3 0,8-2-11 0,3-3 14 16,2 3-23-16,4-4-45 0,-2 1-9 16,2-2-2-16,-6 1 20 0,-3-1 57 0,-3 1 10 15,-3-1-13-15,-7 1 4 0,-4-3-17 0,-7 0 4 16,-3-2 7-16,-6 0 13 0,-5-3-7 0,-8-2-1 16,-3-2-1-16,-6-3-2 0,-4 1 4 0,-9-5 0 15,0-2 3-15,-11-2 54 0,-3-2 13 0,-5-1 30 16,-2 0 36-16,-4-3-43 0,-2 1 32 0,-1 2 14 15,-2 2-25-15,0 4-22 0,1 3-23 0,1 4-33 16,1 6-1-16,3 2-21 0,0 5 4 0,4 2-5 16,4 4-17-16,2 1 8 0,6 2-21 0,5 0-1 15,3 2 4-15,0 1 10 0,0 0-3 0,6 7-2 16,5 1 5-16,2 3 12 0,3 5-4 16,6 3-3-16,5 7 0 0,4 2 7 0,4 6 19 15,5 2-12-15,5 1 4 0,-2 3-23 0,3-1-3 16,-3 2 1-16,-2-3 7 0,-5-1 5 0,-3-3-20 15,-6 2 27-15,-8-3-32 0,-5 0 5 0,-6-4-24 16,-8 1-82-16,0 0-54 0,-12-2-80 0,-4 3-107 16,-3-2-1-16,-5-2-11 0,0 1-30 0,-1-2 35 15,3 0-36-15,4-1-4 0</inkml:trace>
  <inkml:trace contextRef="#ctx0" brushRef="#br0" timeOffset="563.4">3959 2129 3909 0,'3'-8'-8'0,"-3"1"8"0,0 0-7 0,-11-1-3 15,1 0 5-15,-4-6-3 0,-5 4 21 0,-6 0-8 16,-4 5 2-16,-4 5 6 0,-5 0-16 15,-6 5 18-15,0 8 13 0,-7 2-12 0,-1 8 20 16,0 7-16-16,-2 3-9 0,2 2 4 0,6 3-15 16,2 1-16-16,7 2 14 0,9 1-13 0,7-1-14 15,9-2 17-15,12 1-54 0,0-3-47 0,15-1-78 16,12-4-88-16,6-2-104 0,7-5-64 0,10-4-31 16,9-5-27-16,4-7 46 0,5-5 27 0,5-4 115 15</inkml:trace>
  <inkml:trace contextRef="#ctx0" brushRef="#br0" timeOffset="766.44">4471 2208 2795 0,'22'-53'92'0,"-6"-1"75"0,-4-1 79 0,-7 0 45 15,-5 2-20-15,0 4-10 0,0 1-61 0,0 3-7 16,-9 7-47-16,1 3-37 0,3 7-10 0,0 3-29 16,1 7-23-16,0 5-25 0,1 5-30 0,-1 3-3 15,2 5 3-15,-1 0-3 0,0 13 19 0,1 5-8 16,-3 6 8-16,2 5-11 0,-2 7 6 0,-2 6 3 15,2 5-3-15,0 6 8 0,0-2 11 0,0 4-13 16,2-3-57-16,3 3-76 0,0-4-122 16,0-1-119-16,0 0-73 0,5-6-106 0,2 1-43 15,2-5-7-15,2-2-52 0,7-5 58 16</inkml:trace>
  <inkml:trace contextRef="#ctx0" brushRef="#br0" timeOffset="1657.32">5261 2316 3147 0,'25'-24'11'16,"-5"1"-4"-16,-5 0 22 0,-5 0 28 0,-5-4 39 16,-5 4 48-16,0 1 15 0,-8-2-20 0,-3 4 2 15,0 1-18-15,-2 2-33 0,-1 2 3 0,-2 3-51 16,0 0-18-16,4 4-16 0,-4 1-13 0,1 3-9 16,3 1 4-16,-1 1 7 0,-2 2-2 0,4 0 13 15,-2 6-3-15,0 1-5 0,0 4 13 16,0 1-13-16,1 1-10 0,1 6 7 0,-1 1-10 15,2 3 13-15,0 2-5 0,3 2 5 0,-1 2-5 16,5 1-19-16,1 0-28 0,2 0-43 0,0-1 10 16,0 0-48-16,5-1 13 0,3-2-16 0,3-3-28 15,0 0 33-15,0-2 9 0,5-1 54 0,-2 0 25 16,3-5 8-16,2-1 16 0,0-4 12 0,-2-1 7 16,1-5 14-16,1-4 7 0,-2 0 0 0,-2 0-21 15,-1-9 10-15,2-2 18 0,-5-4 17 0,-2-2 24 16,2-3 31-1,-6-2-16-15,2-4-13 0,-2-1 41 0,-5-4-15 0,0 0 8 0,0 0 50 16,0 1-53-16,0-1 4 0,0 1 6 0,0 4-46 0,0 0 17 16,0 5-19-16,0 3-5 0,0 2-13 15,0 3-19-15,0 2-6 0,-5 3-26 0,5 2-9 16,-7 2 6-16,2 4-5 0,0 0 7 0,-1 0-2 16,0 4-8-16,1 5 8 0,-1-1-3 0,1 3-14 15,0 1-44-15,2 2-44 0,3 1-49 0,0 2-54 16,8 0-1-16,2-3-15 0,2 3 29 0,4-4 30 15,3 1 50-15,0-3 49 0,2-1 16 0,0-3 40 16,-1-2 16-16,-1 0-24 0,-2-1 45 0,-3-3-29 16,2-1 6-16,-5 0 22 0,0-6-15 0,3-1 52 15,-1 0-21-15,3-5 27 0,-3-1-1 16,2-1 11-16,0-2 31 0,0-4 13 0,-2 0-16 16,0 0 31-16,-1-2-14 0,-2 4-26 0,-1 0-8 15,1 3-56-15,-2 4-16 16,-2 0-15-16,2 4 10 15,0 0-13-15,-2 4 3 0,0 0 10 0,4 2-7 0,-1-1 12 0,-1 2-15 0,2 0 10 0,4 6-7 16,0 1-9-16,5 3 19 0,-3 4-11 0,6 1 6 16,-3 4 14-16,0 1-4 0,0 4-8 0,-3 2 21 15,1 2-18-15,-7 0-18 0,-1 2 10 0,-4-3-46 16,-5-1-27-16,0-1-15 0,0-2-36 0,-5-2-6 16,-2-3-9-16,2-1-4 0,-2 0-8 0,-1-3 21 15,3-2 28-15,-2-4-20 0,0-1 38 0,3-2 11 16,0-5 15-16,0 0 53 0,2 0 14 0,0-9 38 15,2-2 20-15,0-3 7 0,8 0 21 0,-1-4 6 16,1-1-25-16,1-3 23 0,2 2 3 16,2-1-19-16,1-1 13 0,1 0-5 0,0 0-28 15,1 1-16-15,1 0 4 0,-1 2-11 0,3 2 7 16,3 0-2-16,1 0 5 0,4 2-7 0,3-2-8 16,3 2-2-16,4-1-16 0,0 2 9 0,1 0 10 15,0 0 28-15,0 3 6 0,-2 2-10 0,-3 1-6 16,-1 3-20-16,-2 0 3 0,-2 5 13 0,-4 0-15 15,0 7-1-15,0 2 9 0,-4 5-35 0,-1 0 24 16,-2 5-8-16,-2 5-27 0,-3 2 20 0,-4 1-20 16,-5 1 11-16,-3 2-13 0,0-3 16 15,-8 3-14-15,-4-4-59 0,-4-2-48 0,-3 1-106 16,-2-3-83-16,-4 0-72 0,-5-5-126 0,2-2-104 16,-1 0-108-16,2-4-4 0</inkml:trace>
  <inkml:trace contextRef="#ctx0" brushRef="#br0" timeOffset="3016.74">7807 1883 3960 0,'5'-20'18'0,"-2"3"-3"0,3 0 8 0,-3 2-18 16,1 3-26-16,-3 2-7 0,1 3-10 0,1 2 23 15,-1 5 2-15,-1 0 16 0,1 9 9 0,-2 7 1 16,0 8-5-16,0 7-1 0,0 9 4 0,-8 11 12 15,0 6 8-15,-3 8-3 0,1 6-13 0,-1 2-20 16,-3 5 10-16,3 0-15 0,0 1 15 0,2 0 0 16,1-2-2-16,1 0 7 0,2-4-7 0,5-5-57 15,0-3-49-15,0-6-30 0,10-6-90 0,3-4 8 16,2-6 1-16,1-5-39 0,5-7 29 0,2-4 11 16,0-6-5-16,2-7 25 0,0-5 16 0,2-9 53 15,0 0 50-15,-2 0 50 0,-1-12 81 0,-3-1 29 16,-1-5 30-16,-4-3 47 0,-2-4 16 0,-4-2 26 15,-4-6-23-15,-3-2 9 0,-3-3-19 16,0-4-41-16,-8-3 19 0,-3-2-37 0,-6-2-24 16,-7-1-21-16,-1-3 18 0,-10 2 16 0,-4-4-27 15,-6 4 13-15,-4 2-25 0,-4 2-19 0,-3 2 7 16,-1 5-23-16,0 3-23 0,0 4-5 0,-1 5 13 16,7 4 3-16,1 3-6 0,4 5-2 0,5 5-24 15,4 1 9-15,7 6 4 0,2 4-2 0,6 0 5 16,7 0-11-16,1 0 4 0,6 8-6 0,5-1-13 15,3 2 18-15,0 0-20 0,10 4-28 0,7 0-19 16,7 0-38-16,4 1-33 0,10-1-13 0,8-3-4 16,6 0-12-16,5-2 52 0,5-4 28 15,1-4 22-15,2 0 39 0,0 0-12 0,-2-9 15 16,0 1-16-16,-3-3 47 0,-3-1 11 0,-2-2-2 16,-4-1 77-16,0-1-4 0,-7-3 34 0,-1 0 40 15,-5-3 17-15,-3 0 14 0,-4-1-18 0,-2-2 28 16,-7 0-14-16,-5 2-31 0,-1-2 21 0,-8 1-37 15,-3 1-12-15,-5 3-13 0,0 2-34 0,0 1-14 16,-7 2-43-16,-1 5-12 0,0 2-3 0,-1 2-21 16,1 3 10-16,2 3-10 0,-1 0 2 0,-2 0 11 15,1 11 0-15,-2 0 9 0,2 5-3 0,-2 3-6 16,0 2-6-16,0 4 4 0,3 3-42 0,0 1-24 16,7 1-53-16,0-1-29 0,0-1-19 15,10 3 5-15,2-4-2 0,0 2-15 0,3-6 26 16,1-1-30-16,3-1 81 0,3-4 33 0,-1-5 17 15,-1-1 57-15,2-5-5 0,-1-2-2 0,1-4 23 16,0 0 3-16,1 0-21 0,-3-9 7 0,2 0 9 16,0-1-17-16,1-3 8 0,-2-4 48 0,1-2 22 15,-4 0 78-15,-2-1 24 0,-2-2-31 0,0 0 3 16,-4-1-52-16,-2-2-38 16,1 2 8-16,-3-2-51 0,-1 1 10 0,0-1 54 0,1 3-9 0,2-1 25 15,-2 2-21-15,-1 5-43 0,0 1-21 0,-2 5-6 16,2 1 0-16,-2 5-21 0,-1 1 8 0,-2 3 3 15,0 0-19-15,0 0 24 0,0 9 10 16,3 2-15-16,0 1 10 0,0 3 6 0,5 2-11 16,0 1 5-16,4 2 1 0,3 1-17 0,4 1-2 15,0-2-33-15,6-1-26 0,2-2-5 0,3 0-8 16,2-5-6-16,1-1-2 0,3-2 15 0,2-5-6 16,-2-4 30-16,-1 0 2 0,-2-4-26 0,-1-5 21 15,-2-3-5-15,-3-3 34 0,-2-5 11 0,-4-2 3 16,-1-5 18-16,-5-3-6 0,2-5 16 0,-4-5-4 15,-4-5-7-15,-1-3 4 0,-3-6 53 0,-2-6 17 16,-1-1 42-16,-2-5 44 0,0-2 17 0,0 0 9 16,0 4 3-16,0 6-12 0,-8 7-48 0,1 6-32 15,1 9-46-15,-2 10-29 0,0 9-17 16,-1 7-8-16,-4 10 3 0,0 0-11 0,-4 12-6 16,-4 6 25-16,-2 9 23 0,-2 7 67 0,-2 9-12 15,0 8-18-15,1 7-13 0,3 4-55 0,2 1 9 16,8 1 8-16,4 3-20 0,9-3 3 0,0-3 6 15,9-3-12-15,4-2 15 0,6-3-21 0,6-5 12 16,1-2-78-16,7-6-85 0,8-3-131 16,5-6-136-16,6-4-85 0,8-5-159 0,5-7-80 15,8-4-161-15,12-5 132 0</inkml:trace>
  <inkml:trace contextRef="#ctx0" brushRef="#br0" timeOffset="4642.03">11226 1792 3609 0,'0'-16'-3'16,"0"-2"16"-16,-7 4-16 0,-1-2 6 0,-3 2-8 16,-1 1-10-16,-4 3 10 0,2 2-5 0,-4 5 15 15,1 3-5-15,-4 0 7 0,-4 11-7 0,-2 3 3 16,-1 2 4-16,-2 5 3 0,2 4 3 0,0 2-3 16,1 4-3-16,5 1-7 0,2 0 3 0,7 2 4 15,5-2-5-15,3 1 1 0,5-4-20 16,0-1-32-16,10-2-34 0,1-1-34 0,6-4 7 15,4-4-9-15,4-2 8 0,1-2 9 0,2-4 35 16,2-3 10-16,0-3 32 0,0-3 32 0,0 0-23 16,-2-6 16-16,-2-1-3 0,-4-3 13 0,0-1-8 15,-1-2 55-15,-7-1 26 0,0-3-4 0,-3-2 40 16,-3 1-39-16,1-3-8 0,-5-4-15 0,-1 2-16 16,-2-4 0-16,-1 2-24 0,0-3 7 0,0 1-7 15,0 0-2-15,0 3 2 0,0 0-17 0,0 4 7 16,0 2-19-16,0 5 5 0,0 4-1 15,0 3-4-15,0 2 2 0,0 4 5 0,0 0 15 16,0 0-8-16,0 8 3 0,0 3-5 0,2 0 5 16,1 4-12-16,2 3 7 0,0 2-29 0,4 4-55 15,2-1-48-15,6 2-36 0,0 0-35 0,5 0-6 16,1 0 6-16,3-1-7 0,4-1 39 0,3 0 11 16,1-3 30-16,5-2 38 0,-3-1 25 0,5-2 31 15,0-2 30-15,-1-1 8 0,-4-5-10 0,-3-2 20 16,-1-2-6-16,-4-3 26 0,-2 0 52 0,-3-5 19 15,-3-2 42-15,-2-3-11 0,-2-2-15 0,-2-1 8 16,-1-6-36-16,0 0 54 0,-2-5 10 0,0 0-5 16,1-2 30-16,1-3-61 0,-2-2 7 0,0 1-25 15,-1-1 16-15,-1 3 42 0,-1 1-55 16,-5 2 47-16,-3 2-36 0,0 6-68 0,0 2 30 16,-5 3-74-16,-3 4-3 0,-4 2 13 0,-1 3-18 15,-2 1 15-15,-3 2-13 0,-2 0-10 0,-4 6 8 16,3 1-8-16,-2 4 11 0,-3 1 7 0,1 2-10 15,3 4 5-15,1 2-11 0,1 3 6 0,5 4 2 16,1 1 11-16,6 3 3 0,4 1-35 0,4 1-47 16,0 2-32-16,9-1-58 0,7-2 3 0,0-1 1 15,4-6-10-15,1-1 43 0,6-4-10 0,3-3 22 16,3-5 40-16,1-4 6 0,3-3-22 16,1-5 20-16,0 0-6 0,3-9 20 0,-1-3 59 0,-2-3-1 15,0-5 1-15,-3-3-5 0,-2-3 58 16,-2-5 21-16,0-4 27 0,-5-5 31 0,0-5-58 15,-3-7 21-15,-1-5-10 0,-3-6 17 0,-1-6 11 16,-4-3-13-16,-5-3 25 0,-4 0-43 0,-5 5-2 16,0 4 24-16,-11 6-43 0,-2 8-9 0,-2 8-1 15,-3 11-51-15,-2 8-7 0,0 7 7 0,-3 4-18 16,-1 14 8-16,1 0 10 0,0 0-7 0,-4 14 17 16,4 4-22-16,2 9 4 0,2 5 0 0,4 10-18 15,3 4 24-15,6 7-11 0,6 2-51 16,9 5-66-16,8 2-65 0,6 0-97 0,4 1-42 0,5-4 2 15,4-1 18-15,8-4 68 0,-1-2 78 16,1-6 50-16,4-4 27 0,-1-4 29 0,1-6 22 16,-3-3 17-16,1-6 20 0,-4-4 8 0,-2-6 25 15,-3-4 39-15,-6-2 46 0,-2-7 69 0,-2 0 51 16,-5 0-4-16,-2-10-11 0,-1-2-30 0,-1-1-42 16,-3-3 2-16,-2-3 24 0,0 1-16 0,-4-2 26 15,-4-1-24-15,-2 0-54 0,-3 1 23 0,0 0-36 16,0 0 23-16,-8 1-5 0,0 1-32 0,-1 1-35 15,0 2-26-15,-6 1 2 0,1 3-25 0,-2 2 5 16,-3 2-11-16,-3 3-8 0,0 4 6 0,-3 0-6 16,-1 0 11-16,-2 11 3 0,1 2-11 0,2 4 20 15,1 2-7-15,2 4-10 0,3 4 8 0,6 1-11 16,1 1-13-16,4 2-36 0,1 0-40 16,7 2-58-16,0-2-52 0,0-2-32 0,12-2-1 15,3-1-16-15,5-3 7 0,3-3 58 0,7-6-36 16,5-3 45-16,4-5 58 0,1-6 7 0,1 0 82 15,-3-11 19-15,3-4 4 0,-3-3 17 0,-2-2 11 16,-1-5 37-16,-3-7 16 0,-4-3 58 0,-4-6 33 16,-2-8 21-16,-6-5 21 0,-2-9-36 0,-8-10 7 15,-6-8 4-15,0-6 52 0,-8-3 43 16,-6 1 14-16,-2 0 0 0,-2 5-45 0,-4 9-22 0,2 10-36 16,-2 11-62-16,4 13-48 0,3 10-61 15,1 9-18-15,3 9-12 0,3 7 13 0,0 6 25 16,-1 13-8-16,2 8 14 0,-1 8-14 0,-3 8-6 15,2 12-15-15,1 7 15 0,1 6 6 0,7 6-102 16,0 2-55-16,7-1-116 0,4 1-141 0,6-4-21 16,7-2-95-16,-2-3-101 0,5-5-68 0,0-2-125 15,1-2 114-15</inkml:trace>
  <inkml:trace contextRef="#ctx0" brushRef="#br0" timeOffset="4954.45">13631 1814 3609 0,'1'-16'29'0,"-1"3"6"16,0 1-8-16,0 2 6 0,0-1-28 0,0 3-5 16,0 0 20-16,0 0-5 0,0 4-8 15,8 1-19-15,0 1-3 0,1 2-3 0,3 0 3 16,6 0 20-16,0 8 0 0,9 3 0 0,1 1 13 16,6 5-1-16,0 3-7 0,4 3-5 0,-3 0-5 15,-2 4 3-15,-5-1 4 0,-4 1 11 0,-6-2-13 16,-3 1 2-16,-7-5-7 0,-8 2-2 0,0-3 7 15,0-2-3-15,-11-1 1 0,-1-4 5 0,-3-1-5 16,-2-4 2-16,-2-2-5 0,0-1-5 0,-3-5-1 16,-2 0 9-16,5-6 9 0,0-3 6 0,0-4 0 15,4-3-16-15,2-6 3 0,2-5-7 0,6-3 2 16,5-2-5-16,0-5-16 0,8-1 16 16,8-1-17-16,4-1-56 0,9 5-23 0,5 0-68 15,6 5-49-15,3 1-43 0,4 4-71 0,2 4-75 16,5 3-76-16,0 4-37 0,-2 3-3 0</inkml:trace>
  <inkml:trace contextRef="#ctx0" brushRef="#br0" timeOffset="5704.6">14638 1776 2768 0,'-11'9'25'0,"0"0"16"0,-5-1-5 0,0-3 5 16,0-2-27-16,0-3-9 0,-2 0-12 0,3 0 7 15,0 0 0-15,2 0-2 0,1 0 18 0,5 0-19 16,2 0 1-16,-1 6 0 0,4-2-19 15,2 3 23-15,0-1-2 0,0 2 0 0,0 2-14 16,6-1-4-16,2 2 4 0,3 0-87 0,0 1 16 16,-1-1-25-16,4 0-10 0,1-1 80 0,-3-1 1 15,1-2 19-15,-2 0 14 0,3-1 2 0,0-1 19 16,0-1-2-16,-1-4 9 0,0 2 28 0,1-2 61 16,0 0 14-16,-1-6 41 0,-2-2-6 0,0 0-9 15,-2-3 25-15,-4-1 11 0,0-3 10 0,-2 0-4 16,-3-2-35-16,0-2-40 0,0-1 24 0,-9 2-52 15,1 0-2-15,-2 1-5 0,-1 2-64 16,0 0 0-16,-3 4-8 0,-4 2-20 0,1 4 4 16,-4 1-3-16,-4 4 16 0,0 0 0 0,-2 9-5 15,-1 3 3-15,1 3-15 0,0 6 4 0,3 2-3 16,0 4 13-16,6 1 3 0,3 3-2 0,4 1 5 16,7 0-11-16,4 0-19 0,0 0-43 0,12-1-32 15,2-3-82-15,8 1-52 0,2-3-8 0,4-2-35 16,6-3 14-16,0-5 16 0,1-2-17 0,0-4 39 15,3-5 37-15,-3-5 57 0,1 0 65 0,-6-4 38 16,-4-5 18-16,-1-1 8 0,-1-3 9 0,-6-3 34 16,0-1 42-16,-2-2 80 0,-4 0 51 0,1-1 23 15,-2 2 21-15,-3-1-36 0,-1 4-15 0,-4 1-19 16,1 2-44-16,1 1-37 0,-2 1-30 16,0-1 9-16,5 2 9 0,0-2 1 0,3 0 38 15,2 0-30-15,4-2-25 0,-1-1-16 0,5-1-46 16,1 3-18-16,-2-2 6 0,4 0-5 0,0 3-18 15,1 1 4-15,-3 1-11 0,2 2 10 0,1 3 15 16,-3 1-4-16,-1 3 12 0,1 0-19 0,-2 11 8 16,1 2-20-16,1 2 14 0,-1 4 20 0,-4 3-23 15,2 5 12-15,-4 1-3 0,0 2-17 0,-4 2-6 16,-6 0-35-16,1 2-16 0,-6-2-31 0,0 1-20 16,-9-3 15-16,-1 0-2 0,-1-3 29 15,-3-3 23-15,-2-3 28 0,-1-1 21 0,2-4 6 16,-2-4 28-16,1-4-18 0,2-1-8 0,1-4-6 15,4-3-4-15,1 0 20 0,0-9 1 0,5-3 10 16,3-3-3-16,0-3 16 0,8-6 27 0,8-5 8 16,0-5 0-16,9-4-23 0,3-6-3 0,7-1 42 15,3-2 8-15,3 0 11 0,0 2-33 0,2 4-57 16,0 5-5-16,-4 5-15 0,-1 7 9 16,-3 6 0-16,-5 9-12 0,-3 9 9 0,-3 0-47 0,-10 0-52 15,-2 13-99-15,-12 8-140 0,0 3-129 0,-12 6-206 16,-2 4-174-16,-10 1-48 0</inkml:trace>
  <inkml:trace contextRef="#ctx0" brushRef="#br0" timeOffset="6485.95">18760 1481 3241 0,'-6'-15'-5'16,"-1"1"17"-16,1 3-12 0,1 0 9 0,1 0-4 15,0 3-22-15,4 3 17 0,0 5-9 0,0 0 52 16,0 15 84-16,5 8 4 0,1 4 14 0,-3 9-19 16,2 8-88-16,-3 7 10 0,1 4-3 0,-1 2-32 15,-1 3 5-15,2-1-8 0,-3 0-18 16,4-2 19-16,0-4 6 0,-3-1-12 0,3-4 21 16,-1-4-3-16,-2-4-12 0,4-5 4 0,0-3-15 15,-3-4-18-15,3-5-30 0,-4-3-48 0,7-6-45 16,-3-7-75-16,-1-7-51 0,0 0-104 0,0 0-85 15,3-12-32-15,0-2-85 0,1-6 20 0</inkml:trace>
  <inkml:trace contextRef="#ctx0" brushRef="#br0" timeOffset="7017.11">19441 1646 2859 0,'10'-7'0'0,"-2"1"9"0,-2-1 0 0,1 2-5 16,-2-3 12-16,0-1-16 0,2-1 14 0,-1 2-11 15,5-1-10-15,2 1 9 0,1 0-11 0,5-1 11 16,3 3 3-16,0-2 11 0,4 1-19 0,-1 1-1 15,0 0 2-15,2 1-12 0,0 2 35 0,-1-1 2 16,0 2-28-16,-1-1 7 0,-3 3-9 16,0-1-4-16,-4-1 25 0,-2 2-10 0,-5 0 3 15,-1 0 5-15,-6 0 2 0,-3 0 20 0,-1 0-1 16,0 0 21-16,0 0 7 0,-5 0-7 0,-5 0 10 16,2 6-9-16,-3-1 8 0,1-1-2 0,-4 1-15 15,-2 0-10-15,0 1-9 0,1 2-2 0,0 0-3 16,-5 0-5-16,-2 1-2 0,1 4-15 15,-4-1-10-15,0 4 0 0,-4 0 3 0,-1 1 9 16,0 3 6-16,0 0 2 0,3 1-10 0,2 2-8 0,3 0 13 16,0 2-10-16,4 0 3 0,7 0 2 15,5 4-8-15,6 0 18 0,0 0-10 0,14 2-7 16,7 1-11-16,2-2-6 0,9 1 4 0,1-2-4 16,5 0-15-16,0-3-5 0,5 0-9 0,0-4 0 15,-4-2 29-15,-1-3-5 0,-5-1 26 0,-3-4 6 16,-6 0-29-16,-5-2 16 0,-8-2-16 0,-11-2 19 15,0-2-19-15,-11-2-23 0,-5 0-44 0,-9 1-106 16,-7-1-36-16,-1 1-54 0,-6-1-35 0,1-2-2 16,-1 0-22-16,6 0-53 0,2-6 15 0</inkml:trace>
  <inkml:trace contextRef="#ctx0" brushRef="#br0" timeOffset="7454.88">20715 1827 3194 0,'39'-25'33'0,"-9"-1"-9"0,-4 0 7 15,-8 2 50-15,-2-4-25 0,-8 3 46 0,-8 4 34 16,0 0-39-16,-8 3 70 0,-5 0-6 0,-3 3 11 16,-4 2 1-16,-3 1-72 0,-3 2-36 0,-1 1-57 15,-2 4-13-15,2 5 2 0,-3 0 9 0,2 8-9 16,0 4 8-16,1 3-10 0,3 4 2 0,2 4 3 15,3 1-8-15,1 5 8 0,6 1-11 0,4 2-29 16,1 0-45-16,6 1-65 0,1 0-20 16,6 1-35-16,2-1 11 0,6-2 0 0,6-4-13 15,2-2 40-15,4-1 21 0,3-6 46 0,4-4 29 16,0-2 43-16,2-6 15 0,2-1 8 0,-3-5 10 16,2 0 27-16,-2-6 47 0,-3-2 46 0,1-2 59 15,-4-6 8-15,-4 1-2 0,0-6 43 0,-4-4-45 16,-2-4 32-16,-2-6 5 0,-3-4-44 0,-3-5 38 15,-2-4 9-15,0-1 29 0,1 1 23 0,-4 4-36 16,0 5-78-16,-3 7-55 0,-1 9-92 0,1 6-10 16,-2 7 38-16,0 10 36 0,0 10 25 0,0 7 3 15,0 10-30-15,-7 7-46 0,3 7-2 0,-4 8-1 16,3 8-19-16,0 1-6 0,-3 5-7 0,2-1 0 16,-1 2 13-16,-2-2-3 0,5-2 0 15,-3-2-20-15,2-3-81 0,1 0-100 0,1-5-119 16,1 1-178-16,1-5-146 0,1-1-118 0,0-3-176 15,6-2-89-15,6-7 44 0</inkml:trace>
  <inkml:trace contextRef="#ctx0" brushRef="#br0" timeOffset="7611.09">21750 2416 5493 0,'42'-11'26'16,"-7"4"-17"-16,-8 1 0 0,-9 2 5 0,-3-1-23 15,-7-2 15-15,-5 0-6 0,1-2-14 0,-3-1-13 16,-1 1-74-16,0-2-82 0,0-3-112 15,0 0-115-15,-8 3-118 0,0-1-198 0,-3 3-168 16,-3-1-61-16</inkml:trace>
  <inkml:trace contextRef="#ctx0" brushRef="#br0" timeOffset="8111.33">23808 1750 4001 0,'0'-20'7'0,"0"2"1"0,0 4-10 0,0 4-11 16,0 2-5-16,0 2-13 0,0 6 18 0,0 0 88 16,0 14 0-16,0 8 11 0,0 6-9 0,0 5-85 15,0 6 6-15,-8 6 4 0,3 6-5 0,0 3 17 16,0-1-12-16,2-1-38 0,1 0-127 0,2 0-141 15,-2-6-208-15,-1-1-174 0,2-4-108 16,1-4 30-16</inkml:trace>
  <inkml:trace contextRef="#ctx0" brushRef="#br0" timeOffset="8470.62">24230 1915 3531 0,'7'-24'-8'0,"-1"4"1"15,-3 1-3-15,-1 2-5 0,4 3 8 0,-3 0 12 16,0-1 19-16,5-1-2 0,1 3-2 0,1-2-13 16,5-1-9-16,2 3 11 0,5-4 31 15,5 3-8-15,6 0-2 0,2 1-15 0,4 0-28 16,1 2 23-16,-2 3-10 0,0 0-5 0,1 6 10 16,-7 2-5-16,-2 0-10 0,-3 0 10 0,-3 7 15 15,0 2-15-15,-6 5 27 0,-2 3 11 0,-3 2-23 16,-7 6 0-16,-6 3-13 0,0 4 6 0,-14 0-3 15,-3 5 12-15,-5 1 1 0,-8 0-5 0,-4-1-8 16,-1-1-13-16,-3-3 21 0,-4 1-16 0,1-1-4 16,-2-4 12-16,0-1-15 0,2-4 20 0,5 1 0 15,-3-4 13-15,4-3-18 0,5 0 5 16,1-5 7-16,8-6-11 0,4-1 27 0,4-4 5 16,4-2 40-16,9 0-9 0,0 0-25 0,0-5-5 15,13 0-39-15,1-1 11 0,10 0-22 0,6 0-84 16,11-1-97-16,9 2-135 0,7-2-154 0,8 1-87 15,6 1-81-15,8 1-91 0</inkml:trace>
  <inkml:trace contextRef="#ctx0" brushRef="#br0" timeOffset="8798.68">25546 2173 3462 0,'-22'4'-20'0,"-3"-3"6"0,3-1 4 16,0 0 13-16,2 0 48 0,0 0 30 0,1-4 7 15,1-1 17-15,5-1-28 0,1 1-44 16,6 2-8-16,-1-1-43 0,7 2 3 0,0 1 0 16,0 1-5-16,0 0 25 0,10 7-15 0,0 1 2 15,-1 0-26-15,-1 3-36 0,3-1-4 0,5 2-36 16,0 0 27-16,1-1 20 0,3 0 22 0,0-1 48 16,3-1-10-16,-1-3 22 0,-3-2-9 0,-1-1-15 15,-6-3 39-15,1 0 20 0,-7 0 41 0,-3-7 48 16,-3-4 15-16,0-2-3 0,0 0-27 0,-11-5-38 15,-1-1-51-15,1 1-23 0,-5-2-21 16,2-1 7-16,-4 4 6 0,1 0-10 0,-4 3 12 16,5 3-12-16,-3 4 4 0,8 0-4 0,-1 4-9 15,2 3-25-15,5 0-57 0,1 0-73 0,-1 6-107 16,5 3-118-16,0-2-97 0,0 5-94 0,0 1-102 16,13-1 44-16</inkml:trace>
  <inkml:trace contextRef="#ctx0" brushRef="#br0" timeOffset="9017.36">26302 1840 4832 0,'16'-35'30'0,"-1"3"34"0,-5 3 29 0,1 4 34 16,-5 2-18-16,1 2-20 0,-6 6-37 0,-1 6-37 15,0 2-13-15,0 7-10 0,0 0 28 0,-8 8 12 16,2 7 12-16,-5 6 9 0,3 4-35 0,0 7-9 15,-3 5 0-15,2 6-1 0,1 3 4 0,-1 4 27 16,2-2-24-16,2-1-48 0,2-3-89 0,3 3-121 16,0-6-128-16,0-3-119 0,0 0-87 15,0-4-150-15,6-1-109 0,1-5-56 0</inkml:trace>
  <inkml:trace contextRef="#ctx0" brushRef="#br0" timeOffset="9220.79">26775 1702 4798 0,'22'-56'58'0,"0"5"55"0,-5 8 72 0,-1 10 37 16,-2 6-39-16,-6 6-35 0,2 8-77 0,-2 7-50 15,-8 6-18-15,0 0 12 0,0 0 65 0,0 15 34 16,0 5 0-16,0 7-21 0,6 8-71 0,-6 7-10 16,6 5 4-16,0 9-4 0,-1 2-6 0,0 1-3 15,-2 1 3-15,0-2-74 0,1-4-117 0,-4 2-153 16,0-4-188-16,0-3-173 0,0-3-188 15,0 0-208-15,7-3 41 0</inkml:trace>
  <inkml:trace contextRef="#ctx0" brushRef="#br0" timeOffset="9517.61">27593 2387 4842 0,'9'-11'3'0,"-9"4"2"16,0-2 7-16,0-1-9 0,0-1-12 0,0-1 1 15,0 1 8-15,0 0 44 0,0 1 35 0,0-1-9 16,-5 3-14-16,5 1-42 0,0 2-42 0,0 2 11 16,0 0 8-16,3 2-10 0,2 1 5 0,1 0 5 15,3 0-16-15,-2 0 14 0,2 0 0 0,4 0-17 16,-2 0 0-16,3 0-8 0,2 6 22 16,-1-6-3-16,2 0 6 0,0 0 11 0,-4 0-8 15,-2-6 16-15,-2 1 0 0,-3-1-8 0,-4-1-8 16,-2-1-14-16,0-2 8 0,-10 2 3 0,0-4-6 15,-5 0 9-15,-2 1-6 0,-5 2-2 16,1 0-14-16,-4 0-62 0,0 4-88 0,0 0-98 0,-2 5-93 16,3 0-129-16,-3 7-110 0,6 0-154 0,-1 2-18 15</inkml:trace>
  <inkml:trace contextRef="#ctx0" brushRef="#br0" timeOffset="9939.39">28281 1555 4472 0,'0'0'-11'0,"0"0"-10"16,7 0-24-16,2-7 5 0,5-3-2 0,2-1 20 15,2-3 25-15,2-3-11 0,2 2 21 0,2 0 3 16,1 1 48-16,2 0 14 0,0 3 2 15,1 3-29-15,1 2-49 0,-1 6 28 0,4 0-19 16,1 13 38-16,0 5 25 0,1 5-30 0,-1 8 17 16,-5 5-22-16,1 7-25 0,-7 3-3 0,-6 4 3 15,-10 3-6-15,-6-2 9 0,0 2-39 0,-6-1-86 16,-5-3-99-16,-7-1-150 0,1-3-67 0,-4-2-105 16,-1-3-82-16,0-2-66 0,1-3-110 0</inkml:trace>
  <inkml:trace contextRef="#ctx0" brushRef="#br0" timeOffset="10470.84">28473 2063 3980 0,'-13'-24'-5'0,"-1"4"7"16,0 2-4-16,1 1-6 0,-1 7 42 0,3 0 28 16,1-2 10-16,10 1 51 0,0 0 1 0,0 2-28 15,10-2-2-15,2 3-57 0,6-2-37 0,2 0-10 16,9-1-9-16,4 0-30 0,9 2-41 0,6-1-75 15,11 2-65-15,7 0 3 0,7 3-3 0,4 2 44 16,5 0 49-16,4 0-10 0,-2 0 37 0,4 2 29 16,-2-4-49-16,-4 1 46 0,-1-2 3 0,-4-1 13 15,-3 1 66-15,-6-2 0 0,-2 0 62 0,-8-1 22 16,-3-1 71-16,-3-1 32 0,-9-1 13 0,-6 1 48 16,-9-3 5-16,-5 1 13 0,-2 0-11 0,-10 0-26 15,-3 0-30-15,-1 0-33 0,-7 1-31 16,0-1-63-16,0 1-28 0,-15-2-11 0,-1 3-20 15,-6-3 29-15,-7 3-8 0,-4 0 8 0,-5 1 18 16,-6 3-24-16,0 1 4 0,-4 3-6 0,2 3-32 16,1 0 9-16,2 0-12 0,5 10-6 0,1 2-3 15,6 3 4-15,1-1-1 0,1 5 9 0,4 0 18 16,5 5-18-16,2 0-3 0,4 3 0 16,4 3-21-16,10-1-33 0,0 0-34 0,10 1-57 0,4 0-42 15,5-3 0-15,6 0 3 0,4-5 32 0,3-1-5 16,1-5 35-16,2-2 30 0,3-5 26 0,1-3 57 15,-3-6 24-15,2 0 19 0,0 0 48 16,0-9 35-16,-3-1 46 0,0-5 64 0,0-2 28 16,-1-1 34-16,-4-5 29 0,0-1 3 0,-1-2 6 15,-4-1-14-15,-1 1-60 0,-8 2-74 0,-2 3-88 16,-5 6-62-16,-1 4-32 0,-3 4-10 0,-2 7-4 16,-3 0 7-16,4 14 16 0,2 10 0 0,0 6 4 15,2 12 3-15,0 11 3 0,4 9-3 16,0 9-14-16,-3 11-70 0,0 3-134 0,-2 6-178 0,-7-1-243 15,0 2-227-15,0 0-274 0,-16-1-194 0</inkml:trace>
  <inkml:trace contextRef="#ctx0" brushRef="#br0" timeOffset="11720.87">5034 4494 3424 0,'-8'-37'0'0,"1"7"4"0,1 4-16 16,0 4-7-16,1 8-3 0,2 3 8 0,-2 11 11 16,2 0 15-16,0 16-2 0,3 6 9 0,-3 14 13 15,1 8-6-15,0 6 1 0,0 8-25 16,2 7 6-16,0 3-13 0,0 5-43 0,9 1-117 15,-3 0-164-15,1-1-114 0,-1-1-89 0,3-3-45 16,-2-4 26-16</inkml:trace>
  <inkml:trace contextRef="#ctx0" brushRef="#br0" timeOffset="12564.8">4613 5200 2307 0,'-58'-41'11'0,"-1"-1"4"0,2 5 5 0,7 4-3 15,7 0-13-15,5 7-4 0,6 5 13 16,10 5-8-16,7 3 3 0,8 3-5 0,7 4-16 16,11-1 15-16,10 1 0 0,11 1-4 0,8 1 6 15,10 1 1-15,10-1-5 0,8 2 8 0,7 1-3 16,3 0-5-16,4 1 6 0,0-1-1 0,-2-2-3 16,-3-2 7-16,-1 0-3 0,-4-3 3 0,-7 0 9 15,-3-3 76-15,-4-2 36 0,-5 0 45 0,-1 0 8 16,-6-4-54-16,-5-1 5 0,-6 0-9 15,-7-3 19-15,-4-1-1 0,-7-3-20 0,-4 0 4 16,-13-4-27-16,0 1-18 0,0-1-3 0,0 1-40 16,-11 2 3-16,-2 4-13 0,-1 3-13 0,-2 4-8 15,-1 7-21-15,-2 8 5 0,-3 0 2 0,-2 15 14 16,0 7 5-16,2 5 3 0,2 7 6 0,-2 6-9 16,2 4-2-16,3 5-11 0,6 1-8 0,0 2 5 15,3 3 6-15,5-4 5 0,0 2-8 0,3-3 2 16,0-1-10-16,6-3-34 0,2-4-27 0,1-1-58 15,1-3-13-15,1-4 0 0,1-3 11 0,1-3 44 16,3-4 22-16,-2-4 26 0,5-2 27 0,-1-6 12 16,4-5-6-16,0-7 18 0,3 0-4 0,-4-7-2 15,1-5 9-15,-2-4 0 0,-2-4-7 0,1-3 50 16,-3-4 16-16,-1 0-19 0,-2-4 16 0,-2-4-22 16,0 1 0-16,-1 1 32 0,2-1-16 0,-2 3-25 15,-2 4-24-15,1 2-15 0,-3 4 4 0,-1 5-7 16,2 3 6-16,-4 4-9 0,0 1 3 15,-1 4 3-15,-1 1-6 0,2 3 3 0,-1 0 0 16,1 0 0-16,0 0 3 0,0 6-3 0,5 1 0 16,-1 1-3-16,5 3-36 0,1 1-51 0,7 3-78 15,2 0-43-15,1 1-25 0,7 0 4 0,3 0 38 16,2-3-17-16,3-1 54 0,1-3 31 16,1-3 36-16,2-2 60 0,-2-4 12 0,0 0 18 0,0 0 4 15,-3-6 7-15,-2-1 7 0,-4-1 6 16,-1 1 70-16,-6 0 0 0,-5 0-17 0,0 1-5 15,-4-4-84-15,-3 2 5 0,-4-1 23 0,0-4 5 16,1 1-12-16,-3-4 12 0,-1-1-5 0,-1 0-11 16,-1-4 8-16,0 0 17 0,-3-2 7 0,2 0 3 15,-1 1 11-15,-1-2-9 0,2-1-2 0,-1 5 22 16,-1-2 43-16,0 4-6 0,2 0 8 0,-2 3 13 16,0 2-38-16,0 3-9 0,0 0 0 0,0 3-10 15,0-2 32-15,0 1 1 0,0 1-24 0,-5 1-30 16,2 3-29-16,-3 0-16 0,-1 3 6 0,-4 0 13 15,0 0-16-15,-5 11 7 0,-4 1 7 0,-1 5-9 16,0 4 16-16,-1 4-2 0,-1 6-6 0,2 3-8 16,5 5-5-16,2 1 5 0,8 0-10 15,6 2 16-15,0-1-14 0,9-4-5 0,4 0 16 16,3-3-16-16,6-5 11 0,2-2-6 0,4-4-101 16,8-5-97-16,4-2-149 0,4-6-208 0,5-2-113 15,10-8-129-15,4 0 58 0</inkml:trace>
  <inkml:trace contextRef="#ctx0" brushRef="#br0" timeOffset="13361.84">9196 4136 4271 0,'0'-23'-8'0,"0"8"0"16,6 7-3-16,1 8-5 0,-2 0 14 0,3 9-3 16,0 13 10-16,0 13 8 0,-5 11-11 0,0 12-2 15,-1 14-2-15,-2 7 10 0,0 7 2 0,-14 6-10 16,3 3 3-16,-2 3-11 0,-1 0 16 0,4 0 10 16,1-3-15-16,1-2 5 0,5-4-45 0,3-4-56 15,0-5-87-15,11-7-78 0,0-5-6 0,3-6-13 16,4-7 35-16,-1-5 52 0,5-3 15 0,0-8 40 15,2-6 40-15,-2-7 8 0,2-2 20 0,-2-10 29 16,1-4 18-16,-2-10 31 0,1 0 6 0,-5-8 13 16,1-7 15-16,-4-5-2 0,-1-6 29 15,-5-4 0-15,-5-8-7 0,-3-6-14 0,0-4 34 16,-11-5-13-16,-2-4 18 0,-6-5 36 0,-3-4-45 16,-8-2 28-16,0-1 7 0,-6-2-9 0,-2 0-3 15,-5 0-17-15,-3 3-9 0,0 5-12 0,-4 6-19 16,-1 7 21-16,5 6-25 0,-1 6-16 0,6 8-1 15,3 6-29-15,4 7 3 0,6 3-5 0,3 3 8 16,6 5-11-16,3 3-2 0,5 3-6 0,3 0 4 16,3 6 9-16,-1 1-7 0,6 4 20 0,0-1-7 15,11 5-15-15,6 2 2 0,4 1-50 0,6 4-13 16,8 2-30-16,7-1-33 0,3 0 14 0,5 2-23 16,1-1 18-16,4 0-22 0,-1-6-8 0,1-1 20 15,-1-2 1-15,-2-7 60 0,2 0 28 16,-2-8 2-16,-3 0 42 0,3 0 10 0,-3-10 16 15,-3-2 21-15,-3-1 3 0,-4-7 11 0,-4 1 72 16,-2-4 15-16,-4-4 27 0,-6-2 44 0,-3-1-29 16,-5-1 35-16,-5 1 3 0,-2-3-8 0,-3 2-18 15,-1 2-17-15,-4 1-41 0,0 6-52 0,0 1-40 16,0 4-40-16,0 5-13 0,0 3 2 0,0 2-5 16,0 7-5-16,0 0 13 0,-7 7-6 0,3 4 3 15,0 6 1-15,0 4 2 0,0 4-3 0,-3 1-90 16,1 4-87-16,1 1-126 0,1 0-134 0,0 1-31 15,4-4-15-15,0-3-1 0,0-3 20 0,0-5 4 16,5-2-11-16</inkml:trace>
  <inkml:trace contextRef="#ctx0" brushRef="#br0" timeOffset="13471.19">9877 4601 2951 0,'0'-48'37'16,"0"0"62"-16,0 3 2 0,0 4-2 0,0 4-42 15,0 5-64-15,-6 6-43 0,2 8-70 0,0 4-81 16,0 6-83-16,1 8-22 0,-3 0-1 0,3 0-35 15,3 11-40-15,0 4-102 0</inkml:trace>
  <inkml:trace contextRef="#ctx0" brushRef="#br0" timeOffset="14237.01">10275 4722 3260 0,'7'8'38'0,"-7"-3"42"0,0-1 57 0,0-2 10 15,0-2-30-15,-7 0-50 0,1 0-57 0,1-5-12 16,-1 5-6-16,0 0-2 0,6 0 7 0,0 0-9 15,0 0 9-15,0 0 8 0,0 7-13 0,0 3 21 16,0 0-10-16,0 6-3 0,0 2-3 0,0 3 8 16,6 2-10-16,0 2-8 0,-1 1 3 0,1-1-42 15,-1-1-8-15,1-2 11 0,-1-4 6 0,1-4 24 16,-2-2 24-16,1-3 4 0,-4-2-11 16,2-2 9-16,-1-2 3 0,2-3-2 0,-1 0 4 15,-1 0-2-15,3-8-10 0,0-2 7 0,3-4 46 16,2-3 2-16,2-4 23 0,1-2 28 0,5-5-24 15,1 2 0-15,0-5-31 0,2 0-40 0,2 0-19 16,0 0-13-16,1 3 8 0,-1 0 6 0,-1 3-6 16,-1 3 5-16,-2 3-5 0,-5 4-5 0,0 3-3 15,-4 7-2-15,-4 5 13 0,3 0-3 0,-4 0 5 16,2 11-50-16,1 4-69 0,2 1-63 0,2 2-67 16,-1 2 3-16,4 4-30 0,0 0 15 15,5 2 31-15,-3 0 4 0,4-1 56 0,3-1 43 0,4 0 37 16,2-5 53-16,0 0 29 0,4-5 14 15,-1-2 6-15,2-7 8 0,-2 1 39 0,0-6 28 16,-1 0 47-16,-2 0 12 0,-2-8 25 0,-2-1-9 16,-3-1 18-16,1 0 21 0,-7-2-15 0,1-1 3 15,-4-2-52-15,-2-1-16 0,-4 1 1 0,2-1-17 16,-5 1 51-16,-2-2-19 0,1 0-36 0,-4 3 6 16,0-1-35-16,0-1 16 0,0 1-23 0,-9 0-16 15,3 1-14-15,1 2-33 0,0 2 20 0,0-1-4 16,1 4-15-16,-1 1 0 0,1 2-9 15,-3-1 1-15,-3 3 21 0,-2 2-10 0,-1 0 10 0,-6 0-3 16,2 8 6-16,-4 3-14 0,-2 3-2 0,-1 3-1 16,3 3-10-16,-1 4 27 0,5 2-6 15,4 2-2-15,2 4-11 0,8-1 11 0,3 0-3 16,6 0-5-16,7-3-65 0,6-2-26 0,3-3-39 16,2-6-19-16,3-2 49 0,4-8 13 0,-1-7 30 15,5 0 1-15,0-6 11 0,3-8-20 0,-3-5 22 16,-1-7 36-16,-2-3-1 0,0-5 16 0,-2-8-22 15,-3-6 14-15,-4-6-19 0,-2-10 12 0,-2-7 36 16,-3-8 15-16,-1-9 69 0,-2-8 59 0,-5-6 24 16,-5-3 18-16,-3 1 39 0,0 7-62 0,0 7-29 15,-7 13-61-15,-2 10-91 0,0 17-13 0,-3 15 8 16,0 12 8-16,-1 10 14 0,-5 13 71 16,-4 8 5-16,-3 11 10 0,-5 15 13 0,-1 10-53 15,-3 14-14-15,3 9-26 0,4 12-11 0,4 8 6 0,5 9-2 16,18 0 2-16,0 2-3 0,14-2-91 15,13-2-88-15,5-3-89 0,7-1-133 0,6-5-105 16,2-6-154-16,1-2-170 0,2-7-147 0</inkml:trace>
  <inkml:trace contextRef="#ctx0" brushRef="#br0" timeOffset="14815">7334 7084 3232 0,'-6'-6'7'0,"6"2"-15"0,0 0 11 0,0 1-1 16,0 2-2-16,0-2 0 0,0 3-5 0,0 0 92 15,5 7 68-15,-2 2 68 0,-1 6 44 0,2 4-62 16,-2 6-33-16,1 9-45 0,-1 7-39 0,-1 9-39 16,-1 2-33-16,0 5-21 0,0 3 5 0,0-1 11 15,-6 2-11-15,-2-6 10 0,3-3-15 16,0-3-1-16,-1-4 6 0,3-7-13 0,0-1-127 16,0-6-116-16,3-6-137 0,0-4-179 0,0-4-30 15,0-5-95-15,0-8-69 0</inkml:trace>
  <inkml:trace contextRef="#ctx0" brushRef="#br0" timeOffset="15018.07">7815 6892 4355 0,'41'-25'29'16,"-3"1"3"-16,-1 6 5 0,-3 6-10 0,1-1-19 16,1 1-2-16,2 3 13 0,2 9 29 0,1 0-5 15,5 15 14-15,-2 4-27 0,2 6-14 16,-2 6 11-16,-3 4 12 0,-3 8 22 0,-4 5 0 15,-8 6-19-15,-5 6-25 0,-7 3-12 0,-6 5-5 16,-8 2 11-16,0-1-5 0,-14 2 0 0,-10-3-62 16,-6 0-84-16,-8-2-80 0,-6-5-95 0,-2-2-65 15,-8-3-105-15,-6-3-149 0,0-5-209 0,-1-7 38 16</inkml:trace>
  <inkml:trace contextRef="#ctx0" brushRef="#br0" timeOffset="15471.38">11045 7422 4505 0,'19'-43'0'0,"2"2"-9"0,1 0 9 0,-3 1-8 16,-3 5-5-16,4-3 7 0,-7 4-4 16,-4 9 39-16,-9 7-5 0,0 5 6 0,-9 3 10 15,-2 1-43-15,-4 4 20 0,-10 5-14 0,-8 0-9 16,-2 12 11-16,-9 5-10 0,0 5 10 0,-3 8-5 15,0 8-2-15,2 6 4 0,2 5 4 0,8 5-3 16,5 2 7-16,8 5-4 0,9-1-6 0,13 2-3 16,0-1 0-16,8 0 3 0,10-4-8 0,9-4 6 15,4 1 13-15,4-5-3 0,4-5 8 0,-1-1 3 16,-1-8-24-16,-1 0 2 0,-6-6 0 0,-4-5 0 16,-8-4 9-16,-10-4-6 0,-8-4-35 15,-11-4-54-15,-14-2-59 0,-8-2-51 0,-11-4-37 16,-7 0-49-16,-8-8-18 0,-4-4-117 0,-2 2-60 15,5-4-61-15,3-3-102 0,9-5 100 0</inkml:trace>
  <inkml:trace contextRef="#ctx0" brushRef="#br0" timeOffset="16033.75">11512 7682 4462 0,'74'-21'0'0,"-8"-1"-11"15,-9 1 13-15,-11 2 6 0,-11-2-2 0,-5-2 10 16,-8 3-24-16,-9 7-6 0,-4 4 3 0,-6 3 6 15,-3 2 8-15,0 4 2 0,-8 0-5 16,-2 10-10-16,-2 1 12 0,-5 3-2 0,1 3 3 16,-1 2 13-16,1 2-11 0,-3 2 3 0,5 0-18 15,0-1-54-15,2 0-67 0,2 0-15 0,3-2-46 16,1-4 25-16,4-1 62 0,1-4 20 0,1 0 63 16,0-3 32-16,0-3 4 0,0-2-16 0,5-3 7 15,-1 0-8-15,1 0 11 0,4-10-3 0,-2-1 64 16,1-4 22-16,2-2-4 0,0-6 78 0,3-4-41 15,1-3 4-15,-1-3 25 0,2-2-57 0,-2-2-5 16,0-3-26-16,3 2 4 0,-2-4-3 0,0 3 17 16,-1 3 20-16,2 2-41 0,-2 2 14 15,1 2-28-15,-1 7-13 0,-2 4-7 0,2 3-10 16,-4 6-7-16,2 2-11 0,-3 5 0 0,-1 3-12 16,-1 0 7-16,2 9-1 0,0 5 23 0,-4 3 0 15,4 2-11-15,-3 8-9 0,0 3-8 0,1 2 14 16,0 6-6-16,-1-1 14 0,-1 3 1 0,0 0-26 15,3-2 14-15,0 0-43 0,1-2-54 0,4-4-21 16,3-4-39-16,1-1 24 0,3-6 6 0,3-1 14 16,-1-4 35-16,2-6 11 0,1-2 46 0,1-1 24 15,-1-7-3-15,0 0 7 0,3-7 7 0,-2-3 1 16,0-7 39-16,2-3 40 0,-4-6 6 0,2-9 25 16,2-4 7-16,-1-8 18 0,4-4 46 0,-3-2 39 15,3-1 8-15,3 2-40 0,1 4-54 0,-1 7-51 16,0 8-67-16,-3 10-15 0,-3 6-13 15,-2 9-12-15,-4 8 5 0,-4 12-2 0,-5 10 16 16,-2 9-7-16,-5 10 6 0,-2 8 1 0,-1 12-7 16,-2 7-37-16,0 10-127 0,-8 2-131 0,0 5-182 15,0 0-143-15,0 3-140 0,-7 1-184 0,4-5-138 16</inkml:trace>
  <inkml:trace contextRef="#ctx0" brushRef="#br0" timeOffset="17049.74">7295 10112 1737 0,'-5'-6'-5'0,"1"1"34"0,0 1 26 0,-4-5 62 15,2 2 58-15,3 0 5 0,1-2 70 0,-2 0-12 16,4 2-35-16,0-3-9 0,0 2-78 16,9-1-29-16,2 2-35 0,0-2-23 0,3 2-12 15,-1-2-22-15,6-2 5 0,-3 3 0 0,4-1-7 16,2-3 12-16,2 3-3 0,2-1-2 0,1 3-7 16,-1-2 2-16,1 3 5 0,0 1-2 0,-2 2 14 15,-1 1-10-15,-2-1-4 0,-1 0 26 0,-4 3-2 16,-1 0-7-16,-3 0 9 0,-1 0-28 0,-4 0-6 15,-1 0 10-15,-1 4 12 0,0 2 17 0,-3 4 6 16,2 2-3-16,1 3-10 0,-2 4-12 16,-1 1 7-16,2 5-7 0,-1 1 0 0,-1 1 8 0,-1 1-13 15,-2-1-5-15,0-3 17 0,0-2-22 16,-8 0 13-16,2-2 17 0,-1-1-23 0,-1-1 23 16,-2-4 1-16,-2 3-4 0,-2-4 14 0,-5 2-14 15,-3-1-6-15,0-2-9 0,-7 3-12 0,-1-3 8 16,0 2-8-16,-2-1-1 0,1 1 9 0,1-3-1 15,0 5-2-15,1-5-5 0,3 1-2 0,0 1 2 16,4-3 5-16,3 2 10 0,0-3-3 0,3 0 24 16,2-3 5-16,6-1-5 0,0 1 18 0,5-3-39 15,3-1 42-15,0 1 8 0,0 0 0 0,11 0 35 16,1-3-20-16,3 2-6 0,4 0-7 0,8 2-30 16,5-1-16-16,7 0-7 0,7-1-18 0,8-1 12 15,4-1-8-15,7 0 13 0,2 0 0 16,2-6-16-16,2-1 8 0,-3 0-8 0,-5 1-6 15,-4 1 11-15,-10-2-42 0,-5 3-23 0,-9-1 2 16,-7 3-9-16,-10-3 36 0,-4 2-3 0,-8 1-23 16,-6 1-15-16,0 0-23 0,-6 0-24 0,-5-2 4 15,-3 3-42-15,-5-1-28 0,-2-2-14 0,-4 0-57 16,0 2-22-16,-4-2-59 0,1 0-48 0,1 1-53 16,0-1-90-16</inkml:trace>
  <inkml:trace contextRef="#ctx0" brushRef="#br0" timeOffset="17284.08">8199 9607 4569 0,'5'-21'-6'15,"2"6"-10"-15,3 2-32 0,-2 5 10 0,2 8 6 16,4 0 14-16,8 10 31 0,4 4 19 0,5 6 25 15,4 10 18-15,9 7 1 0,2 10 0 0,1 12-21 16,1 6-16-16,-1 9 8 0,-5 6-27 0,-6 3-6 16,-6 4-6-16,-10 0-30 0,-7-4-63 0,-13 0-88 15,-8 0-115-15,-11-6-112 0,-11 0-117 0,-11-5-79 16,-5-1-60-16,-8-5-112 0,-6-2 136 0</inkml:trace>
  <inkml:trace contextRef="#ctx0" brushRef="#br0" timeOffset="18112.34">11123 9857 4558 0,'8'-11'2'0,"1"3"-12"0,0 1-12 15,-4 4-15-15,0 0-4 0,0 2 25 0,-2 1 19 16,2 14 19-16,-2 10 15 0,-3 7-18 0,0 6-6 15,0 8 3-15,-8 6-13 0,0 5 2 16,-2 2 6-16,-2 1-11 0,4-3 8 0,-2-3 14 16,-2-1-11-16,4-5-3 0,2-3-3 0,-2-2-45 15,5-7-90-15,0 0-50 0,0-5-76 0,3-5-50 16,0-5 58-16,0-5 32 0,0-5 33 0,0-5 85 16,0-5-39-16,0-5 26 0,0-7 34 0,0-2-2 15,4-5 88-15,-4-6-7 0,5-4-2 0,1-5 5 16,0-4 74-16,-1-8 44 0,0 0 54 0,0-5 39 15,2-2-35-15,0 0 29 0,-1-2-35 16,2 2 34-16,3 0-22 0,0 5-17 0,-1 2 23 16,4 4-53-16,-1 3-37 0,1 6-51 0,0 5-33 15,-2 6-16-15,0 5-6 0,-1 6 6 0,3 5-9 16,-1 6 6-16,2 7 9 0,0 9-7 0,5 7 12 16,-2 7-3-16,4 5-5 0,0 7 8 0,3 1-14 15,-4 3-3-15,3 2 9 0,-1 0-1 0,-2 0 1 16,3 0-9-16,1-3 3 0,0-1-5 0,0-3 18 15,1-2 1-15,1-4-3 0,1-3-3 0,1-5-21 16,-1-5 2-16,-1-5 11 0,0-3-3 0,-2-7 3 16,-1-7 8-16,-2 0-19 0,0 0 14 0,-3-10 2 15,-1-8-19-15,-3-2 12 0,-2-7-9 16,-5-5 2-16,3-7 12 0,-6-6 3 0,-2-6-12 16,-3-7 1-16,0-5-9 0,0-3 0 0,0-3 16 15,-8-1-4-15,0 6 2 0,0 4-20 0,2 6-29 16,-1 12-57-16,-2 9-49 0,4 10-41 0,-1 8-53 15,1 9 3-15,-1 6-23 0,0 8-83 0,-1 5-48 16,4 6-80-16,-2 6-72 0,2 4-86 0</inkml:trace>
  <inkml:trace contextRef="#ctx0" brushRef="#br0" timeOffset="18752.82">12577 10290 3629 0,'0'-16'-10'0,"-8"-2"7"16,-4 2-2-16,-1 0 5 0,2-5-2 0,-3 2-8 15,1 6 0-15,-2 0 3 0,5 4 9 0,-1 2 5 16,5 3-2-16,3 1-12 0,3 1 2 0,0 2-5 16,0 0 10-16,9 7 5 0,3 2 2 0,3 0-9 15,5 2-20-15,6 2-63 0,0 2-44 0,3-1-53 16,-2 0-49-16,6 1 35 0,-3-4 33 0,0 2 58 15,-3-2 70-15,-5-2 19 0,0-3 18 0,-6 0 20 16,0-2-4-16,-6-1 24 0,-4-3 54 16,0 0 0-16,-6-4 20 0,0-5 18 0,0 0-43 15,0-3 21-15,-6-2 41 0,0-3-8 0,-3-2 8 16,-3-1 3-16,1-4-25 0,0 0 17 0,-2-1-11 16,2-1 12-16,0 0-5 0,2 1-23 0,2 1 12 15,2 3-23-15,-1 0-32 0,1 6-9 0,1 1-33 16,1 3-36-16,-1 2 6 0,-2 6 17 0,-4 3 14 15,-4 0-1-15,-2 12 38 0,-4 1-4 0,-4 7-1 16,-6 5 0-16,-3 4-25 0,0 4-29 0,-2 3 5 16,5 3-5-16,0 3-6 0,5 2-1 0,4-1-8 15,5-2 15-15,7 2-3 0,9 0-7 0,0-1-7 16,8-2 2-16,6-1 3 0,8-3 0 0,7 1-53 16,7-7-63-16,6-4-95 0,6-5-45 15,4-4-14-15,6-3-23 0,1-5 38 0,3-9 18 16,2 0 57-16,-2-5 41 0,1-7 38 0,1-2 42 15,-4-7 10-15,0-6 46 0,-5-3 12 0,-2-7-12 16,-5-5 46-16,-1-4 33 0,-5-6 57 0,-2-4 46 16,-6-8 3-16,-2-4 33 0,-2-5-15 0,-2-2 40 15,-6-1-24-15,-4 0-2 0,-4 2-12 0,-6 7-39 16,-3 3 4-16,-5 12-26 0,0 8-26 0,-6 10-39 16,-3 9-33-16,0 7-27 0,3 7-13 0,0 11 19 15,-1 8-4-15,-1 10-8 0,-3 10-7 16,3 9-10-16,-5 11 14 0,1 8-7 0,2 7 9 15,1 5 4-15,3-2-16 0,3 3 3 0,3-4-6 16,0-2-65-16,9-1-75 0,0-8-99 0,1-1-130 16,4-3-116-16,-3-3-72 0,2-2-137 0,-1-5-90 15,-2-4-72-15,4-7 25 0</inkml:trace>
  <inkml:trace contextRef="#ctx0" brushRef="#br0" timeOffset="18924.66">13502 10229 4324 0,'-20'-28'2'0,"6"6"-10"0,-4 5 29 0,7 1 38 16,0 8 13-16,3-2 33 0,5 1-22 0,3 2-47 16,0 2-17-16,16-1-19 0,0 4-11 0,7 0 16 15,7-1 3-15,5 2-24 0,11-2-109 0,5 3-161 16,7 0-177-16,4 0-236 0,3 0-150 0,0 0-46 16</inkml:trace>
  <inkml:trace contextRef="#ctx0" brushRef="#br0" timeOffset="19081.21">14627 10450 4921 0,'0'19'-14'0,"-10"-4"11"0,0-3 0 15,1-5 39-15,1 1 31 0,0-8 4 0,3 0-6 16,-2 0-28-16,1 0-20 0,-1 0-14 0,2-5 11 16,2-1-11-16,3 2-23 0,0-3-117 15,0 2-133-15,0 0-185 0,7-2-221 0,-3 0-153 16,6-2-207-16</inkml:trace>
  <inkml:trace contextRef="#ctx0" brushRef="#br0" timeOffset="19502.99">15672 9799 5563 0,'12'0'-6'0,"-5"-5"-15"0,-3 5 4 16,-4 0 5-16,0 0 15 0,0 7 9 0,0 6 0 16,0 9-12-16,-11 7-15 0,1 5 6 0,-5 4 9 15,-2 1 6-15,-2 3 9 0,-2 0-6 0,2-2-24 16,0-2 12-16,4-1 9 0,0-2 2 0,3-2-48 16,2-2-64-16,2-5-68 0,-1-4-63 0,3-5 23 15,-3-3 2-15,5-2 14 0,-1-2 46 0,2-4 17 16,1 0 55-16,-1-5 37 0,3-1 13 0,0 0 25 15,11-8-15-15,-1-5 18 0,-1-5-5 0,2-6 11 16,2-8 1-16,1-5 55 0,0-6 36 0,0-5 11 16,2-5 56-16,3-6-42 0,2-1 4 15,1-3 3-15,2-2 6 0,-1 0 15 0,-2 3 26 16,0 6-20-16,-3 5 1 0,-3 6-25 0,-2 4-25 16,-3 8-6-16,-2 8-81 0,-3 7-9 0,0 5-39 15,-2 6 12-15,0 7 15 0,2 0-3 0,0 14 9 16,-1 10-3-16,4 7 3 0,3 8 3 0,-3 7 3 15,4 7-3-15,1 3 7 0,0 3-16 0,1 1 12 16,-1-2-34-16,-2-1-77 0,3-3-100 0,1-1-159 16,0-5-148-16,-2 1-120 0,1-2-168 0,2-3-120 15,0-6-43-15</inkml:trace>
  <inkml:trace contextRef="#ctx0" brushRef="#br0" timeOffset="20487.41">15798 10125 3950 0,'-36'-16'-6'16,"-2"0"-4"-16,3 2-5 0,0 0 12 0,5 2 16 16,2 2-8-16,4-2 8 0,7 3-13 0,7 0-8 15,10 3 11-15,0 2-13 0,8 0 0 0,10-1-1 16,4 1-52-16,8 0-70 0,8-1-81 0,8 2-131 16,6 0-39-16,6 2 32 0,4 1 29 0,3 0 110 15,1 0 95-15,2 0 50 0,1-2 58 16,-4 1 54-16,2-2 62 0,-2-2 64 0,-2-1 47 15,-3 0 71-15,-3-2-8 0,-3-1 16 0,-7 1 11 16,-4 0-53-16,-9-1 8 0,-5 0-63 0,-10 1-23 16,-5-2-31-16,-7 0-59 0,-7 0-22 0,0-3-39 15,-7-2-20-15,-7 0 9 0,-4 0 2 0,-10 1 9 16,-2-1-3-16,-9 3-3 0,-6 2 0 0,-3 6-6 16,-2 4-10-16,0 0-3 0,2 12-6 0,3 6 1 15,5 4 7-15,3 9 1 0,9 5 5 0,4 2-5 16,7 3 5-16,6 4-10 0,11 0-1 0,0-2 8 15,8-1-13-15,9-2-22 0,5-3-56 0,7-3-51 16,2-3-53-16,4-2-14 0,3-4 12 0,3-6 10 16,0-3 40-16,1-6 0 0,-4-5 50 15,-2-5 37-15,-3 0 21 0,2-10 39 0,-8-5-10 16,-3-6 3-16,-2-1 4 0,-6-4-2 0,-2-8 34 16,-5-5 7-16,-4-5 17 0,-2-6 24 0,-3-7-9 15,0-5 16-15,0-9-20 0,0-2 4 0,0-2 2 16,-5-1 35-16,5 1 16 0,0 3-2 0,0 7-1 15,-4 8-64-15,0 11-20 0,1 6-12 0,2 10-24 16,-3 9-22-16,-1 6 14 0,1 9-9 0,-1 6-4 16,1 0 26-16,-3 9-6 0,-1 5 6 0,-3 4 16 15,2 7-16-15,1 5 9 0,1 7-9 0,3 7-19 16,4 6 22-16,0 6-46 0,16 2-31 16,0 6-70-16,7 0-75 0,4 0-30 0,3 0-32 15,0-3 18-15,3-6-13 0,1-3 29 0,-3-7 27 16,4-7 48-16,-2-6 62 0,3-9 26 0,2-5 42 15,0-6 15-15,5-12 23 0,1 0-2 0,4 0 13 16,1-12 76-16,4-3 75 0,0-2 52 0,1-5 22 16,-1-2-25-16,-1-5-35 0,-1-2-34 0,-2-5 12 15,-5-2-9-15,-3-4-10 0,-3-2 18 0,-5 0 12 16,-3 0 0-16,-3 2-9 0,-9 4-23 0,-1 1-61 16,-9 4-35-16,-8 8-41 0,0 2 2 0,-5 6-2 15,-8 3-13-15,-7 2 13 0,-3 3-9 0,-6 4 9 16,-4 5 14-16,-2 0-14 0,0 11 0 0,-3 4-5 15,-1 9 5-15,-1 4 2 0,2 7 4 0,0 5-1 16,2 5-2-16,-2 5 0 0,7 1-3 16,-3 3 5-16,3-3-5 0,5 0 14 0,5-2-3 15,4-3-8-15,4-4-3 0,8-4 0 0,5-3 0 16,0-3 6-16,12-7-12 0,6-3-21 0,7-2-28 16,8-5-29-16,5-6-32 0,6-1-2 0,6-8 29 15,1 0 20-15,6-8 38 0,2-4 18 0,-1-5-11 16,-1-7 6-16,-2-6-10 0,-4-8 2 0,0-9 20 15,-7-10-1-15,-3-9 14 0,-3-13-14 16,-5-9-14-16,-1-7-7 0,-4-11 59 0,-6-9 29 16,-2-6 80-16,-5-3 87 0,-4 2 6 0,-4 1 77 15,-6 7-22-15,-1 12 3 0,0 12-43 0,-4 17-103 16,-6 16-62-16,3 15-71 0,-3 16 4 0,-2 15 44 16,-1 11 21-16,-5 23 1 0,-4 13-12 0,-2 13-38 15,-2 15-9-15,-2 13-7 0,4 14 0 0,4 11 13 16,4 9-20-16,5 8-9 0,11 9-73 0,0 3-51 15,0 1-93-15,6-1-111 0,-6-6-98 0,0-2-207 16,0-10-248-16,0-8-321 0,-12-14 57 0</inkml:trace>
  <inkml:trace contextRef="#ctx0" brushRef="#br0" timeOffset="21456.26">7769 12706 3279 0,'8'-4'-12'0,"3"-1"-5"0,-3 1 8 15,0-2-10-15,3 2 19 0,2-3 5 0,1-3-8 16,3 3 1-16,1 1 2 0,7-1 0 16,2 1-7-16,1-1 16 0,4 2-11 0,0-1 2 15,1 0 7-15,-3 2 17 0,2 1 17 0,-1 0 21 16,-2-1 1-16,1 2-25 0,-4-1-1 0,-2 2-25 15,-5 0-17-15,0 1 10 0,-3 0-13 0,-3 0 3 16,-4 0 32-16,-4 7 3 0,-2 0-6 0,-3 0-4 16,0 4-13-16,0 1-7 0,-11 2 3 0,-2 3 2 15,-6 0-3-15,-3 3-4 0,0 0 7 0,-5 0-3 16,-3 1 6-16,0-2-6 0,0 2-2 0,0-4 5 16,5-1-7-16,-2 0 2 0,5-1 0 15,6 0-13-15,0-1-2 0,5 0 6 0,5-1-4 16,6 3 16-16,0-2 4 0,9 0-2 0,4 1 7 15,4 1-2-15,5 2-12 0,5-2 7 0,3 2-8 16,2 3-12-16,1-1 11 0,2 3-1 0,-2-1 7 16,-3 1 3-16,-3 0 62 0,-3 0 13 0,-7 0 11 15,-6-1 35-15,-11 0-70 0,0-2-12 0,0 1-29 16,-16-5-5-16,-6 3-2 0,-8-4-13 16,-3 0 10-16,-5-4-15 0,-3-2-19 0,-5 0-42 0,0-5-94 15,-1 1-98-15,4-5-133 0,1 0-95 0,4 0-57 16,4-9-85-16,6-5 34 0</inkml:trace>
  <inkml:trace contextRef="#ctx0" brushRef="#br0" timeOffset="21659.34">8448 12647 3619 0,'90'-44'65'0,"-2"6"15"0,-1 6 15 0,-6 7 66 0,-7 7-24 16,-8 6 51-16,-6 12 39 0,-4 0-54 0,-1 13 3 15,-6 10-56-15,-3 9-15 0,-2 6-2 0,-7 13-22 16,-4 7-9-16,-8 5-31 0,-7 6-26 0,-6 6-12 15,-7 3 0-15,-5 4 8 0,0 1-2 0,-13-2 3 16,-6-2-6-16,-3 0-6 0,-4-6 0 16,-6-5-85-16,-3-6-61 0,-5-6-96 0,-2-3-102 15,-6-8-64-15,-4-5-106 0,-3-5-149 0,-5-8-115 16,-1-4-109-16</inkml:trace>
  <inkml:trace contextRef="#ctx0" brushRef="#br0" timeOffset="22050.1">11295 12870 3599 0,'-4'-27'75'0,"0"3"79"16,1 2 38-16,3 3 18 0,-2 6-80 0,2-2-98 15,0 4-30-15,0 11-12 0,-1 0 88 0,-1 13 63 16,1 6-2-16,-3 10-14 0,-3 10-83 16,-3 9-37-16,-1 9 1 0,-1 7 8 0,-3 8 5 15,3 3-7-15,-3 2-10 0,-2-1-24 0,3-1-90 16,-2-3-104-16,5-4-130 0,0-2-160 0,-2-8-106 16,2-2-98-16,3-7-82 0,5-7 82 0</inkml:trace>
  <inkml:trace contextRef="#ctx0" brushRef="#br0" timeOffset="22409.43">11194 13544 2932 0,'-10'-48'7'0,"-2"1"-7"0,-2 6 14 0,0 1 16 15,1 9 24-15,1 1 23 0,0 6-2 16,4 5 1-16,2 5-36 0,6 3-28 0,0 4-7 16,6 2-12-16,7 1-3 0,6 2 3 0,4 2-21 15,7 0-55-15,5 0-29 0,3 0-76 0,5 0-27 16,6 0 14-16,-2 0 21 0,1 0 93 0,1 0 40 15,-2 0 34-15,-1-9 18 0,-2 1-9 0,0-1 14 16,-6-2 1-16,1-2 44 0,-6-1 52 0,-2-2 79 16,-2-3 63-16,-2 1 39 0,-4-1-11 0,-7-2-32 15,0-2-23-15,-6-2-35 0,-4-2 17 0,-6 0-11 16,0 2-23-16,0 2-16 0,-6 0-34 16,-2 5-17-16,-2 5-28 0,2 5-30 0,-3 8 9 15,1 0-14-15,-5 8 17 0,0 5 38 0,-5 5-25 16,-2 9 5-16,-5 2-25 0,0 8-38 0,0 6-1 15,0 6-25-15,-3 3 17 0,5 3-3 0,3 2 5 16,3-1 4-16,3 1-9 0,5-1 9 0,2-1-21 16,9-5-78-16,0-5-64 0,12-2-104 0,4-5-131 15,8-5-35-15,8-3-69 0,4-6-86 0,6-4 2 16,6-5 1-16,4-6 25 0,3-9 71 0,4 0 72 16</inkml:trace>
  <inkml:trace contextRef="#ctx0" brushRef="#br0" timeOffset="23128.42">12419 13566 1648 0,'35'-38'77'0,"-7"-3"65"15,-4-3 81-15,-3-1 119 0,-4 2-14 0,-6 2 21 0,-2 1-10 16,-9 1-54-16,0 4-14 0,0 3-36 16,0 1-49-16,-9 3-31 0,1 5-38 0,-3 3-38 15,2 1-27-15,-1 5-29 0,2 2-9 0,-6 5-14 16,1 1 5-16,-2 6-2 0,-1 0-6 0,-3 0-8 16,-3 7 8-16,1 3 6 0,-1 2-6 0,-1 3 20 15,2 4-14-15,-1 3-9 0,3 1 3 0,3 7 3 16,2 3-3-16,4 4 3 0,4 2 3 0,1 5-8 15,5 2-1-15,0 0-43 0,8 2-15 0,3-4-47 16,3-1-19-16,2-3 23 0,6-3-17 16,4-3 4-16,0-5 34 0,0-2 6 0,1-6 32 15,3-5 40-15,-2-3-20 0,-1-4 8 0,-2-4 0 16,-1-5 0-16,-6 0 20 0,-1-11 0 0,-3-3 5 16,-1-4 13-16,-5-5-8 0,-2-2-10 0,-6-7 2 15,0-4-7-15,0-4 13 0,0-7 35 0,-8-3 44 16,-3-2 6-16,-5-3-3 0,3-1 2 0,-4 3-13 15,1 3-2-15,-1 5-18 0,0 4-14 0,2 10-50 16,1 6 0-16,0 6-3 0,1 8-8 0,-1 4 18 16,4 7-2-16,-2 0-2 0,2 13 12 0,1 5-12 15,1 6-14-15,0 3 5 0,3 8-24 0,5 4-29 16,0 5-69-16,16 2-60 0,5 2-65 0,3 0-36 16,6-2-44-16,4-2-9 0,3-2 29 0,5-4 15 15,4-4 72-15,3-5 68 0,3-5 45 16,2-6 61-16,2-5 47 0,-4-5 6 0,0-8 28 15,-3 0 58-15,-8-8 59 0,-5-4 87 0,-9-4 52 16,-1-5 10-16,-8-4-26 0,-5-2-30 0,-2-4-37 16,-3-8-22-16,-2-2 2 0,-2-4-11 0,1-7-9 15,-2-1 12-15,1-3 2 0,2 3-8 0,-1-1 3 16,3 4-37-16,0 6-1 0,3 7-19 0,-3 6 14 16,-3 7-23-16,0 5-22 0,-5 5-26 0,0 3-43 15,-7 4-9-15,-4 2-18 0,-1 5 16 0,-4 0-10 16,-3 0 12-16,-4 8 14 0,1 5-25 15,-3 2 17-15,2 5-3 0,2 4-12 0,4 3 9 16,2 6-12-16,6 3 6 0,9 7-5 0,0 5 2 16,12 1-17-16,4 3-32 0,10 3 6 0,2 2-19 15,4-1 17-15,2-1 22 0,5-4 4 0,0-2 28 16,-3-5-6-16,-3-4 3 0,-3-4 6 0,-3-5 3 16,-7-5 3-16,-5-3 5 0,-7-6 3 0,-8-2-3 15,0-3-6-15,-16-5-2 0,-8-1-6 0,-6-3-3 16,-8 0 12-16,-6-3-7 0,-5 0-16 0,-5 0-39 15,-4-5-64-15,4-1-85 0,-1 0-88 0,6 1-59 16,5-1-101-16,4 0-107 0,9 3-97 0,10-2-164 16,10 0 101-16</inkml:trace>
  <inkml:trace contextRef="#ctx0" brushRef="#br0" timeOffset="23315.88">13787 13259 4645 0,'30'-35'5'0,"-6"5"44"15,-8 4 15-15,-4 6 27 0,-2 2 6 0,-10 0-41 16,0 6 12-16,0 6 50 0,0 6-6 0,0 6 12 16,-7 8-16-16,-1 6-67 0,-1 8-8 15,1 10-12-15,-2 6-18 0,0 8 6 0,0 3-1 0,0 3 13 16,1 3 3-16,1-3-54 0,-1 1-90 0,1-5-132 16,0-2-154-16,0-4-170 0,3-2-168 15,-4 0-125-15,1-5-152 0</inkml:trace>
  <inkml:trace contextRef="#ctx0" brushRef="#br0" timeOffset="23472.09">13717 13722 4281 0,'-17'-22'0'0,"1"2"-8"0,1 4 19 0,2-2 2 16,5 5 11-16,-3-4 10 0,11 2-37 0,0 3 6 15,6-1-14-15,10 3-10 0,8 2-75 0,4 2-139 16,8 1-211-16,4 2-197 0,7 3-109 15,1 0-99-15</inkml:trace>
  <inkml:trace contextRef="#ctx0" brushRef="#br0" timeOffset="23597.05">14889 13779 4408 0,'33'16'2'0,"-6"-3"41"0,-8-3 33 16,-6-1 61-16,-2-3 44 0,-3-6-36 0,-8 0-22 15,0 0-70-15,0 0-44 0,-8-3-15 0,0-1-22 16,-8-1-120-16,2-4-169 0,-5-1-199 0,-2-1-314 15,-1 0-217-15,0-1 70 0</inkml:trace>
  <inkml:trace contextRef="#ctx0" brushRef="#br0" timeOffset="24128.24">15909 13287 2895 0,'-14'-37'-2'15,"4"3"25"-15,-1-2 54 0,0 6 67 0,2 0 86 16,-3 7 47-16,2 4 6 0,3 3-15 0,2 4-66 16,5 1-62-16,0 2-57 0,0 4-61 0,0-1-11 15,5-1-14-15,0 3-5 0,-2 4-3 16,2 0-3-16,-5 11 1 0,0 3 82 0,0 6 2 15,-10 7-5-15,2 9 11 0,-1 6-77 0,-7 8 8 16,2 4 6-16,-7 3 3 0,1 2-17 0,-1-1 5 16,-3-3 1-16,4-1 2 0,-1-6 6 0,-1-4-11 15,3-5 0-15,7-6-14 0,-4-3 8 0,6-7 6 16,-1-5-3-16,0-3 2 0,7-6-43 0,-1-4-31 16,2-5-16-16,3 0-17 0,0-6 35 0,8-3 40 15,1-5 19-15,2-2 14 0,0-5 13 0,6-2-19 16,-1-4 6-16,3-4 0 0,2-6-9 0,0-3 17 15,0-4-14-15,1-6 9 0,-1 0-1 0,5-8 22 16,0 2 22-16,1-2 14 0,0-1 47 16,-2 2-12-16,1 6 0 0,-1 3 9 0,0 5 2 15,-1 7 12-15,-5 4-10 0,-2 5-39 0,-1 6-27 16,-5 5-51-16,1 5 9 0,-3 1-21 0,-3 8 6 16,0 2 18-16,-1 0-9 0,0 14 18 0,-2 7-18 15,3 6 3-15,-3 5-3 0,-1 7 12 0,1 6 0 16,-1 8-3-16,0 3 6 0,-1 2-6 0,-1-1-15 15,0 1-3-15,2 2-79 0,-1-3-137 0,1-3-152 16,-2-2-192-16,2-2-203 0,-2-2-138 0,1-2-98 16</inkml:trace>
  <inkml:trace contextRef="#ctx0" brushRef="#br0" timeOffset="25097.68">16009 13603 3619 0,'-27'-24'-13'0,"0"3"18"0,0-2-5 15,0 4 0-15,0 0 73 0,3 5 7 0,1-1 8 16,7 0 2-16,2 5-31 0,7 0-31 0,7 3-10 16,0 1-13-16,10 2-23 0,6 0 0 0,7 1 0 15,6 2 0-15,7-2-40 0,7 2-53 0,7 1-44 16,9 0-29-16,6 0 21 0,1 0 67 16,6 0 50-16,0 5 37 0,-1-2 11 0,1-3-9 15,-4 0 5-15,-2 0 0 0,-5 0 11 0,-7 0 41 16,-3 0 54-16,-10 0 66 0,-2 0 50 0,-11-4 24 15,-5-1 8-15,-2 0-9 0,-10 0-29 0,-5-3-37 16,-6 0-58-16,0-3-55 0,0-1-22 0,-6-1-39 16,-4 0-3-16,-9 0 6 0,-7 1 14 0,-2 2 8 15,-9 0-13-15,-3 4 4 0,-5 3-16 0,-2 3-6 16,0 0 15-16,-1 10-12 0,4 5-17 0,2 5 19 16,3 2-7-16,8 5 8 0,2 2 8 15,7 2-17-15,6 1 6 0,4 2-9 0,4-1 9 16,8-2 0-16,8 0-2 0,4-2-24 0,6-3-58 15,7-4-46-15,7-1-25 0,3-4-19 0,5-1 26 0,3-4 34 16,0-3 11-16,1-9 43 0,1 0 21 16,-1 0 21-16,-3-9 18 0,-4-7 2 0,-4-3 3 15,-5-7-15-15,-3-8 5 0,-4-7 10 0,-5-10-2 16,-1-7 15-16,-5-8-8 0,-2-5 27 0,1-7 10 16,-1-4 29-16,-5-3 43 0,1 1-23 0,-4 2 11 15,0 4-9-15,0 7-35 0,-8 6-14 0,-5 11-24 16,2 9-19-16,0 10-12 0,-3 10 1 0,1 9 2 15,-3 7 3-15,0 9-3 0,-1 11 0 0,-2 7 11 16,0 7-2-16,0 8 2 0,3 9 1 0,2 6-4 16,3 6 9-16,8 7-8 0,3 3-9 15,6 3-60-15,10 3-83 0,2 4-78 0,5-2-87 16,7 0-37-16,7-4-25 0,7-3-70 0,0-3 8 16,11-6-9-16,0-6 19 0,6-7 91 0,-2-6 46 15,-1-8 75-15,0-6 89 0,-1-6 69 0,-1-7 92 16,-5-10 62-16,-4 0 61 0,-4 0 90 0,-4-9 29 15,-3-4 26-15,-6-3 9 0,-3-3 14 0,-8-3-5 16,-3-3 26-16,-7-3-43 0,-4 0-66 0,-5-2-16 16,0-1-59-16,-8 4-5 0,-1 2 0 0,1 0-33 15,-8 4-9-15,5 1-18 0,-2 3-37 16,1 2-27-16,-2 4-12 0,2 2-13 0,-5 2-2 16,1 1-6-16,-3 1 0 0,2 5-3 0,-2 0-9 15,0 0 9-15,-2 8-11 0,1 2 8 0,-1 2 1 16,1 0 2-16,-2 4 8 0,-2 3 0 0,3 1 3 15,-1 4-2-15,0-1-3 0,3 2-6 0,0 0 8 16,4 1-11-16,3 1 0 0,6-1 6 0,6-1-3 16,0-1 17-16,9 2-17 0,9-4 11 0,4 0-11 15,5-3-8-15,7-1 16 0,6-3-11 0,3-4 14 16,6-1-3-16,-2-6 3 0,7-4-14 0,-4 0 6 16,1-8 3-16,-2-7 0 0,-3-4-6 15,-2-3-3-15,-3-9-3 0,-2-7-11 0,-4-8 23 16,-3-8-11-16,-2-10-12 0,-6-11 9 0,-2-6-18 15,-1-11 4-15,-5-8 14 0,-1-6-6 0,-3-5 19 16,0 1 54-16,-6 1 54 0,2 7 72 0,-4 13 25 16,-4 11-8-16,0 14-54 0,0 15-61 0,0 15 10 15,-9 12-11-15,1 15 41 0,-5 7 42 0,-7 19-23 16,-3 9-28-16,-6 12-41 0,-2 8-48 0,-6 12-3 16,0 8-13-16,-2 10 17 0,5 6-11 0,2 3-12 15,5 5-4-15,5 2-13 0,9 2-80 0,5 1-162 16,8 1-153-16,0 0-304 0,16-5-257 15,6-1-250-15,5-5-59 0</inkml:trace>
  <inkml:trace contextRef="#ctx0" brushRef="#br0" timeOffset="25222.65">18960 13962 6171 0,'39'-13'9'0,"-13"1"4"16,-2-3 2-16,-8 1-2 0,0-5-7 0,-2-4-6 15,-2 5 3-15,-2 6-12 0,-2 2-54 0,-5 2-211 16,1 8-323-16,-4 0-543 0,0 6-356 0</inkml:trace>
  <inkml:trace contextRef="#ctx0" brushRef="#br0" timeOffset="107582.87">14097 7084 1688 0,'12'-6'-6'0,"-5"2"30"16,-4 0 27-16,-1-3 23 0,-1 5 42 0,-1-3 6 15,0-1 32-15,0 1 60 0,-5-2-10 0,5 0 16 16,0 0-41-16,0 0-53 0,0 1 12 0,0 2-28 15,0 0-10-15,0 1-35 0,0 2-1 0,0 1-11 16,0 0-11-16,0 0 5 0,0 0-27 16,0 0-20-16,0 0 8 0,7 0-3 0,1 0-5 15,4 0-10-15,3 0 15 0,7-4 3 0,3 0-21 16,7-1 28-16,4 1-25 0,5-3 0 0,8 1 5 16,2-2-13-16,7 2-9 0,4-2-30 0,3 0-12 15,4-2-32-15,1 1-1 0,1 0 12 0,2-2 0 16,-5 3 9-16,-2 1-22 0,-6-3 8 0,-5 2 14 15,-7 2-30-15,-7 2 32 0,-9 1 2 0,-10 3-19 16,-6 0 46-16,-10 0 0 0,-6 6 8 16,-6 1 29-16,-10 0 8 0,-6 5 14 0,-14 2-3 15,-6 3-1-15,-10 1 4 0,-8 4 12 0,-8 3 19 16,-6 2 4-16,-5 0-5 0,-1 0-12 0,-2 2-21 16,2 0-6-16,5 1 5 0,9 0-7 0,4 0-1 15,9-2 8-15,10 0-10 0,8 2 10 0,8-3-10 16,10 2 14-16,17-4-6 0,0-4-3 0,11 1 4 15,8-5-28-15,11-1-29 0,8-3-32 0,9-2-20 16,9-6-11-16,4-2 16 0,6-3 20 0,5 0 4 16,5-7 33-16,0-3 14 0,1-1 4 0,1-2 18 15,-5-3-3-15,-1 0 6 0,-5-5 6 0,-7-1-6 16,-6-2 4-16,-8-3 0 0,-8-1-8 0,-7-3 12 16,-5-1 4-16,-9-4 11 0,-6 1 47 0,-5-2 44 15,-6 1 15-15,0-1 24 0,-14 0 26 16,-3 2-21-16,-3-2 28 0,0 2-11 0,-2 4-28 15,1 1-2-15,2 2-28 0,2 3-12 0,4 3-18 16,4 2-22-16,1 5-16 0,8 2-25 0,0 4-18 16,11 3-5-16,4 6-1 0,6 0 36 0,10 7-7 15,3 5 5-15,10 6-3 0,4 4-27 0,2 9 5 16,1 6-5-16,3 5 10 0,-4 5-2 0,-3 2-8 16,-5 4 0-16,-10 0-13 0,-7 3-29 0,-8-1-35 15,-7 1-62-15,-10-1-100 0,0-2-84 0,-18 1-83 16,-4-4-79-16,-8-1-62 0,-3-5-45 0</inkml:trace>
  <inkml:trace contextRef="#ctx0" brushRef="#br0" timeOffset="108208.14">17274 6616 2127 0,'-5'-7'-5'0,"3"2"1"16,2 1-6-16,0-1 1 0,0-2 14 0,0 1-9 16,8 2 4-16,4-2 8 0,3 1-8 0,2 1 13 15,2 0 10-15,3-1-6 0,0 1 9 0,3 1-9 16,-2-2-2-16,4 4-2 0,-3-1-13 0,2 2 4 16,-3 0-4-16,0 0 0 0,1 8 0 0,-2-1 8 15,-3 3 5-15,0 1-4 0,-3 5-2 0,-3 2-1 16,-4 4-2-16,-1 1 1 0,-2 7 14 15,-6 1-6-15,0 4 0 0,0 5-5 0,-14 2 6 16,-2 1-1-16,-3 4-9 0,-3-3 7 0,-2 0-7 16,-4-1-6-16,-4 1-2 0,-4-3 10 0,-2 2-14 15,-2-2 1-15,-2 0 14 0,-6 0-23 0,1-1 21 16,-2-2-5-16,0-3 4 0,1-1 7 0,4-5-15 16,3-6 50-16,5-2 61 0,6-7 64 15,1-3 31-15,7-6-30 0,4-5-62 0,3-7-61 16,2-5-23-16,2-7 1 0,2-6 26 0,2-8 22 15,4-5 20-15,3-3 50 0,0-3-28 0,8 1-14 16,2 0 5-16,4 5-54 0,3 5-10 0,5 2 16 16,4 6-21-16,0 6-11 0,6 2 6 0,1 5-23 15,5 4-1-15,2 3-7 0,4 5-6 0,1 0 16 16,-3 9-21-16,-1 3 6 0,-1 3 2 0,-2 2-8 16,-1 5 3-16,-3 2-73 0,-3 4-80 0,-1 1-92 15,-1 3-104-15,-2 0-87 0,-2 1-44 0,-3 0-37 16,0-1-55-16,-1-3 32 0</inkml:trace>
  <inkml:trace contextRef="#ctx0" brushRef="#br0" timeOffset="108661.08">18315 6803 2324 0,'24'-33'-9'15,"-3"2"3"-15,-4 2-5 0,-2 3 3 0,0 2 8 16,1-1-4-16,3 1 8 0,1 4 2 0,6 2 1 15,-2 2-7-15,4 1 0 0,2 2-11 0,0 1 7 16,0 4 4-16,0-2 2 0,0 3 6 0,0 0-3 16,-3 0-1-16,3 1-15 0,-1 1 5 0,1-1 4 15,-2-1 2-15,-1 3 6 0,-5-2 0 0,0 0-1 16,-3 2 3-16,-4-2 7 0,-2 0-12 0,-5-1 23 16,1 2 16-16,-6 1 15 0,0-1 2 0,-1 1 44 15,1-1-25-15,-1 4-6 0,0-2 37 0,-2 1-54 16,0 2 19-16,0 0 13 0,0 0-2 15,0 0 0-15,0 0 16 0,-9 0-27 0,-1 0-35 16,2 6-15-16,-2-1-31 0,-7 1-1 0,0 0 11 16,-8 4-1-16,-1 1 8 0,-7 3-5 0,-1 3 2 15,-4 1-14-15,-2 6-10 0,0 0 22 0,-2 3-8 16,4 3 3-16,1 0 10 0,3 3-13 0,4 4-2 16,4 1 13-16,6 1 11 0,6 0-6 0,14 3 11 15,0 2-21-15,0-1-8 0,14 0 14 0,6-1-16 16,4-2 22-16,4 0 0 0,2-3-13 0,4-3 5 15,-3 0-12-15,3-5-9 0,-4-2 1 0,-4-4-1 16,-5-2 9-16,-2-5 8 0,-8-1-3 16,-2-4 4-16,-9-3-11 0,-10-3-34 0,-5-2-53 15,-7 1-47-15,-8-4-101 0,-5 0-64 0,-12-5-62 16,-1-2-56-16,0-3-41 0,-2-5-77 0</inkml:trace>
  <inkml:trace contextRef="#ctx0" brushRef="#br0" timeOffset="109114.43">19435 6628 2412 0,'24'-11'2'0,"-6"-3"0"16,-2 2 0-16,-3-1-10 0,-2-5 10 0,0 0 0 16,3 3-2-16,2 1 13 0,3 0-11 15,-3 3 5-15,5-1 23 0,-3 2-1 0,0-2 1 16,-1 3-1-16,1 0-20 0,-4 1-7 0,0-1-2 15,2 1 5-15,0 1-5 0,1 0 0 0,2-2 2 16,-1 2-9-16,0-2-2 0,3 1 16 0,1-1-9 16,-1 1 8-16,0 0 64 0,-3 0-2 0,1-1 6 15,-1 0-8-15,-3 2-41 0,0-1-20 0,-3 2-10 16,-4 2 19-16,2 1-19 0,-5 0 15 0,-2 3 22 16,-3 0-2-16,0 0 9 0,0 0 3 0,-8 0-19 15,-2 4-21-15,-5 1 1 0,-1 1-8 16,-6 1 3-16,-4 2 18 0,-4 0-16 0,-5 1 5 15,1 5-5-15,-8-1-3 0,3 2 10 0,0 2-2 16,0 2 2-16,5 4 0 0,-1 3-2 0,3 1 11 16,5 7 13-16,5 3 6 0,5 4 0 0,7 2 5 15,10 1 25-15,0 3 13 0,9 0 11 0,6 0 7 16,9-1-25-16,4-1-19 0,5-3 0 0,5-2-19 16,0-1-11-16,6-2-4 0,-2-4-18 0,-3-4 5 15,-2-2-7-15,-5-4-14 0,-9-2 9 0,-1-3-16 16,-11-6 6-16,-11-1-21 0,0-3-70 0,-13 0-66 15,-7-2-138-15,-8-1-120 0,-6-5-73 0,-2 2-55 16,-5-3-5-16,-2 0 88 0</inkml:trace>
  <inkml:trace contextRef="#ctx0" brushRef="#br0" timeOffset="109239.43">20087 7200 3289 0,'82'0'63'0,"-4"-4"17"0,-10-1 39 15,-6 0 34-15,-11 1-61 0,-5-4-22 0,-11 1-37 16,-9 0-31-16,-7 1-2 0,-6 3-20 0,-5 1-82 15,-8 0-105-15,0 0-154 0,0 2-169 0,0 0-132 16,-10 0-108-16</inkml:trace>
  <inkml:trace contextRef="#ctx0" brushRef="#br0" timeOffset="109833.06">22142 6172 2868 0,'10'-6'-12'16,"-1"-1"5"-16,-3 2 5 0,0 1 0 0,-2-1 9 15,-1-1-10-15,-1 3-6 0,2-1 9 0,2 0-5 16,1 0 8-16,-3 2-1 0,1 2-11 0,2-3 16 16,-1 3 2-16,-2 0-14 0,0 0 5 0,1 0-11 15,-1 9-1-15,4-1 12 0,0 3 5 0,0 3 4 16,0 3-4-16,0 3-3 0,3 4-6 0,-5 5-1 15,1 2 7-15,-6 1-4 0,-1 1 4 16,0 1 1-16,-6 0 1 0,-2-1-2 0,-6 1-2 16,-1-2 0-16,-3-1-11 0,-3-2 18 0,-8 0 0 15,-1 0-3-15,-1-1 3 0,-7-2-7 0,0-2 3 16,-3 1 4-16,-5-1 0 0,3-4-5 0,0-1-2 16,-1-1 7-16,6-5-10 0,2-1 3 0,3-6 9 15,4 0-13-15,2-6 24 0,9 0 15 0,1-10 23 16,4 1 26-16,3-5 37 0,3-2 7 0,3-2-10 15,4-1-21-15,0-1-11 0,8 1 19 0,0 0-20 16,4 1 39-16,3 0-21 0,3 4-28 0,3-1 10 16,4 6-38-16,2 0 3 0,2 5 16 0,4 4-2 15,0 0-8-15,4 0-8 0,-3 9-35 0,6 2-15 16,-6 4 10-16,1 3-19 0,-3 2 0 16,-2 4-5-16,-2 2-69 0,-2 1-79 0,-4 0-99 15,-2 5-111-15,1-2-116 0,-2 3-74 0,2-1-68 16,-1 2-97-16,-1-6 165 0</inkml:trace>
  <inkml:trace contextRef="#ctx0" brushRef="#br0" timeOffset="110223.87">23043 6613 3599 0,'19'-27'2'0,"-6"1"1"0,-1 2-11 15,-2 2 4-15,1 0 1 0,-2-2-2 16,6 2-2-16,0-1-3 0,5 3-9 0,2 1 4 15,3-2 13-15,1 0-8 0,0 1 15 0,3 0-1 16,-2 2-14-16,-1-1 18 0,1 2-16 0,-3 3-28 16,2-3 0-16,-1 3-25 0,0 0 11 0,-2 1 26 15,1 0 4-15,-5 0 23 0,2 4-3 0,-6-2 5 16,-3 3 4-16,-3 3-4 0,-2-1 2 0,-2 2-12 16,-5 3 0-16,0 1-6 0,0 0-6 0,-12 0 5 15,1 0-7-15,-5 0 19 0,-3 4 2 0,-6 1-2 16,-4-1 12-16,-4 5-15 0,-5-1 3 0,-3 2 15 15,-5 3-22-15,1 4 9 0,-1 1-7 16,3 5-6-16,-1 3 15 0,6 4-1 0,3 3 4 16,5 3-7-16,6 1 26 0,7 3-9 0,6 2 34 15,11 1 31-15,0 1-19 0,6 0-2 0,10 0-39 16,1-1-22-16,7 0-5 0,3-4 7 0,3-2 6 16,1-1 2-16,0-3-5 0,-3-4-5 0,-1-3-13 15,-8-4-6-15,-2-2 11 0,-6-5-19 0,-6-2 3 16,-5-2-63-16,-8-4-63 0,-5 0-91 0,-9-2-85 15,-4-5-55-15,-4 0-39 0,-5 0-18 0,-2 0-62 16,1-7 78-16</inkml:trace>
  <inkml:trace contextRef="#ctx0" brushRef="#br0" timeOffset="110630.03">24066 6414 2988 0,'32'-17'-12'0,"-7"-3"3"15,-8 2-3-15,-5-1-4 0,-6 2-12 0,0 0-62 16,0-3-8-16,-1 3 10 0,6 1 25 0,0-1 56 16,-1 4 9-16,3 1 3 0,1-1 37 0,-2 3-35 15,6 0-9-15,-2 0 4 0,2 3-49 16,4-1 40-16,3 2 12 0,1 0-16 0,1 1 13 0,2 1 2 16,1 0 1-16,0 0-3 0,-2 2-2 0,-3-1-2 15,-4-1-3-15,1 0 12 0,-5 0-2 0,-5 3-8 16,-3-2 6-16,-3 3-6 0,-3 0 3 15,-3 0 59-15,0 0 4 0,0 0 9 0,-10 0-11 16,2 0-50-16,-4 4-1 0,0-1-20 0,-2 1 10 16,-2-1-7-16,-2 2 1 0,-4 1 6 0,-1 2 11 15,-6 1-9-15,-1 2-9 0,0 5 7 0,-1 4-2 16,-3 4 16-16,1 5 6 0,2 4-10 0,0 3 8 16,5 5-11-16,3 4 2 0,1 2 24 0,7 3-22 15,3 0 10-15,8 0 16 0,4 0-28 0,0-4 1 16,9 0 1-16,7-3-11 0,0-3 10 0,4-3-1 15,4-5-4-15,-2-3-12 0,0-5-31 0,-1-2-12 16,-7-4-78-16,-2-7-69 0,-7-3-44 16,-5-2-68-16,0-6-58 0,-14 0-76 0,-2 0-47 15</inkml:trace>
  <inkml:trace contextRef="#ctx0" brushRef="#br0" timeOffset="110770.62">24902 6911 3678 0,'42'9'-13'0,"-11"-1"-19"16,-6-4-43-16,-7-1-67 0,-4-3-58 0,-9 0-141 16,-5 0-87-16,0-9-72 0,0-1-87 0,0-3 40 15</inkml:trace>
  <inkml:trace contextRef="#ctx0" brushRef="#br0" timeOffset="111130.35">25785 6369 3609 0,'6'-16'5'0,"0"-3"-5"0,-3 2-3 0,1 0-4 16,2-1 7-16,-6 3 0 0,0 4 0 0,0 3-5 16,0 5-7-16,0 3 9 0,0 0 1 0,-6 8 7 15,-2 6 2-15,-3 5-2 0,0 6 5 0,-5 6-3 16,2 5-2-16,1 5 0 0,2 6 0 15,1-2 8-15,4 1 1 0,6-3-6 0,0-1 4 16,0-2-2-16,11-3-7 0,2-6 5 0,6 0-14 16,3-5-16-16,2-4-10 0,4-1-30 0,2-4-23 15,5-6-12-15,4-3-9 0,3-3 32 0,1-5 15 16,4 0 26-16,-1-9 12 0,-1-6 9 0,-2-5 14 16,0-5 1-16,-5-5 1 0,-8-5-8 0,-3-8 4 15,-5-5-7-15,-5-4 30 0,-5-3 13 0,-3-5 21 16,-3 0 23-16,-6 2-5 0,0 2-15 0,-11 3-19 15,-5 8-20-15,-1 6-23 0,-5 6 2 0,-5 10-22 16,-3 8-55-16,-7 7-85 0,-3 8-159 0,-3 10-131 16,-4 9-104-16,-3 9-93 0,1 6 102 15</inkml:trace>
  <inkml:trace contextRef="#ctx0" brushRef="#br0" timeOffset="111286.56">26484 6993 3659 0,'25'0'-8'0,"-3"0"-4"0,-1 0-52 0,-6-7-95 16,1-7-112-16,1-3-106 0,0-3-42 0,1-2 27 15,2 0 41-15,-2-4 9 0,3-1-30 0,-4 0 8 16</inkml:trace>
  <inkml:trace contextRef="#ctx0" brushRef="#br0" timeOffset="111630.23">27472 6342 3482 0,'14'-10'2'0,"2"0"20"0,-2-3 17 16,3-1 25-16,4-2 20 0,-2-3 4 0,-2 0 36 16,-1-1 19-16,-2 3 18 0,-1 3-1 0,-5 3-51 15,0 2-59-15,-8 3-55 0,0 3-38 0,0 3 3 16,-13 0 3-16,4 0 18 0,-7 9 16 0,2 5 9 15,-5 5 10-15,0 7-11 0,-5 6 11 16,0 7-8-16,1 3 0 0,2 5 11 0,4 3-3 16,2 1 5-16,6 0-2 0,9-1-8 0,0-3-11 15,16-1-8-15,1-5 16 0,9 0-3 0,4-7 3 16,3-2 6-16,6-4-20 0,6-6 6 0,2-4 14 16,0-5-12-16,5-4 4 0,-1-9 2 0,0 0-19 15,-1-9 11-15,-4-6-11 0,-3-5-8 0,-5-11 3 16,-3-6-13-16,-9-10-14 0,-4-9 11 15,-5-9-5-15,-8-8 2 0,-9-4 20 0,0-4-17 0,-9 1-20 16,-10 2-47-16,-4 7-111 0,-7 12-93 16,-6 11-163-16,-10 17-126 0,-6 15-147 0,-9 16-17 15</inkml:trace>
  <inkml:trace contextRef="#ctx0" brushRef="#br0" timeOffset="112661.6">19120 9846 2988 0,'-9'0'-7'0,"4"0"-87"15,1-4-28-15,4-2-15 0,10-2 13 0,5-2 84 16,8-2 36-16,6 3 4 0,7-1 0 0,11 2 9 16,9-2-9-16,10 2 8 0,2 0-10 0,8 4-4 15,5-2-3-15,2 4-15 0,3 0-20 16,-4 2-10-16,0 0-5 0,-7 0 12 0,-9 0 25 15,-7 8 5-15,-10-2 13 0,-15-2 0 0,-8 2 8 16,-14 0 5-16,-12 3-7 0,-6-2 0 0,-13 5-2 16,-9 0-3-16,-10 3 12 0,-10 1 43 0,-9 1 17 15,-4 1 27-15,-6 1 60 0,-4 2-29 0,0-3 11 16,-2 0-8-16,-1 3-65 0,8-3 1 0,2-2-45 16,3 0-7-16,5-1-3 0,10-3-11 0,7-1 0 15,9 0 3-15,9-2 6 0,11-1-11 16,10 1 11-16,10-1-35 0,15 0-60 0,10 0-53 15,16-4-69-15,9-1-18 0,14 0 1 0,7-3 51 16,11 0 37-16,1-7 35 0,5-5 53 0,-5-1 14 16,-4-3 35-16,-4-4 8 0,-7-4 8 0,-10-3 11 15,-10-7 19-15,-9-6 22 0,-8-4 25 0,-11-5 23 16,-9-2 34-16,-9-2 41 0,-12-2 30 0,0-1 30 16,-6 2 9-16,-8 4 9 0,-4 6-10 0,-4 5-26 15,-1 6-36-15,-1 6-61 0,7 5-44 0,-1 5-47 16,7 5-35-16,5 5 1 0,6 7-11 0,0 0 19 15,11 12 2-15,6 7-5 0,4 6 0 0,4 9-5 16,5 7-8-16,4 8-6 0,-1 6-2 0,2 6-1 16,-4 4-2-16,-2 2-5 0,-7 1-59 0,-8-2-90 15,-5 1-71-15,-9-3-88 0,-10-3-26 16,-11-5-78-16,-9-3-50 0,-11-1-46 0,-5-4-81 16,-8-5 55-16</inkml:trace>
  <inkml:trace contextRef="#ctx0" brushRef="#br0" timeOffset="113130.55">21838 9431 3317 0,'8'-27'43'0,"0"2"20"15,-2 6 10-15,-1 3-5 0,5 4-6 0,-3 4 31 16,-2 8 51-16,3 0 34 0,0 13 11 0,1 9-15 16,3 6-49-16,-1 9-6 0,3 9-32 0,-1 12-27 15,-3 7-16-15,-2 5-13 0,0 5-9 0,-1 5-14 16,-4 1 9-16,3-2-6 0,-3-1-13 0,-1-6 2 15,-1-3-14-15,1-9-74 0,1-4-88 0,1-6-126 16,-1-6-119-16,2-5-119 0,-2-5-113 0,4-5-84 16,1-6-62-16</inkml:trace>
  <inkml:trace contextRef="#ctx0" brushRef="#br0" timeOffset="113583.58">23043 9646 3433 0,'17'-22'-5'0,"-7"1"-2"0,-5 4-8 16,-5-1 1-16,0 5 2 0,0-2 10 0,0 1-1 15,0-1 3-15,6 1 12 0,3 2-12 0,1 1 3 16,1-1 2-16,2 1-15 0,0-2 17 0,4 1-2 16,2 4 0-16,5 0-10 0,2-1-2 15,4 1 9-15,4-1-14 0,1 3 17 0,4-1-5 16,-5 0-10-16,3 2 10 0,-5 0 3 0,-4 1 1 15,-4 1 6-15,-3-1 14 0,-6 2 5 0,-4 1 17 16,-6-1 8-16,0 2-20 0,-1 0 25 0,-4 0 11 16,0 0 13-16,0 0 2 0,-9 0-27 0,3 0-14 15,-2 0-27-15,0 5 6 0,-5-4-7 0,0-1-26 16,-2 3 5-16,-4-3-1 0,-7 3 1 0,0-2 5 16,-8 4 5-16,-4 1 3 0,-2 1-6 0,-3 2 11 15,-5 3-5-15,4 3-13 0,-3 2 18 0,2 2-16 16,2 2-7-16,3 4 7 0,5 4-12 15,3 4 2-15,5 3 8 0,11 4-20 0,16 3 9 16,0 5 6-16,13 1-5 0,11 4 12 0,10-3-7 16,8 1 0-16,8-1 0 0,2-1 5 0,7-4 5 15,-4-3 5-15,1-4-5 0,-8-5 7 0,-5-5-2 16,-8-3-10-16,-6-7 8 0,-14-2-1 0,-5-5 1 16,-10-4-28-16,-10-2-40 0,-10-5-45 0,-9 0-55 15,-5 0-14-15,-8-8-26 0,-7 1-58 0,-3-2-42 16,-2-3-52-16,2 0-23 0,3-1-51 15,8-1-84-15</inkml:trace>
  <inkml:trace contextRef="#ctx0" brushRef="#br0" timeOffset="114036.6">24460 9719 3414 0,'14'-29'-3'0,"-8"0"13"15,-6 0-5-15,0 1 7 0,-8-1 5 0,-4 0 5 16,-3 5 22-16,-2 2-10 0,0 4-7 0,-4 1 2 16,-4 1-9-16,-3 2-5 0,-2 1 5 0,-5 3-18 15,-2 2-6-15,-1 3 11 0,-3 5-12 0,5 0 10 16,1 0-3-16,2 11-12 0,1 3 32 0,5 1-22 16,4 0 3-16,3 5-6 0,5 0-39 0,4 4-4 15,0-2-37-15,11 4-36 0,0 1 23 16,11-2 0-16,3 4 35 0,7-2 44 0,7 0-18 15,5-2 7-15,5-2 12 0,6-3-3 0,-1-4 21 16,3-1 12-16,1-3 5 0,-2-6 33 0,-3-2 43 16,-2-4 32-16,-7 0 53 0,-1-9 4 0,-5-3-8 15,-4-4 1-15,-2-6-8 0,-4-5 8 0,-5-5 19 16,0-3 6-16,-6-2 37 0,-1-2 9 0,-5-1 12 16,0 1 1-16,0 6-67 0,0 5-53 15,-9 5-48-15,0 5-52 0,0 6-3 0,5 12 15 0,0 0 14 16,-2 10 10-16,1 6-12 0,-1 9-7 0,0 7-32 15,-1 11-3-15,2 7-7 0,1 9-10 16,0 7-2-16,3 2-1 0,1 3-10 0,0 2-9 16,9-5-42-16,3 0-79 0,0-8-77 0,3-1-100 15,0-6-121-15,1 0-125 0,1-8-120 0,-1-1-189 16,3-6-152-16,0 1 41 0</inkml:trace>
  <inkml:trace contextRef="#ctx0" brushRef="#br0" timeOffset="114333.77">25160 10306 4842 0,'7'-10'-3'16,"-3"0"1"-16,1-2-4 0,0 0 1 0,3 0 2 15,1-3 5-15,-1 1 1 0,3 0 8 0,-1 6-5 16,-1 1-9-16,4-1 0 0,-9 5-11 16,3 1 1-16,-2 2-1 0,-2 0-3 0,1 0 12 15,-1 5-4-15,1 0 1 0,0 3 3 0,5 1-1 16,3 0 3-16,2 2-8 0,-1 1-16 0,4 0 3 15,4-3-9-15,-2-1 17 0,1-4 19 0,2-4-6 16,-2 0 11-16,-2 0 3 0,-1-8 3 0,0-1 7 16,-4-2 4-16,-3-3-17 0,0-2 6 0,-4-3-20 15,-4-1-2-15,-2-3 8 0,0 0-5 0,0 0-1 16,-6 0 1-16,-1 1-6 0,-1 1-14 16,-3 4-7-16,3 5-86 0,0 2-67 0,-2 4-66 15,2 6-114-15,-1 0-62 0,0 9-88 0,0 3-98 16,-3 2-87-16,4 3 73 0</inkml:trace>
  <inkml:trace contextRef="#ctx0" brushRef="#br0" timeOffset="114958.63">26265 9494 3940 0,'-9'-9'-3'16,"4"-1"10"-16,1 2 53 0,-1-1 20 0,5 2-5 15,0-1-21-15,0 0-54 0,0 4-21 0,6 4 11 16,-3 7 33-16,2 6 3 0,3 5 0 0,-3 9-8 16,1 6-28-16,0 10 5 0,3 3-8 0,0 5 10 15,-1 2-41-15,0 3-119 0,2-1-107 0,0-1-150 16,-2-4-114-16,3-6-48 0,-5-1-105 0,4-4 45 31</inkml:trace>
  <inkml:trace contextRef="#ctx0" brushRef="#br0" timeOffset="115303.85">26778 9603 3006 0,'12'-41'0'0,"0"5"4"0,-4 3 1 16,1 5-5-16,-5 6 0 0,5 0 24 0,0 0 27 16,4 1 42-16,-1 4 33 0,2 0-6 0,1 2-23 15,4 1-16-15,4 0-7 0,0 0 3 0,0 1 9 16,4 2-31-16,0 2-22 0,1 0-31 0,2 2-2 15,0 1 5-15,-1 3 3 0,-3 3-6 0,0 0-12 16,3 0 10-16,-2 8-10 0,-2 1 13 0,-2 3-3 16,0 4 2-16,-3 3 1 0,-3 1 4 0,-5 5 14 15,-3 5-3-15,-9 1 7 0,0 4-17 0,-8 2 2 16,-5 4-7-16,-4 1-3 0,-3 1-3 16,-4 0 1-16,-5-2-8 0,-1-1-1 0,0-3 27 15,-3-1-14-15,-4-2 3 0,2-5-2 0,-3-2-3 16,-2-2 0-16,2-3 15 0,0-3 6 0,5-2-13 15,3-6 2-15,3-1 8 0,8-5-16 0,2-2 22 16,5 0-6-16,6-3 0 0,0 0 19 0,6 0-29 16,0-5 10-16,11-1-36 0,7-1-50 0,5-2 4 15,9-4-81-15,12 1-24 0,8-2-55 0,12 1-126 16,10 0-60-16,5 3-131 0,9 1-94 0,3 3-3 16</inkml:trace>
  <inkml:trace contextRef="#ctx0" brushRef="#br0" timeOffset="115616.28">28295 9949 3165 0,'-17'0'-12'0,"-2"0"10"0,-1 0 4 15,-1-8 10-15,2 1 26 0,3-1 12 0,-1 0 22 16,-1 1 0-16,3 0-9 0,0 3-25 0,6 0-25 16,0 1-6-16,2-2-24 0,6 4 7 0,-3 1-23 15,4 0-18-15,0 0 22 0,12 0-5 0,-3 6 0 16,2 0-4-16,0-1-16 0,3 4-10 0,-2-1-9 15,3 2 10 1,-2 0-2-16,1-1 12 0,4 0 25 0,-6 0 5 0,6-2 14 0,-6-1 5 0,2 1 13 16,-1-5 5-16,0 2 55 0,-4-2 15 15,-1-2 14-15,1 0 22 0,-4 0-51 0,2-6 0 16,-6-3-11-16,3 0 0 0,-3-4-2 0,-1 1-9 16,0-4 2-16,-10 0-14 0,0 0-3 0,-5-2-12 15,1 2-25-15,-3 0-8 0,-1-2-4 0,2 5-8 16,-1-1 1-16,3 4-47 0,-2 1-69 0,2 5-125 15,-3 4-92-15,2 0-78 0,3 6-42 0,0 3-37 16,4 2-25-16</inkml:trace>
  <inkml:trace contextRef="#ctx0" brushRef="#br0" timeOffset="116022.43">29551 9369 3241 0,'24'-34'2'0,"-9"3"-9"0,-8 3 0 15,-7 6 7-15,-8-3 17 0,-6 5 35 0,-7 2 52 16,-4 3 41-16,-5 2 8 0,-5 4-4 0,-1 4-41 16,-2 3-49-16,0 2-10 0,-2 0-15 0,-1 10 2 15,3 9 13-15,2 4-28 0,4 6 0 0,2 3-5 16,2 9-16-16,4 4 15 0,4 3-15 0,4 5-2 15,8 1 4-15,8 3-5 0,0 2 3 16,9-1 11-16,8-1-11 0,8-1 0 0,5-1-26 16,9-4-62-16,2-4-7 0,7-7-58 0,5-3 16 15,4-6 45-15,-2-6 0 0,4-8 38 0,-2-7 3 16,-5-10-7-16,0 0 12 0,-1-5 17 0,-5-10 12 16,-7-5 7-16,2-9 0 0,-6-7-1 0,-7-6 4 15,-2-9 7-15,-9-3 0 0,-7-8 0 0,-10-1-3 16,0-2-14-16,-14-1-2 0,-5 1 17 0,-5 5-5 15,-6 5 7-15,-4 10-5 0,-2 5-2 16,-2 8-5-16,-1 8-4 0,-1 10 6 0,-1 14-88 16,2 0-143-16,-3 8-104 0,3 7-125 0,6 7-94 15,1 6 4-15</inkml:trace>
  <inkml:trace contextRef="#ctx0" brushRef="#br0" timeOffset="116163.03">30105 10132 4281 0,'20'14'2'0,"-6"-4"9"16,-1-3 2-16,-4-2 1 0,-1-5 1 0,-2-6-15 16,1-3-10-16,1 2-19 0,2-1-52 0,0-2-15 15,1 0-75-15,2-3-92 0,0 1-107 0,-4 0-170 16,1 0-133-16,1 0-118 0</inkml:trace>
  <inkml:trace contextRef="#ctx0" brushRef="#br0" timeOffset="116553.56">31447 9563 3778 0,'21'-29'-15'0,"1"0"-5"0,-2-1 10 0,-4 1-7 15,0-7 19-15,-3 4 8 0,-3 1 20 0,-3 3 43 16,-7 5 60-16,0 2 59 0,0 3-1 0,-8 1-19 15,-5 5-59-15,-1 2-65 0,-5 1-34 16,-1 1-22-16,-3 6-1 0,0 2 4 0,-1 0 2 16,-1 8 12-16,-4 6 4 0,-1 3-2 0,0 10 11 15,1 5 16-15,1 6-8 0,-1 5 12 0,3 5-9 16,4 7-19-16,6 4-3 0,6 0-5 0,10 2-9 16,0 0 6-16,13-2-12 0,1-3 1 0,8-4 14 15,3-6-6-15,4-4 5 0,4-6 1 16,0-9-1-16,4-3 4 0,1-8-1 0,0-5 1 0,3-5-4 15,-3-6 3-15,0-6 9 0,0-8-11 0,1-5-3 16,-2-7-3-16,-4-6-6 0,0-8 6 0,-5-6 8 16,1-11-8-16,-6-3-5 0,-3-6-1 0,-6-3-11 15,-6 1 6-15,-8 1-3 0,0 3 3 16,-8 8-14-16,-6 10-8 0,-2 6-44 0,-6 13-111 16,-3 6-132-16,-7 9-239 0,-6 12-182 0,-9 0-245 15,-3 16 100-15</inkml:trace>
  <inkml:trace contextRef="#ctx0" brushRef="#br0" timeOffset="117600.65">19752 13085 2822 0,'-20'-9'-9'0,"1"-1"16"16,3 0-3-16,-1 3 1 0,4-8 34 0,4 3-25 16,3 1-10-16,6 3 24 0,0 1-24 0,15 1 8 15,6 1 11-15,8 1-16 0,2-1-5 0,13 1 5 16,6 2-2-16,6-2-19 0,9 4 7 15,8 0-16-15,1 0 11 0,7 0 8 0,-2 0-15 16,1 5 3-16,-5-1-9 0,-3-1 6 0,-8 0 6 16,-12 1 15-16,-5 2-9 0,-10 0 5 0,-12-1-3 15,-6 1 8-15,-19 4 15 0,0-1-16 0,-19 1 17 16,-8 4-10-16,-9 1-19 0,-11 1 17 0,-8 2-11 16,-8 3-3-16,-8 1 28 0,0 1-7 0,-4 2 27 15,-2 2 12-15,4-1-11 0,-1 1-5 0,9 0-28 16,5 0-4-16,8 0-10 0,6-2 8 0,11 0 8 15,9-2-6-15,9-2 16 0,8-3-14 0,9 1-2 16,5-5-38-16,12-1-48 0,9-2-54 0,5-4-59 16,10 0-16-16,10-3-10 0,7-4 2 15,6 0 40-15,0-11 32 0,5 1 36 0,-1-3 58 16,-2-2 16-16,-3-4 36 0,-6-3 20 0,-3 0 20 16,-10-3 20-16,-4-4 23 0,-10 0 22 0,-4-4 23 15,-8-1 19-15,-4-4 18 0,-6-1-21 0,-8-4 28 16,0-2-20-16,0-5-18 0,-10 0 20 0,-2-3-18 15,-2 0 31-15,-7 0-3 0,2 3 17 0,0 0-30 16,-3 5-19-16,6 3-7 0,1 8-40 16,2 5-28-16,4 6-34 0,9 7-28 0,0 5 3 15,7 11 2-15,8 0 5 0,3 5 8 0,6 10-18 16,6 7 26-16,1 5-16 0,3 9-10 16,-1 3 10-16,-1 8-13 0,-7 5 8 0,-1 4-2 0,-7 2 12 15,-4 4-15-15,-6 3 7 0,-7 0-4 0,0 1-92 16,-10-1-76-16,-5 3-120 0,-2-5-128 0,-8-1-60 15,-3-4-58-15,-2-1-42 0,1-5-58 0</inkml:trace>
  <inkml:trace contextRef="#ctx0" brushRef="#br0" timeOffset="118147.76">22479 13041 2359 0,'14'-20'35'0,"-2"-4"29"0,-4 2 102 0,-8-5 62 16,0 1 8-16,0-1 25 0,0 2-32 0,-8 2-65 15,-6 7-45-15,-2 1-7 0,-6 4-32 0,-3 3 26 16,-6 4 43-16,-4 4-27 0,-7 7-23 0,-2 5-10 15,-3 7-29-15,-4 7-3 0,0 6 1 0,3 6-12 16,0 5-4-16,5 6-14 0,9 4-6 0,4 4 3 16,9 3-8-16,8 1 6 0,13 0-7 15,0 2-13-15,12-1 17 0,8-2-17 0,8-6 5 16,14-3-2-16,3-6-15 0,11-4 18 0,8-7-12 16,6-6 12-16,3-4 0 0,3-6-15 0,1-6-3 15,1-12-11-15,-5 0 3 0,-5 0 9 0,-7-13 2 16,-6-6 6-16,-7-6-5 0,-10-9 2 0,-8-6-14 15,-8-9 0-15,-8-8-2 0,-14-7-12 0,0-5 6 16,-8-4-11-16,-6-2 0 0,-8 1-30 0,-3 4-8 16,-7 5-50-16,-1 7-48 0,-6 6-42 0,2 12-91 15,2 9-60-15,0 9-108 0,0 7-96 0,5 15-89 16,0 0-47-16</inkml:trace>
  <inkml:trace contextRef="#ctx0" brushRef="#br0" timeOffset="118319.67">23753 13666 3940 0,'33'7'-11'0,"-11"-7"11"15,-10 0 8-15,-12-5-11 0,0-4 13 0,0-4-17 16,0-3 2-16,-12 1-70 0,4-1-59 0,0 1-62 16,-2 0-164-16,2-1-111 0,-1 2-160 0,2-2-151 15</inkml:trace>
  <inkml:trace contextRef="#ctx0" brushRef="#br0" timeOffset="118694.51">24950 13056 3798 0,'22'-23'-10'15,"-8"-7"-10"-15,-4 2 5 0,-10-2 10 0,0-1 5 16,-13 1 35-16,-1 2 25 0,-7 3 40 0,-4 3 47 15,-5 8 22-15,-1 2-8 0,-8 5-39 0,0 7-49 16,-7 0-38-16,0 7-10 0,-4 7-4 0,4 8 4 16,-3 5-1-16,3 6-7 0,5 4 5 0,4 5 5 15,6 3-2-15,4 4-5 0,7 3-9 0,8 2-5 16,4 4-6-16,8 0 3 0,0 1 2 0,16 1-5 16,5-4 3-16,6-1-6 0,6-5-2 0,8-5-7 15,8-4-32-15,8-5-16 0,1-7-22 16,5-4-16-16,4-7-4 0,-1-6 24 0,-1-6 12 15,-3-6 18-15,-4-6 46 0,-6-6 2 0,-5-4 5 16,-8-8 13-16,-4-7-26 0,-5-7 8 0,-10-5-5 16,-2-10 5-16,-14-6 27 0,-4-5-1 0,0-4 1 15,-11-3-14-15,-8 1-8 0,-6 2-16 0,-3 2-7 16,-5 5 10-16,-2 9-13 0,-3 6 13 0,-3 11 2 16,3 5-7-16,0 10-31 0,3 9-138 0,2 11-123 15,-1 7-180-15,4 7-138 0,4 11-92 0,4 6-56 16</inkml:trace>
  <inkml:trace contextRef="#ctx0" brushRef="#br0" timeOffset="119055.07">26028 13787 4988 0,'27'0'-12'0,"-11"-7"4"15,-3-3 2-15,-7-5 0 0,-6-6 20 0,0-1-5 16,0 1-6-16,0 1 2 0,0 2 1 0,-6 2 14 15,6 2 14-15,-5 3-18 0,5 0-13 0,-4 3-9 16,4 2-11-16,0 2 0 0,0 4 17 0,0 0-3 16,0 0-5-16,5 0 14 0,2 8-12 0,-2-1 9 15,1 2-3-15,1 0 0 0,3 0 8 0,0 0-13 16,2 1 10-16,-4-2 3 0,3-2-10 0,-1 0 4 16,-1-4 1-16,-2-2-8 0,-3 0 16 15,1 0-16-15,-1-9 5 0,-4-2 2 0,0-2-7 16,-9-2 5-16,1-4 0 0,-4 0-3 0,-6-2 0 15,0 1 6-15,-5-1 3 0,0 2-9 0,-3 0 3 16,4 3-11-16,1 3 5 0,4 3-3 0,3 0 1 16,1 6 8-16,5 1-14 0,0 3 11 0,4 0-8 15,-2 7-14-15,2 3-82 0,1 0-101 0,2 3-141 16,-3 2-99-16,3 2-134 0,1 1-78 0,0-4-101 16,13 4-9-16</inkml:trace>
  <inkml:trace contextRef="#ctx0" brushRef="#br0" timeOffset="119289.39">27095 12986 4334 0,'15'-58'53'0,"-5"2"22"0,-1 0 46 0,-1 8 68 16,0 0-25-16,6 5 30 0,-1 9-11 0,-1 6-61 15,-1 9-17-15,-1 6-28 0,0 7 16 0,2 6 43 16,-3 7 4-16,2 9-14 0,-4 6-49 0,1 14-36 15,-5 6-10-15,0 9 4 0,-3 6-1 0,0 6-11 16,0 5-11-16,-10 3-15 0,1 2-6 16,0 1-14-16,2-3-2 0,1 2-31 0,2-3-116 15,0 0-110-15,4-7-134 0,0-3-145 0,0-4-69 16,0-4-142-16,8-5-110 0,0-8-88 0</inkml:trace>
  <inkml:trace contextRef="#ctx0" brushRef="#br0" timeOffset="119508.08">27840 12997 3688 0,'25'-57'52'0,"-4"0"58"0,0 3 41 0,-3 6 80 15,-3 6-20-15,-2 3 5 0,-3 3 3 0,0 8-25 16,0 7-33-16,-1 6-47 0,-3 4-33 0,1 11-37 16,-2 0 48-16,-1 11 9 0,1 5 38 15,-2 12-6-15,2 6-45 0,-2 10-17 0,0 9-37 16,-1 5-28-16,-2 5 0 0,0 3 7 0,0 1-26 15,-7 2 19-15,1 1 16 0,-2-5-37 0,0 1 3 16,2-1-140-16,1-4-159 0,2-3-160 0,3-8-244 16,0 0-174-16,0-6-204 0,8-3 33 15</inkml:trace>
  <inkml:trace contextRef="#ctx0" brushRef="#br0" timeOffset="119820.5">29060 13576 4988 0,'0'-22'0'0,"-12"-2"0"0,-1-2 13 0,-1 0-16 16,8-6 3-16,-2 5 9 0,-4 4-23 0,0 5 22 15,3 6-11-15,-4 1-8 0,5 6 3 0,0 1-4 16,1 4 12-16,-4 0-11 0,2 6 14 0,-1 3-6 16,2 4 3-16,0 6 6 0,0 0-9 0,2 5 0 15,1 4-5-15,5-2 5 0,0 0-47 0,7 1-19 16,5-4-16-16,-1 2-19 0,4-4 15 0,3-4 8 15,3-2 12-15,-3-4 18 0,2-2 38 0,-2-5 18 16,-2-4-2-16,2 0 4 0,-5 0 4 0,-1-8-14 16,-4-1 3-16,-3-3-5 0,-5-2-19 15,0-3 11-15,0-2 16 0,-12-1-17 0,-3-1 12 16,-1 0-6-16,-6-1-80 0,-2 1-41 0,2 5-85 16,-4 0-109-16,5 3-94 0,-3 2-99 0,6 3-74 15,1 2-88-15,6 1 97 0</inkml:trace>
  <inkml:trace contextRef="#ctx0" brushRef="#br0" timeOffset="120054.82">29494 13051 3629 0,'13'-48'39'0,"-2"-3"42"16,0-2 17-16,-2 0 57 0,4 2-32 0,-4-5-43 15,6 4-1-15,2 8-16 0,7 4 17 0,5 8 17 16,2 7-3-16,7 3-35 0,0 7-15 0,1 9 0 15,1 6 0-15,2 13-13 0,-3 11-6 0,-5 7-12 16,-2 8-4-16,-5 9 2 0,-5 5 0 0,-9 7 3 16,-7 0-14-16,-6 3 0 0,0 1-11 0,-14 1-72 15,-3 1-82-15,-1-2-100 0,-4 1-141 0,0-3-103 16,-1-1-84-16,-2-2-76 0,0-2-56 0,1-8 80 16</inkml:trace>
  <inkml:trace contextRef="#ctx0" brushRef="#br0" timeOffset="120555.04">29611 13316 3347 0,'-17'-32'12'0,"-2"2"4"15,-2 2 4-15,5 2 28 0,2 1 11 0,2 5-16 16,5 2 4-16,7 5-38 0,8 1-19 0,8 2 10 16,5 3 0-16,9 2 8 0,8 0-3 0,7 2-22 15,9-2-47-15,8 0-30 0,7 4-26 0,7-4-18 16,8 3 18-16,5 0 20 0,2 0-31 0,3-2 36 15,0 1 21-15,1-3 13 0,-1 0 63 0,-3-2-2 16,-2-3 5-16,-6-3 26 0,-3-1 42 0,-9-1 64 16,-3-3 38-16,-11 0 24 0,-10 1-13 0,-4-2-18 15,-12 2-38-15,-8-1-40 0,-4 2-33 16,-11 1-39-16,-8-1-5 0,0 1-8 0,-12 0 5 16,-3-2-10-16,-12 0 0 0,0 0 15 0,-8 0-10 15,-4 1 10-15,-8 2 11 0,-1 1-24 0,-4 4 3 16,-1 4 0-16,3 3-2 0,1 3 7 0,3 7-5 15,5 3 10-15,1 6 11 0,7 3-21 0,5 7 13 16,5 3-8-16,3 2-15 0,4 0 13 0,5 2-3 16,5 3 6-16,6-4-6 0,0 1 5 0,6-2-10 15,5-3-10-15,10-2-34 0,2-1 1 16,9-3-3-16,6-2-18 0,8-4 41 0,0-1-5 16,4-5 11-16,-1-4 17 0,0-6 22 0,0 0 4 15,-5-6 19-15,-2-7 55 0,-3-6-14 0,-4-3 46 16,-2-5 32-16,0-4 34 0,-4-2 66 0,-4-4 35 15,-4-1 24-15,-2 0-36 0,-3 1-2 0,-4 3-59 16,-4 7-69-16,-5 4-46 0,0 7-85 0,-1 4-17 16,0 12-2-16,-1 10-7 0,4 12 32 0,-1 14-6 15,3 15 0-15,-1 22 4 0,2 17-14 0,1 19-13 16,-2 13-26-16,-2 11-126 0,-4 9-214 0,-1 7-336 16,0 2-488-16,0 7-340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1612.54919" units="1/cm"/>
          <inkml:channelProperty channel="Y" name="resolution" value="1612.54919" units="1/cm"/>
          <inkml:channelProperty channel="F" name="resolution" value="1023.875" units="1/in"/>
          <inkml:channelProperty channel="T" name="resolution" value="1" units="1/dev"/>
        </inkml:channelProperties>
      </inkml:inkSource>
      <inkml:timestamp xml:id="ts0" timeString="2023-09-04T05:48:49.506"/>
    </inkml:context>
    <inkml:brush xml:id="br0">
      <inkml:brushProperty name="width" value="0.05292" units="cm"/>
      <inkml:brushProperty name="height" value="0.05292" units="cm"/>
      <inkml:brushProperty name="color" value="#FFFFFF"/>
    </inkml:brush>
  </inkml:definitions>
  <inkml:trace contextRef="#ctx0" brushRef="#br0">6882 3144 1648 0,'0'-17'38'16,"0"2"5"-16,0-1 14 0,-8 4 23 0,3 1-18 15,-1 1 28-15,0 2-15 0,1 2-9 0,2 3-26 16,0 3-33-16,3 0-7 0,0 0 30 0,0 11 37 16,0 5 68-16,0 6 28 0,6 9-48 0,2 7-27 15,-2 7-24-15,4 10-18 0,-2 4-16 0,-2 7 16 16,2 2-44-16,-2 1 21 0,2 1 22 0,-4 3-15 16,-1-1-9-16,0-3-5 0,-3-1-16 15,0-5-4-15,0-2 27 0,0-4-20 0,0-4 6 16,-6-6 10-16,1-4-31 0,-2-5 7 0,2-3 3 15,-1-4-5-15,-3-5 26 16,4-5-7-16,0-4 2 0,0-3 17 0,2-6-2 0,0-1 16 16,0-3 1-16,3-4-22 15,-3-8-22-15,3-5-5 0,0-3 3 0,0-6-7 0,0-5 10 0,0-6-11 0,0-9-4 16,9-4-9-16,-1-5 11 0,-3-4-9 0,3-6 14 16,1-4 22-16,-1-3-17 0,0-1-3 0,0-4-13 15,-2 1-4-15,-1-1-11 0,-2 0 46 16,1 1 4-16,-3 3-2 0,-1 3 40 0,3 3-23 0,1 4 22 15,-1 4 4-15,0 4-3 0,3 8 9 0,0 6-24 16,-1 10 20-16,2 6-32 0,-3 5-28 16,2 7-17-16,-1 5-7 0,0 4 27 0,0 0 35 15,1 15 30-15,-1 5-27 0,-1 9-15 0,3 8-33 16,-2 7 7-16,-2 11 3 0,0 8 26 0,-3 3-13 16,0 2-11-16,0 4 6 0,0 0-11 0,0 0-2 15,-5-2 3-15,0-2 17 0,2-4-22 0,0-6-16 16,1 3-92-16,2-8-92 0,-4-6-107 0,2-5-131 15,-1-5-53-15,3-6-123 0,0-3-78 0</inkml:trace>
  <inkml:trace contextRef="#ctx0" brushRef="#br0" timeOffset="593.66">8194 3327 2942 0,'23'-7'25'16,"-4"1"-4"-16,-5 1 16 0,-3-2 23 0,-3-4 28 16,-8 2 46-16,0-2 28 0,0 4 9 0,0 0-19 15,-6 1 4-15,-1 0-17 0,-2 0 20 0,1-1-9 16,-2-2-49-16,-4 2-16 0,0 0-44 0,-2-1-17 15,-3 3 14-15,-3 1 3 0,-2 2-22 0,-4 2 15 16,-2 0-23-16,-3 6-9 0,-2 3-7 16,-2 0-6-16,1 4 11 0,-1 1-17 0,0 2 23 15,1 3-15-15,1 3 12 0,1 3 5 0,4 1-5 16,2 2 3-16,4 2-20 0,5 1 6 0,4-5-63 16,3 5-60-16,7-3-78 0,5-1-47 0,0 1 3 15,13-2 4-15,3-1 35 0,2-2-1 0,2-2 53 16,5-2-20-16,4-2 42 0,-1-5 28 0,5-1 23 15,0-5 65-15,-1-6 6 0,1 0 44 0,2-4 64 16,0-7 26-16,0-2 33 0,-2-4 15 0,-3-3-33 16,0-2 9-16,-3-2 1 0,-2-1 10 15,-1-1 2-15,-5-2 25 0,-2-1 11 0,-2 0 6 16,-1-2-11-16,-5 0 2 0,1-1 0 0,-1 5-10 16,-2 0 39-16,-3 5-24 0,1 4 5 0,-2 4-51 15,3 3-43-15,-4 5-23 0,1 2-40 0,-1 2 10 16,-1 2-2-16,1 0 2 0,1 14 32 0,-1 8 23 15,-2 9-26-15,0 6 21 0,0 8-42 0,0 9-21 16,0 10-4-16,-10 5-29 0,1 3 17 0,3 1-23 16,-2 2 9-16,1 2-19 0,-2 0-3 0,1-4 13 15,3-2-42-15,-1-5-72 0,-1-5-34 16,0-3-96-16,2-3-82 0,0-5-33 0,2-9-139 16,3-3-42-16,-2-8-46 0,1 0-91 0,-1-9-17 15,2-5-91-15,0-16 96 0</inkml:trace>
  <inkml:trace contextRef="#ctx0" brushRef="#br0" timeOffset="1187.74">9054 3417 2804 0,'5'-10'11'0,"-3"-2"-13"16,0 3 9-16,-2 0 6 0,0-5 1 0,0 0 4 15,0 2 43-15,-7-2 22 0,7 4 13 0,0-1 43 16,-3 5-17-16,3-1-40 0,0 3-9 16,0 1-17-16,-6 0-9 0,4 0 38 0,2 3-23 15,0-3-5-15,0 1-22 0,0 0-25 0,0-2-10 16,0 1 0-16,0-2 3 0,11-1-21 0,-3 0 31 16,3 0-13-16,0-1-23 0,4-2 43 0,0 2-7 15,1 0-8-15,3-1 8 0,0 3-28 0,0-1-8 16,1 1-2-16,0 1 12 0,-1-1 8 0,-3 2 5 15,-1 0 0-15,-4 3-8 0,2 0-9 0,-4 0 9 16,-2 0 16-16,-1 0 17 0,2 5 3 16,-3 2-3-16,-2 2 13 0,-2 1-8 0,1 3 1 15,-2 3 15-15,0 4-23 0,0 4-2 0,-10 4-1 16,1 5-12-16,-4 3 5 0,-1 0 0 0,-3 3 8 16,-4 2-24-16,0 0 16 0,-4 2-5 0,0 0-18 15,-2 2 31-15,-3-2-27 0,0 3 4 0,-1-2 30 16,-1 4-38-16,0-3 25 0,-1-1 1 0,3-2-32 15,-2-1 19-15,2-3-8 0,2-4-6 0,1-4 19 16,0-2 8-16,6-5 0 0,-1-4 18 0,5-7 26 16,4-4 20-16,2-8 8 0,0 0 19 0,3 0 0 15,0-12 3-15,3-1-8 0,-2-4-4 0,2-5-14 16,2-5-24-16,0-2-6 0,3-3-31 0,0-3-17 16,6-2-9-16,6-1-6 0,3 1 15 15,7-1 5-15,5 5 18 0,3 2 29 0,1 5-15 16,6 4 1-16,-1 6 3 0,1 7-27 0,-2 9-8 15,-2 0 0-15,-3 8-24 0,0 6 6 0,-2 4 18 16,-1 4-12-16,-2 5 6 0,-1 3-41 0,0 1-78 16,-5 2-72-16,1 0-51 0,0 0-112 0,-2 1-24 15,1-1-63-15,-3 2-167 0,1-2-65 0,-1-1-122 16,3-2 35-16</inkml:trace>
  <inkml:trace contextRef="#ctx0" brushRef="#br0" timeOffset="1500.16">9919 4007 3090 0,'5'-12'23'15,"-5"2"27"-15,0 1 28 0,0 0 33 0,-8 4 0 16,2-2 1-16,-2 3 7 0,3 1-30 0,1 1-19 16,-3 2-22-16,3 0-43 0,2 0 5 0,-1 0-10 15,1 7-2-15,-1-5 12 0,2 3-20 0,-1 1 12 16,0 1-2-16,2 2-5 0,0 0 18 0,0 3-11 15,0 0-4-15,0 1-1 0,0 0-22 0,10-1-3 16,-1 0 13-16,2-1-7 0,1-3 24 0,0-1 11 16,3-2-6-16,0 2 6 0,0-6 23 15,-2 0 17-15,-4-1 35 0,0 0-4 0,-4-6-11 16,-2-2-8-16,-3-2 7 0,0-4 12 0,0 0-1 16,0-2-21-16,-6-4-37 0,-4 1-12 0,0 1-21 15,-3 2 10-15,0 3-10 0,0 2-40 0,-1 3-40 16,3 8-87-16,-2 0-102 0,5 10-102 0,2 5-165 15,-2 5-144-15,2 4-180 0</inkml:trace>
  <inkml:trace contextRef="#ctx0" brushRef="#br0" timeOffset="2468.96">10814 3123 2804 0,'0'-10'43'0,"0"-3"38"0,0 2 26 0,0-1 41 15,0 2 10-15,0 0 19 0,0-1-7 16,-9 4-47-16,9 0-45 0,-5 2-56 0,5 3-29 15,0 2 7-15,0 0 0 0,0 12-13 0,0 2 108 16,0 12-4-16,0 7 12 0,0 10 6 0,0 13-80 16,0 4 2-16,0 8-17 0,0 2-4 0,-6 5-12 15,6 0-9-15,-5-3 0 0,0-5 14 0,5-2-35 16,0-3-79-16,0-1-75 0,0-6-131 0,0-5-133 16,0-4-108-16,5-4-112 0,-3-6-105 0</inkml:trace>
  <inkml:trace contextRef="#ctx0" brushRef="#br0" timeOffset="2906.72">11686 3280 3699 0,'23'-26'19'0,"-7"1"-4"0,-3 0 15 0,-7 2-10 16,-1 1 20-16,-5 0 54 0,0 1 4 0,-10 3 41 15,1 2 21-15,1 3-46 0,0 2 6 0,0 1-26 16,-3 3-58-16,0 4-12 0,-3 0-16 0,1 3-16 16,-5 6 2-16,-3 4 4 0,-3 2 2 0,0 7 24 15,-6 5 4-15,-3 3 16 0,0 7-11 16,-2 4-3-16,0 5 1 0,2 3-12 0,1 4-8 16,5 0-5-16,1 2-6 0,5 1-8 0,5 4 27 15,4 1-13-15,5-1-3 0,7 0 5 0,0 0-33 16,0-1-11-16,13-3-33 0,1-5-11 0,3-2-5 15,1-8-54-15,6-5 40 0,3-4 18 0,3-5 15 16,1-6 61-16,4-3 2 0,0-6-18 0,3-4 5 16,-2-5 21-16,2 0-10 0,-5-11 18 0,-1-3 0 15,-4-4-26-15,-5-3 16 0,-1-6 2 0,-5-3 6 16,-6-4 25-16,-3-7 31 0,-5-2-6 0,-3-6 6 16,0-1 8-16,-11-1-13 0,0 2 1 0,-5 5 19 15,0 4-8-15,-4 5-29 0,-2 9-4 0,1 6-35 16,-3 7 5-16,-1 6-16 0,-2 7 16 15,1 0-5-15,-3 6-23 0,3 4 14 0,-4 8-6 16,2 0 21-16,4 7-70 0,1 1-83 0,1 2-128 16,6 4-122-16,6 3-68 0,1-1-150 0,9 1-120 15,0-4-127-15</inkml:trace>
  <inkml:trace contextRef="#ctx0" brushRef="#br0" timeOffset="3422.23">12694 3542 3889 0,'42'-33'2'15,"-6"-3"-4"-15,-3 2 9 0,-6 2 31 0,-5 5 45 16,-9-1 36-16,-4 2 41 0,-4 2-18 0,-2 1-38 16,-3 3-4-16,0 0-23 0,-17 4-11 0,-4 5 0 15,-3 0-28-15,-4 6-24 0,-10 1-2 0,-4 4-4 16,-1 0-16-16,-6 9 16 0,3 2-2 0,2 3-4 15,3 2 12-15,4 2-25 0,4 6 5 0,6-1-8 16,3 4 12-16,10 2 22 0,2 3-15 16,5-1 6-16,7 4-19 0,0 2-15 0,10 1-2 15,5 3-41-15,3-1-16 0,7 2-6 0,2-3-39 16,10 2 17-16,0 2 20 0,1-4-31 0,5-1 28 16,1-3 3-16,1-1 20 0,2-3 31 0,-3-2 34 15,-2-4 0-15,-2 0-7 0,-5-4-1 0,-2-2-2 16,-7-1 28-16,-7-2-13 0,-5-2 10 0,-8-2-3 15,-6-2-4-15,0-1 45 0,-14-1 3 0,-7-2 29 16,-4-1 3-16,-2-2-15 0,-6 0-19 0,-2-3 10 16,-3 0 2-16,-2 0 0 0,1-8 28 0,-2 0-30 15,1-1 11-15,1-3 7 0,4-3 3 0,2-1 6 16,3-2-5-16,5 0-5 0,6-5-25 0,6 0-5 16,5-3-3-16,8-2-20 0,0-2 17 15,8-1-20-15,9-2-11 0,4-3 8 0,8 0-28 16,5-5 17-16,4 4-26 0,5-4-26 0,4 1-3 15,4 0-42-15,3-2-2 0,1-1-52 0,2 0-33 16,0 4-30-16,-5 0-40 0,-1 5-42 0,-5 3-62 16,-4 5-126-16,-9 4-87 0,-3 8-66 0,-6 5-113 15</inkml:trace>
  <inkml:trace contextRef="#ctx0" brushRef="#br0" timeOffset="3750.6">13637 4015 3491 0,'6'0'-10'0,"-1"0"13"0,-4 0-11 0,-1 0 8 16,0-8 27-16,0 4 25 0,0 1 57 0,-6 3-9 15,6 0-10-15,0 0-45 0,-6 0-55 0,6 0 12 16,0 0-9-16,0 6-14 0,0 0 14 0,0-1-11 15,6 6 8-15,0-2 15 0,2 0-25 0,0 2-25 16,2-2-25-16,2 1-6 0,1-2 29 16,4-1 22-16,0-2 27 0,1 2 3 0,3-6-14 15,-4-1 16-15,4 0-7 0,-1-6 5 0,-1-1 14 16,0-3 23-16,-4-4 33 0,-1-1 23 0,-8-3-6 16,2-1-21-16,-8-1-40 0,0-2-13 0,-10 2-11 15,-5-2-20-15,-3 1-17 0,-1 3-21 0,-4 4-42 16,0 1-60-16,-2 5-66 0,1 3-150 0,-1 5-128 15,0 0-142-15,4 7-113 0</inkml:trace>
  <inkml:trace contextRef="#ctx0" brushRef="#br0" timeOffset="4437.93">14853 3058 2868 0,'0'-3'44'0,"0"-1"23"0,0 1 5 0,0-1 50 15,4-1 14-15,0 0 50 0,-4-2 10 0,0 4 4 16,0 0-56-16,0 3-83 0,0 0-17 0,0 0-23 16,0 11 2-16,0 3 22 0,0 7 25 0,0 7-9 15,0 7 11-15,0 8-11 0,0 7-26 0,0 9-27 16,0 4 0-16,0 4 1 15,0 0 1-15,0 0 4 0,0 1-14 0,0-4 3 0,0-3 7 0,0-1-15 16,0-5 5-16,0-4-83 0,0-3-95 16,0-6-57-16,0-3-133 0,0-5-67 0,-7-4-76 15,6-7-80-15,-3-1-65 0,4-6 27 0</inkml:trace>
  <inkml:trace contextRef="#ctx0" brushRef="#br0" timeOffset="4828.77">15340 3927 2859 0,'11'0'13'0,"-5"0"3"0,-3 0 12 0,-3 0 13 16,0 5 11-16,0-5 25 0,-8 0-2 0,2 0-16 15,0 0-21-15,0 0-31 0,6 0-7 16,-4 0 4-16,0 7-1 0,-1-1 14 0,5 2-29 15,0-2 9-15,0 2 11 0,0 3-21 0,0-1 32 16,0 0-19-16,0-1-26 0,6 1-14 0,1 1-23 16,3-4 4-16,2 0 35 0,-3-1 10 0,3 0 25 15,-2-1 3-15,1-1 3 0,0-2 16 0,-3-1 17 16,-3 0 35-16,-2-1 7 0,-3 0 4 0,0 0 42 16,0-7-29-16,0-1 37 0,-5-2 24 0,1 2-44 15,-1-5 28-15,0-1-51 0,-1-1-13 0,1 0-14 16,0 0-22-16,-1-1 16 0,-1 2 10 0,0 0 20 15,-1 3 0-15,2 0-18 0,2 6-46 16,-2 1-19-16,0 1-11 0,0 3-9 0,-1 0 3 16,-1 7-6-16,-3 0-16 0,0 5 22 0,-2 1 0 15,-1 3-29-15,0 0-70 0,-2 0-117 0,3 3-159 16,3-2-106-16,3 0-143 0,2-2-131 0,5 0-140 16,8-1 132-16</inkml:trace>
  <inkml:trace contextRef="#ctx0" brushRef="#br0" timeOffset="5156.85">16744 3077 3137 0,'6'-15'2'0,"-6"-1"48"0,3 1 7 16,-3 1 59-16,0 2 47 0,0 1-28 0,0 5 9 15,0 1-74-15,0 5-43 0,0 0-4 0,0 5 36 16,0 5 39-16,10 8 11 0,-7 7-15 0,2 7-12 16,1 9-11-16,0 9 13 0,-1 7 16 0,1 10-52 15,-3 4 1-15,-3 4-49 0,0 0 6 16,0 0-12-16,0-2-2 0,-9-3 38 0,3-2-30 15,1-6 19-15,-1-3-21 0,4-6-85 0,-3-5-50 16,-1-2-107-16,5-6-114 0,-3-9-76 0,0-5-133 16,-3-4-58-16,4-6-67 0,-2-5 13 0</inkml:trace>
  <inkml:trace contextRef="#ctx0" brushRef="#br0" timeOffset="5797.89">17501 3566 2895 0,'6'0'-9'0,"-1"0"-3"15,-5 0 33-15,0 5 38 0,0-5 34 0,0 0 17 16,0 0-21-16,-8 0-5 0,-3 0 7 0,-1 0 19 16,-4-4 33-16,2 2-36 0,-4-1-30 0,-3-2-39 15,-1 0-30-15,0 1-8 0,3-3-5 0,-3 0 25 16,2-6-20-16,2 2 10 0,1-3 0 0,2 0-25 15,0-4 10-15,2 0 5 0,4 0-8 0,3-1-2 16,2-1-20-16,4 2-10 0,0-1-18 0,0 2 1 16,10 1 9-16,2-1 4 0,1 2 21 15,1-1 16-15,2 4-8 0,0-1 8 0,0 3-1 16,3 0 6-16,-5 0 4 0,3 3-6 0,4-3 11 16,0 2-12-16,-3-1 8 0,4 2 4 0,-1 1-27 15,1 0 20-15,3 1-5 0,-2-1-4 0,0 2-1 16,-1 0 5-16,0 2 7 0,-1 1 3 0,-2-1 27 15,0 2-54-15,-5 0-10 0,3 0 22 0,-4 7-19 16,-1 0 54-16,-2 3 26 0,-2 1-9 0,0 4 24 16,-3 5 4-16,0 1-17 0,-5 6-1 0,0 4-16 15,0 2-11-15,-13 5-10 0,-1-1-5 0,-2 5 13 16,-3-1 0-16,-1 1 2 0,-6 0-4 0,1-1-6 16,-5 1-20-16,3 0 23 0,-3-2-13 15,-1-1 8-15,-1-2 18 0,2-2-10 0,2-4 15 16,-1-3 0-16,-1-3-28 0,-1-2 10 0,5-5-7 15,2-2-1-15,-1-1 22 0,5-3-3 0,0-2 24 16,1-1 5-16,5-1-7 0,0-4 5 0,6 2-24 16,2-2 30-16,1-1 34 0,5-2 11 0,0 0 20 15,0-1-46-15,0 0-27 0,8 0-26 0,3 0-28 16,3-3-3-16,4-1 0 0,5 0 18 0,7 0 4 16,7 0-13-16,8-1 5 0,5 2-25 0,5-2 5 15,5 1 32-15,2 2 40 0,3 0 21 0,-1-1 14 16,1 0-22-16,-1 3-44 0,-6-3 3 15,-3 1-32-15,-4 0 9 0,-8-2-15 0,-9 3-12 0,-7-3 21 16,-6 1-9-16,-9-1 12 0,-2 2-73 0,-10-1-63 16,0 0-94-16,0-2-104 0,0 3-93 15,-10 0-142-15,-1-1-123 0,-3 1-194 0,1-3-25 16</inkml:trace>
  <inkml:trace contextRef="#ctx0" brushRef="#br0" timeOffset="6703.97">19041 2471 2307 0,'3'-34'8'0,"-3"0"14"15,0 7 31-15,0 5 10 0,0 6-13 0,0 4-12 16,0 2-41-16,0 4-12 0,0 6 65 0,0 0 96 15,0 17 73-15,-7 13 51 0,-1 16-23 0,-2 18-49 16,-4 15-67-16,-4 20-52 0,-2 14-10 0,-4 18 3 16,-2 7-13-16,-4 9 36 0,2 3-17 0,1 1-14 15,-3-1 26-15,5-2-29 0,0-4-8 0,1-6-34 16,0-5 0-16,1-12-14 0,1-9 0 0,3-7 17 16,4-11-19-16,-2-7 16 0,3-9-8 0,2-8-14 15,3-5 3-15,1-7-5 0,0-7 10 16,3-7-2-16,0-7 2 0,1-7 6 0,4-7-16 15,0-5 13-15,0-4 8 0,0-6-29 0,8-5 21 16,-3-3-27-16,1 0-17 0,-1-8 25 0,1 0-37 16,3-2-27-16,-2 0 14 0,-1-1-18 0,2-3-39 15,-3 0 18-15,1-1-59 0,1 0-27 0,-3-1 11 16,1 0-57-16,0 0-49 0,-2-1-79 0,-3 2-51 16,4-2-99-16,-2-1-66 0,-2-2 65 0</inkml:trace>
  <inkml:trace contextRef="#ctx0" brushRef="#br0" timeOffset="8298.29">20110 3548 1868 0,'8'8'20'15,"-4"1"-7"-15,1 0 10 0,-2-1 41 0,-3-8 19 16,0 0 82-16,0 0 72 0,0 6 18 0,0-2-8 16,0-4-38-16,-6 6-72 0,-1-1-46 0,0 2-29 15,-3 0-18-15,2-3-2 0,-4 2-28 0,-1-1 8 16,-2 1-19-16,-1-3 2 0,-3-2 27 0,1-1-29 15,-4 0-1-15,2-3-2 0,-4-2-15 0,2-2 32 16,0 0 1-16,-4-2-18 0,3 0-5 0,2-2-15 16,2-2 0-16,0-1 3 0,3-5-30 0,3 1-18 15,1-5-27-15,4-4 8 0,2-2 5 16,-2 2 20-16,7-3 12 0,1 2-19 0,0 0 45 16,7 2 2-16,1 4 0 0,3 1 12 0,2 3-6 15,1 2-4-15,7 1 34 0,-4 3 8 0,7 2-18 16,-1 0-2-16,3 2-8 0,-1 2-11 0,-3 2 28 15,4 1 10-15,-4 3-29 0,-2 0 19 0,1 0-14 16,-2 0 12-16,-2 0 13 0,0 0 1 0,-2 6-2 16,0 1 4-16,-2 1 12 0,1 2 3 0,-2 2 0 15,-3 0 2-15,2 4-6 0,-1 1-3 0,-6 5-7 16,3 0 0-16,-3 3 5 0,-1 3 0 0,-3 0-4 16,0 2-8-16,0 1-8 0,-7 1-9 15,0-1 18-15,-1 2-16 0,-1 0-4 0,-4 3 2 16,0-1 0-16,-2 0 12 0,-1 1 3 0,-3-3 0 15,-3 2 2-15,1 1-5 0,-1-4-4 0,-1-3-1 16,-4 1-4-16,3-2-13 0,-3-3 15 0,0 0-3 16,0-3-9-16,2 0 12 0,-2-2-3 0,3-1-7 15,-1-2 13-15,-2-1-23 0,4-1 5 0,-3 0 0 16,1-2-8-16,3-1 31 0,-2-2-8 0,-1-2 8 16,3 0 0-16,1-2-13 0,1 0 2 0,-2-3 6 15,2-3 7-15,3 0-18 0,4 0 18 16,-1-6-22-16,6-3 15 0,-1-3 51 0,5-1-2 15,1-3 30-15,0-5-19 0,3 2-21 0,0-3 17 16,10-2-8-16,-2 0 17 0,1-1-11 0,4-1-43 16,-1 2 8-16,6-3-18 0,1 2-9 0,1 2-2 15,4 1 8-15,1 1 5 0,-1 3 34 0,3 4 29 32,0 2 1-32,-4 3 12 0,1 4-5 0,-5 5 4 0,-2 0-11 0,-2 0 18 0,0 12-20 0,2 0-20 15,-2 1 1-15,1 5-18 0,5 2 15 0,-3 1 4 16,3 2-28-16,1 1-11 0,0 2-3 0,-1-1-18 15,0-1 3-15,-3 1 22 0,0-3-32 0,-1 0-8 16,-1-2-38-16,1-1-83 0,0-3-45 16,1-1-81-16,-1-3-30 0,3 1-61 0,0-5-73 15,4-1-97-15,-3-3-100 0,1-4-113 0,1 0-99 16</inkml:trace>
  <inkml:trace contextRef="#ctx0" brushRef="#br0" timeOffset="8907.52">20897 3305 2145 0,'20'-13'12'0,"-2"1"1"16,-5 3 17-16,0 2 21 0,-1 0 34 0,1-1 51 16,-4 3 6-16,3-1-3 0,0-2-38 0,-1 1-44 15,1 3-6-15,1-1-32 0,0 1-15 0,1 1-1 16,1-3-13-16,0 3 10 0,1 0 0 15,2-1 7-15,-2 2 0 0,2 0 7 0,-1-1-12 16,1 1-4-16,-1-1-14 0,0 0 20 0,1 1-4 16,0 1-11-16,1-1 22 0,-2 1-27 0,2 1 21 15,0-3-1-15,-1 2 1 0,-1-1 21 0,-3 2 39 16,0-1 61-16,-4-1 23 0,-5 2 53 0,-5 0-25 16,0 0-27-16,0 0 0 0,-7 0-70 0,-1 0-13 15,-2 3-20-15,-2-3-44 0,-1 5 12 0,-4-5 4 16,-2 2-1-16,0 1 32 0,-3-1-10 15,-3 1 0-15,1 0-19 0,0 3-18 0,2 0 2 16,-1 1-10-16,-1 1 26 0,2 0-2 0,-4 2 8 16,1 2 2-16,-2 1-26 0,1 4 13 0,-4-1-16 15,1 1 6-15,3 4 4 0,0 0-12 0,-3-1 10 16,2 4-6-16,0 0 4 0,2-1 5 0,0 2-22 16,3-1 6-16,1 1-1 0,2-2-8 0,5-1 4 15,4-2-33-15,1 0-32 0,4 0-10 0,5-2 6 16,0 1 8-16,7-3 7 0,5 3 9 0,3-3 4 15,5-1 14-15,4 0 30 0,4-1 7 0,5-1 18 16,2-1 25-16,3 2 27 0,0 0-5 16,3 3 16-16,-1 1 41 0,-1 2-12 0,2 2 39 15,-3 0 23-15,3 3-32 0,-9 1 58 0,-2 1-33 16,-1-2-22-16,-8 0 3 0,-4-3-1 0,-5-3 12 16,-12-1-10-16,0 0 8 0,-11-4-61 0,-7-1-15 15,-7 0-26-15,-6 0-24 0,-9-2-13 0,-7 0-6 16,-4-1-58-16,-4 0-84 0,-4 1-131 0,-2-5-220 15,4 0-249-15,-3 1-377 16,1 0-252 0</inkml:trace>
  <inkml:trace contextRef="#ctx0" brushRef="#br0" timeOffset="22012.24">4983 7357 2473 0,'0'-1'-13'16,"0"1"-9"-16,0 0 4 0,0 10-3 0,0 6 12 15,0 5 13-15,0 5 7 0,5 12 2 0,3 6 0 16,-3 11-6-16,1 7 4 0,-3 4-3 0,3 4 6 15,-4 2 12-15,-1 2-22 0,-1 1 16 0,0-4-20 16,0-2-4-16,0-2 12 0,0-5-12 16,0 0 17-16,0-4-6 0,0-4-9 0,0-4 4 15,0-6-40-15,0-4-53 0,5-5-32 0,-3-6-8 16,-2-9 28-16,0-4 22 0,0-6-14 0,0-10-20 16,0 0-52-16,-8-10 14 0,-1-6 42 0,-1-6 8 15,-3-8 32-15,-1-8 12 0,0-6 0 0,-2-7 12 16,5-7 52-16,1-3 22 0,3-5 26 0,4-2 19 15,3 0-22-15,0 0 4 0,6 0 16 0,3 2 12 16,1 5 37-16,0 0-27 0,-1 2-34 0,0 2-4 16,-1 2-19-16,3 2 14 0,-1 3-1 0,-1 0-26 15,4 1-15-15,-2 3 5 0,6-1 2 16,-2 5-1-16,3 3 3 0,2 1-12 0,3 3-18 16,1 3 16-16,3 2-12 0,-2 6 0 0,5 2 20 15,2 1-8-15,1 4-8 0,2 3 16 0,-2 3 17 16,2 5 17-16,0 6 6 0,-2 0-8 0,0 9 3 15,0 4-11-15,-3 7 9 0,-4 4 0 0,-3 7-30 16,1 9 15-16,-5 4 0 0,1 3 5 0,-7 6-3 16,1 4-19-16,-6 2 15 0,-3-1-4 0,-5-3 2 15,0-2 0-15,-10-2-8 0,-2-4 1 0,-4-6-4 16,-3-2-6-16,-2-6 0 0,-4-4-16 0,-2-4 15 16,-3-3 3-16,-3-5-6 0,-2-2 1 0,2-3-8 15,-2-6-3-15,5-1 14 0,-2-5-7 0,2 0 6 16,4-10-38-16,2-3-62 0,2-6-10 15,6-2-22-15,4-4 38 0,12-4 51 0,0 1 12 16,10-4 21-16,5 1-24 0,10-2 5 0,5 3 15 16,8 1 4-16,2 4 20 0,5-2-14 0,-2 2-4 15,1 4-8-15,-1-1 10 0,1 4 2 0,-3-1-2 16,-1-1 8-16,-2 2 1 0,-2 2 33 0,2 2 15 16,-3 0 3-16,-2 1 15 0,-1 2-32 0,-1 0-2 15,-2 6 0-15,-1 5 12 0,1 0 4 0,-1 0-6 16,-1 11-16-16,-1 5-26 0,-1 4-2 0,3 4 6 15,-1 2 1-15,-3 4 42 0,-5 1 5 0,-3 1-9 16,-5 2 2-16,1-2-58 0,-9-1 15 0,-3-2 1 16,0-1-22-16,-10-1 15 0,-3-5-10 15,-2 0 1-15,-5-1 18 0,1-5 2 0,-2-2-5 16,-2-1 5-16,1-5 3 0,-2-2-15 0,3-4-6 16,1-2-7-16,1-7-3 0,3-4 10 0,-1-4 0 15,2-3-3-15,4-6-6 0,0-3 1 0,7-5-1 16,4-2-5-16,0-3 14 0,11-3-3 0,6 1-80 15,7-1-72-15,4-2-62 0,5 2-83 0,5 0 3 16,5 0-29-16,3 3-70 0,0 1-12 0</inkml:trace>
  <inkml:trace contextRef="#ctx0" brushRef="#br0" timeOffset="23043.66">6696 7424 1567 0,'-5'17'-2'0,"2"-4"-2"0,-1-2 8 0,4-2-12 16,0-2 2-16,0-2-2 0,0-2-7 0,0 0 3 16,7 1 8-16,-4 0-2 0,2-1 6 0,1 0 12 15,3 0-1-15,1 1-3 0,3 0-40 0,4-1-27 16,2 1-21-16,0-2 0 0,3 0 29 0,2-2 9 16,-5 0 13-16,3 0-1 0,-2-6 1 0,-2 0 10 15,-1-3 4-15,1 4 17 0,-1-5 4 0,-6 3 30 16,5-4 37-16,-5 2 42 0,-2-2 26 0,-1-1 36 15,-1-1-11-15,-7 0-7 0,0-3 2 16,0 1-9-16,0-3-14 0,-10 1 32 0,-2 0-16 16,-1 1-20-16,-1 2-13 0,-2-1-58 0,-1 4-12 15,-4 1-34-15,1 4 13 0,-2 6 1 0,-1 0 11 16,-2 9 20-16,-4 5-12 0,-1 8-21 0,0 4-10 16,0 8-16-16,-1 4 2 0,1 3-3 0,1 3 0 15,6 2 3-15,2-3-5 0,5 1 3 0,6-3 16 16,10 0-7-16,0-4-5 0,7-4 5 0,6-1-48 15,7-3-41-15,5-3-78 0,5-5-106 0,2-3-81 16,6-3-48-16,3-2 2 0,5-7 8 0,0-6 24 16,1 0 39-16,5-10 58 0,-1-3 104 15,1-1 82-15,-4-5 92 0,-1-5 53 0,-7-2 43 16,2-6 51-16,-7-1 13 0,-5-4 25 0,-5-7 25 16,-2-5 18-16,-1-5 12 0,-3-3 9 0,-5-4 30 15,0 0-4-15,0 0 9 0,-1 0 11 0,-2 3-30 16,-3 5-21-16,-5 7-27 0,1 9-35 0,0 5-60 15,-4 8-49-15,2 5-63 0,-2 7-48 0,0 6-2 16,0 6-8-16,0 0 31 0,0 10 17 0,0 6-6 16,0 8 9-16,0 9-4 0,0 10-18 0,6 12 6 15,-6 8-3-15,5 10 7 0,-2 5 12 0,0 8-9 16,-1 2 14-16,1-1-27 0,0 2 8 16,-3-3-3-16,0 0 6 0,0-4 0 0,0 0-3 15,0-5-8-15,0-1-8 0,0-4-8 0,-5-1-64 16,5-6-55-16,0-5-4 0,0-4-8 0,0-6 9 15,0-5 25-15,5-7-27 0,4-7-32 0,1-1 24 16,0-10-2-16,5-5-1 0,-2-5-17 0,1-3 0 16,2-7-13-16,0-7-6 0,-2-5 59 0,5-9-4 15,-3-6 56-15,1-7 28 0,-1-6 16 0,1-7 32 16,-2-4 0-16,-3-4 13 0,-4-2 12 0,-5-1 17 16,-3-2 25-16,0 2 3 0,-8 0 18 0,-4 3 27 15,-1 1 35-15,0 2 44 0,-4 0-13 16,0 1-1-16,1 4-47 0,-4 1-21 0,0 0 6 15,1 3-43-15,-4 1 28 0,0 5-4 0,0 4-6 16,-1 3-6-16,-1 3-39 0,4 6-33 0,-3 4-25 16,1 4-5-16,1 5 0 0,3 4 10 0,-3 4 2 15,0 0 8-15,-2 6-10 0,3 3 18 0,-3 4-16 16,4 1-7-16,-1 3 10 0,4 2-25 0,4 1 10 16,4 2 12-16,4 0 3 0,5 1-5 0,11-1-47 15,5 1-35-15,6-2-48 0,6-1-38 0,7-1-1 16,2-4-64-16,4-2 18 0,5-4-13 0,0-4 36 15,1-5 53-15,3 0 5 0,-2 0 20 0,1-9 5 16,-3-2 30-16,0-4 27 0,-4-1 40 0,-2-2 13 16,-1-1 15-16,-4-5 19 0,-2 2 44 15,-4-6 40-15,-4-1 32 0,-2-2 28 0,-3-3-28 16,-6 0 37-16,0-3 28 0,-2 2-23 0,-2 0 15 16,-5 1-23-16,0 2-32 0,-3 4 16 0,-2 0-15 15,0 7-60-15,0 5-36 0,0 3-58 0,-9 7-15 16,2 3 2-16,2 3 1 0,0 0 12 0,-1 12 0 15,1 5 2-15,0 3 8 0,-4 6 5 0,3 1-18 16,-1 5 3-16,2 4-92 0,2-3-107 0,2 1-119 16,1-2-140-16,0-3-57 0,8-1-52 0,0-5-17 15,3-2 95-15</inkml:trace>
  <inkml:trace contextRef="#ctx0" brushRef="#br0" timeOffset="23153.08">8060 7217 2543 0,'-14'-48'6'0,"0"4"-6"0,4 5-6 0,2 9-87 16,0 2-83-16,-1 6-58 0,4 8-86 0,0 3 40 16,2 5 9-16,3 6-8 0,0 0 19 0,5 11-2 15</inkml:trace>
  <inkml:trace contextRef="#ctx0" brushRef="#br0" timeOffset="23715.39">8234 7304 1918 0,'10'7'-9'0,"-1"-1"5"15,2-4 4-15,-3-2 44 0,3 0 47 16,0 0 74-16,2-4 77 0,1-1-2 0,2 2-27 16,1-1-81-16,-2 4-81 0,0-6-51 0,-2 4-3 15,-1 2-1-15,-2 0 13 0,0 0 12 0,-1 9-6 16,-3 1-1-16,-1 1-17 0,0 6-4 0,-2 2 0 16,-3-1 24-16,0 2-6 0,0 1-1 0,-8 1-10 15,-3-1-49-15,-3 1-30 0,-1-4-70 0,0 1-32 16,-3-6-32-16,4 1-1 0,1-3 26 15,1-4 2-15,2 0 61 0,2-3 37 0,2-3 41 16,6 2 35-16,0-3 0 0,0 0 0 0,0 0 2 0,8-8 8 16,0-2 8-16,3-1 30 0,3-6 33 0,1-2 23 15,3-2 17-15,4-3 15 0,-1-1 27 0,1-2 58 16,2-3 18-16,-5 1 12 0,0-1-12 16,-2 0-31-16,-2 1-8 0,-3 1 1 0,-4 2-38 15,-5 5 0-15,-3 4-10 0,0 2-63 0,0 4-1 16,0 4-56-16,-5 2-18 0,5 4 10 0,-3-2-15 15,-4 3-1-15,2 0-2 0,-2 9-3 0,-1 3 18 16,-4 3-23-16,2 8 8 0,1 6-3 0,-4 6-8 16,5 3 37-16,2 4-21 0,-1 2 16 0,7-1-16 15,0 1 0-15,0-5-5 0,10-1 8 0,1-1 4 16,5-5-97-16,6-4-60 0,4-2-94 0,7-5-98 16,4-3-7-16,2-5-13 0,5-5-6 0,0-2 42 15,5-6-6-15,-3 0 22 0,0-6 29 16,-4-2 9-16,-2-6 113 0,-5-4 71 0,0-4 66 15,-5-3 95-15,-5-3 39 0,-1-3 71 0,-2 2 51 16,-3-2 74-16,-2 1 8 0,-4 3-4 0,1 0 47 16,-3 5-65-16,-1 5-11 0,-1 0-42 0,-1 3-115 15,-2 3-44-15,1 3-48 0,-2 0-44 0,2 2-2 16,1 0 19-16,-3 1-21 0,6-4 19 0,0 4 7 16,5-1-104-16,1 1-89 0,1-1-169 0,6 1-159 15,1 1-101-15,0 2-82 0</inkml:trace>
  <inkml:trace contextRef="#ctx0" brushRef="#br0" timeOffset="23871.92">9428 7552 2813 0,'-19'14'2'0,"3"-2"2"0,4-4 6 0,3-1 73 16,9-1 41-16,0-6 36 0,0 0 18 0,0 0-70 15,7 0-40-15,5-7-46 0,0-3-17 0,5 2-8 16,5-3-62-16,8 0-62 0,2-3-143 0,10-2-132 15,1 1-76-15,3-1-81 0,5-1-66 0</inkml:trace>
  <inkml:trace contextRef="#ctx0" brushRef="#br0" timeOffset="24528.02">10719 6966 3025 0,'-9'-18'-3'0,"0"2"1"0,-1 0 11 0,1 0-4 15,1 2-3-15,0-3 15 0,1 4-15 0,4-1 26 16,2 6 10-16,1-1-1 0,0 1 1 0,6 2-19 15,2 1-10-15,2-2-9 0,4 2 0 0,0 1-12 16,5 0 15-16,3 2-6 0,0-1 1 0,0 1 9 16,2 2-7-16,1 0 0 0,-4 0-2 0,1 0-1 15,-3 0-13-15,-3 6 23 0,-1-3-17 0,-2-1 15 16,-1 0 2-16,0 3-19 0,-4-4 10 0,0 4-3 16,-1-2-2-16,-2 1 2 0,3 0 15 0,-4 1-8 15,2 1 15-15,-3 3-10 0,3-1-7 0,-1 3 12 16,-2 1 43-16,2 2 15 0,0 4-11 0,-4 2 14 15,1 5-59-15,-2 0-11 0,0 5 21 16,0-2-36-16,-10 6 5 0,-1 1 14 0,-1 2-7 16,-3 1 5-16,-5 0 10 0,0 2-12 0,-5-1-8 15,-3 3 17-15,-2-3-7 0,-2 1-5 0,-3-2 14 16,0-1-26-16,0-2 5 0,0 0 9 0,-2-5-2 16,3-1 17-16,-1-2-14 0,0-2-6 0,2-3-6 15,2-4 9-15,2-3 17 0,0-4 0 0,4-2 0 16,1-4-5-16,6-5-9 0,1 0 19 0,2-11 38 15,5 0 18-15,2-3-11 0,2-3 17 0,2-1-13 16,4-4 20-16,0 0 9 0,0-3-19 0,12-3-7 16,-1 0-16-16,6-2 11 0,1 1 4 15,2-1 0-15,4 1 4 0,0 4 2 0,0 0-18 16,-1 5-1-16,2 3-23 0,-1 5-21 0,-3 1 7 16,1 5-21-16,0 6 24 0,-3 0-4 0,3 0 1 15,-3 6-4-15,-1 5-19 0,2 1 26 0,-1 5-7 16,-1 3-10-16,-3 0 0 0,1 3-18 0,3 2 6 15,-5 2 9-15,2 1 2 0,0-1-72 0,0 0-72 16,0-1-82-16,2-1-149 0,-3-2-57 0,2-3-149 16,-4-2-80-16,2-4-52 0,2-3-81 0</inkml:trace>
  <inkml:trace contextRef="#ctx0" brushRef="#br0" timeOffset="25059.53">11531 7063 2394 0,'5'-13'6'0,"1"2"-8"0,0 2 9 16,2 1-7-16,2 3 4 0,-2-2 38 0,2 0 60 15,0 3 35-15,3-2 22 0,2 4-25 0,0-3-64 16,2 3-33-16,-1-3-40 0,3 3 11 0,-2-3-8 16,2 0 4-16,0-1 1 0,-3 1-19 0,3-3 12 15,0 2-3-15,-2-1 12 0,1 0 12 0,-2 1-24 16,-1-3 14-16,0 5-2 0,0-5-7 0,-2 4-4 15,-2-1-3-15,0 1-12 0,0-1 33 0,-3-3 36 16,2 4 19-16,-4 0 21 0,-1-1-6 0,-2 1-4 16,0 0-29-16,-1 3-7 0,-2-3-19 0,0 3-3 15,0 0 10-15,0-1 0 0,0 2 1 16,-5 1 1-16,0 0 4 0,2 0-5 0,-2 0 7 16,0 0-5-16,-4 6-17 0,1 1 2 0,-3-1-15 15,-5 3 13-15,-3 2-2 0,-5 0 4 0,-6 3 5 16,-3 3-25-16,-3-1 16 0,-7 1-9 0,2 2 1 15,0 1 8-15,-2-1-3 0,2 0-11 0,3 3-12 16,2-4 8-16,6 1-1 0,4 2-7 0,4-1 22 16,4 2-27-16,6 0-1 0,4 1 22 0,8 0-14 15,0 1 10-15,0 1-4 0,13 0-6 0,3 0 3 16,1 0 5-16,7-1 3 0,3 2-3 16,4-2-8-16,3-2 11 0,1 2-3 0,1-3-5 15,2 0 12-15,1 0 4 0,-2-2-6 0,-2 0 31 16,-4-1-16-16,-4 1 14 0,0-2 8 0,-8-1-22 15,-2 1 4-15,-4-1-6 0,-4 1-10 0,-9-2 18 16,0 1-10-16,-7-1-8 0,-6 1 11 0,-6-1-17 16,-7 1 3-16,-4-2-2 0,-9-1-19 0,-4-1-88 15,0-1-103-15,-7 0-164 0,-2-3-187 0,1 3-157 16,-1-4-150-16</inkml:trace>
  <inkml:trace contextRef="#ctx0" brushRef="#br0" timeOffset="25215.74">12103 7791 4809 0,'36'8'14'0,"-6"2"-17"15,-10 5 11-15,-5 4 12 0,-8 2-34 0,-3 3 28 16,-4 2-3-16,0 4-14 0,-11 1 28 0,-1 3-11 16,-3-1-6-16,-5 1-82 0,-1 3-183 0,-4-1-221 15,-8 1-250-15,-5 2-213 0,0 4-29 16</inkml:trace>
  <inkml:trace contextRef="#ctx0" brushRef="#br0" timeOffset="26481.69">14649 6942 1639 0,'3'-7'-4'0,"2"1"-2"0,-2 0 52 15,-3 0 39-15,4 0 26 0,-4-2 6 0,0 1-9 16,-10 2-45-16,-2 0-20 0,0 0-7 0,-4 2-38 15,-4 0 6-15,-1 3 3 0,-3 0-1 0,0 0-4 16,-4 9-4-16,-4-2-2 0,-1 2 6 0,0 4-2 16,-2 5 9-16,-1 0 1 0,-4 4-5 15,7 0 3-15,0 2-12 0,5 1 0 0,5 0-1 16,3 0 1-16,4 0 15 0,5 0-5 0,11-2 1 16,0 1-7-16,0 0-4 0,11 1 4 0,8-2 4 15,4 0-2-15,7 0 4 0,7 0-12 0,6 0 8 16,4-4-4-16,-1 1-7 0,3-1 12 0,-3-1-16 15,1 0 8-15,-5-2 3 0,-8 0 4 0,-7-1 5 16,-2 0 67-16,-6 2 4 0,-8-1 49 0,-11 3 10 16,0-1-53-16,0 3-5 0,-16 1-47 0,-7 0-18 15,-9 1-1-15,-7-1 4 0,-6 0-10 0,-7-2 7 16,-3-2-12-16,-4-2 0 0,2 0 0 16,2-3 3-16,2-3-7 0,5-1 4 0,2-4-41 15,3 1-105-15,7-4-76 0,4-2-127 0,2 0-85 16,5-8-44-16,3-1-39 0</inkml:trace>
  <inkml:trace contextRef="#ctx0" brushRef="#br0" timeOffset="28123.67">14938 7257 2795 0,'30'-8'13'15,"-6"1"-8"-15,-4 0 11 0,-5-2 46 0,-3 1 36 16,-5 3 67-16,-3-1 17 0,-2 1-46 0,-2 3-49 15,0 2-50-15,0 0-29 0,0 0-11 16,0 0 3-16,0 7-2 0,0 2-6 0,0 1 8 16,0 3 0-16,0 3-2 0,0 1 7 0,0 6-3 15,0 1 1-15,6 4-1 0,-2 3-7 0,0-1 10 16,-1 3-2-16,0-2 9 0,2 3-7 0,-3-2-2 16,1 0 2-16,0-2-10 0,2-1 10 0,-2-2-57 15,3-2-47-15,-1-2-26 0,1-1-24 0,-1-5 26 16,3 0 28-16,0-2 30 0,0-4 23 15,0-2 31-15,0-2 15 0,4-7-4 0,1 0 7 0,4-7-12 16,3-3 8-16,3-6-12 0,-1-2 9 16,3-5 7-16,1-2-3 0,-5-4 3 0,2-1 39 15,-3 0 41-15,-5 2 47 0,1 2 39 0,-7 4-43 16,-1 4-19-16,-3 5-42 0,-3 3-2 0,-2 4-22 16,0 4-18-16,0 2-22 0,0 0-27 0,-7 0 2 15,2 6 10-15,5 2 10 0,-3 5-3 0,-3 0 8 16,3 5-10-16,-5 4 5 0,5 1 8 0,-2 4 7 15,3 4-8-15,-1 1 1 0,3 0-1 0,0 1-9 16,11 0 9-16,2-2 11 0,0 1-13 0,1-3 10 16,3 0-5-16,0-1-20 0,4-4-40 0,5-2-34 15,0-3-56-15,4-2-30 0,-1-2-3 16,4-5 22-16,-1-4-20 0,-1-6 34 0,4 0 38 16,-2-6-5-16,-3-4 71 0,-1-5 14 0,-2-3 8 15,-2-7 4-15,0-2 9 0,-6-4-10 0,2-7 8 16,-3-3 2-16,-5-5 11 0,-3-5 20 0,2-3 59 15,-2-4 22-15,0-4 18 0,-1-3 15 0,-3 1-52 16,-1 0-6-16,-2 1-1 0,1 3-12 0,-4 2 24 16,0 6 44-16,0 3 0 0,0 8 4 0,-9 7-17 15,9 6-64-15,-4 7-28 0,0 7-34 0,4 6-21 16,0 4-7-16,0 4 4 0,0 0 4 0,0 0 10 16,0 7 13-16,0 4 15 0,0 3 31 0,0 5 9 15,0 4 5-15,0 4-5 0,0 9-34 0,0 5 22 16,0 7 13-16,0 8-27 0,0 2 30 0,-3 8-51 15,-3 6 3-15,3 3-2 0,0 3-12 0,-2 1 22 16,2 2-35-16,0-1 16 16,-4 0 14-16,1-3-17 0,1-2 9 0,1-2 8 0,0-3-44 15,0 0 17-15,2-5 5 0,-1-2-17 0,1-4 26 16,2-4-7-16,0-1 3 0,8-5-2 0,-1-7 0 16,2-4 8-16,4-5-25 0,-4-4-10 0,4-6-22 15,-4-5-40-15,3-3 5 0,1-5 15 0,0-4 4 16,1-6 17-16,1 0-25 0,3 0-26 0,3-10 6 15,3-4 23-15,1-4-7 0,5-3 17 16,-1-5-11-16,-1-1-24 0,0-5 62 0,-1-2-2 16,-3-4 27-16,-5-1 7 0,0-6-14 0,-8-1 7 15,-3-5-5-15,-8-1 0 0,0-4 10 0,0-1 3 16,-8-5-3-16,-3-2-8 0,-8 0-9 0,0-2 2 16,-3 0 20-16,-2 3 10 0,-4 1 17 0,-2 3 12 15,-2 7 13-15,-1 5 3 0,1 5-13 0,-3 6-7 16,-4 7-29-16,3 4-11 0,-1 4 2 0,1 7-14 15,-1 2 12-15,3 3 2 0,4 5-7 0,1 4 18 16,2 0-31-16,7 0 3 0,2 10 15 0,4 0-8 16,5 2 11-16,2 0 7 0,1 1-23 0,6 1 18 15,0 3 8-15,9 0-13 0,1-2-20 0,7 0-57 16,7 0-39-16,6-2-61 0,7-1-30 0,5-4-42 16,4-3-46-16,6-5 14 0,2 0-6 0,1 0 59 15,1-11 45-15,-1 0 51 0,2-3 41 16,-2-4 29-16,1-2 31 0,-4-2 17 0,-1-4 20 15,1-2 39-15,-5-6 21 0,2-3 20 0,-4-3 47 16,-2-4-15-16,-1-4 30 0,-2-3 9 0,-4-2 8 16,0-1 46-16,-3 2 22 0,0 2 38 0,-6 3-19 15,-3 6-12-15,-3 3-39 0,-6 9-77 0,-5 7-29 16,-4 6-77-16,-6 6-28 0,0 10 12 0,0 0 16 16,-11 6 64-16,-4 11 6 0,2 8 11 0,-3 8 19 15,-6 11-36-15,0 9-10 0,-4 11-16 0,4 11-37 16,1 6-8-16,1 6 5 0,1 6-11 15,3 1 17-15,4 1-25 0,4-1 6 0,1-2 0 16,4-5-9-16,2-5 20 0,1-5-6 0,0-6 8 16,6-4-5-16,2-5-8 0,1-5 5 0,-1-4-27 15,2-5-72-15,2-2-11 0,-1-6-90 0,2-3-23 16,-2-10 14-16,0-2-25 0,-3-8 38 0,3-4 22 16,-3-13-2-16,0 0 39 0,6 0 39 0,-1-9 14 15,0-6 53-15,4-1-4 0,3-7 16 0,1-4 0 16,1-3 6-16,-1-2-35 0,-4-4-7 15,1-2 11-15,-4-1-5 0,3-3 43 0,-6 0 3 0,-4-2 60 16,0-1 3-16,-5-3 13 0,-2 0 26 16,0-2-56-16,-11 0 35 0,0 2 53 0,-3-2-3 15,-4 3-17-15,0 0-47 0,-3 3-33 0,-3 5-14 16,1 0 17-16,-4 6 52 0,0 4-27 0,1 5 1 16,-2 1-23-16,-1 3-40 0,-1 5 13 0,0 5-10 15,-1 3 12-15,-4 2-2 0,0 5-21 0,-1 0 6 16,0 0-3-16,2 7 2 0,1 4-2 0,6-2 3 15,0 1-3-15,6 3-6 0,4-1-1 0,4 1-1 16,1 1 10-16,12 0 9 0,0 2-14 0,0 1-2 16,12-1 5-16,5 1-5 0,5 1 13 0,8 0-36 15,4-4-65-15,6 0-48 0,6-3-36 0,1-1-39 16,7-3-30-16,-2-3 18 0,1-4-31 0,0 0 47 16,2-4 55-16,2-4 31 0,-2-1 62 0,0-5 27 15,2 0 28-15,-4-3 9 0,2-3 11 16,-5-2-7-16,-2-2 11 0,-3-4 31 0,-3-2 22 15,-4-1 69-15,-6-6 80 0,-2 1 22 0,-2-2 33 16,-6 1 13-16,-5 3-17 0,-4 0-17 0,-3 5-22 16,-5 5-48-16,0 4-80 0,-5 5-46 0,0 7-39 15,0 3-16-15,0 5-5 0,0 0 34 0,-7 15 27 16,1 5-2-16,-1 5 4 0,-2 5-20 0,1 5-30 16,0 5-11-16,-1 4 0 0,1 0-5 0,5 0 16 15,3-2-5-15,0-1 8 0,0-4-17 0,0-1-87 16,6-3-115-16,-1-6-139 0,1-3-156 0,-3-6-101 15,-3-3-43-15,4-4-61 0,-3-3 74 0</inkml:trace>
  <inkml:trace contextRef="#ctx0" brushRef="#br0" timeOffset="28436.15">17674 6934 2009 0,'-8'-43'6'0,"-5"5"1"16,0 4 33-16,0 3 19 0,1 6 42 0,1 1 26 15,-1 4-25-15,-3 7-21 0,7 2-50 0,2 4-18 16,-2 3-13-16,6 1-6 0,2 3 3 0,0 0 1 16,0 0 0-16,10 7 9 0,-2 2-3 0,5 1-8 15,0 2 6-15,5 1-7 0,2 0 5 0,1 1 7 16,1-3-9-16,0 0 15 0,0-3-17 0,-1 0-1 16,-2-5 3-16,1 1-2 0,-3-4 13 0,-2 0-9 15,-4 0 13-15,-1-7 12 0,-1-5 45 0,-2-1 65 16,-3-2 14-16,-4-3 9 0,0-2-31 15,0-1-24-15,-11-2-2 0,0 2-33 0,-2 2-14 16,-4 1-40-16,0 3-26 0,-4 4 7 0,-1 4-2 16,1 2 7-16,-1 5-7 0,0 10 9 0,1 4 1 15,-1 5-15-15,2 6-54 0,4 7-110 0,1 6-150 16,2 4-143-16,5 5-101 0,0 4-84 0,8 1 88 16</inkml:trace>
  <inkml:trace contextRef="#ctx0" brushRef="#br0" timeOffset="29170.36">18102 7317 1843 0,'-11'-11'-2'15,"0"-2"6"-15,1 3 4 0,2-1 7 0,5 2 26 16,-3 0 34-16,3-1 25 0,1 1 19 0,2 3-19 15,0-1-37-15,0 2-22 0,5-1-37 0,3 1-6 16,-2-1-4-16,2 2-10 0,0 0 25 0,3 1 26 16,-1 0 9-16,-1 2 61 0,0 0-5 0,-2-1-14 15,-1 1-10-15,1 0-48 0,0 1 18 0,-2 0 26 16,-2 0 5-16,0 0 36 0,1 0-16 0,-1 0-1 16,-1 0 5-16,-2 0-40 0,0 0-17 15,0 0-27-15,0-6-5 0,1 1-12 0,2 3-2 16,3-1 4-16,-1 0 3 0,3 1 0 0,0-1 10 15,0 0-35-15,5 0 15 0,-4 2 3 0,3-1-8 16,1 0 25-16,0 0-30 0,3 2 15 0,-2 0-2 16,2 0-3-16,-2 11 7 0,3-1-4 0,0 5 9 15,1 2 3-15,1 5 7 0,-3 4-9 0,3 4 49 16,-6 3 3-16,-1 1 5 0,-4 4 8 0,-3-1-58 16,-5-2-5-16,0 0-3 0,-10-3-4 0,-4 2 7 15,2-7-2-15,-6 0-11 0,-1-4-2 16,-5-2 10-16,-1-3-2 0,-3-1-1 0,-2-5 3 15,-2-1-17-15,2-3-19 0,-1-2-57 0,1-6-55 16,-1 0-62-16,6 0-109 0,3-8-9 0,1-4-20 16,4-7-15-16,4-3 48 0,7-3 22 0,4-4 20 15,2-4 27-15,12-3 52 0,8-2 23 0,5-1 75 16,7 2 60-16,3-4 49 0,1 2 75 0,2 3 26 16,-1 3 48-16,0 2 45 0,-2 4-15 0,0 2 12 15,-4 2 11-15,-2 3-21 0,-2 2 27 0,-3 1 23 16,1 3-24-16,-1 2-4 0,-4-1-20 0,-5 1-26 15,-2 2-24-15,-5 3 17 0,-1 0-27 0,-4 3-44 16,-3 0-19-16,0 1-50 0,0 3-26 16,-6 0-4-16,1 0 4 0,-2 7-9 0,3-1-3 15,-1 2 84-15,-1 2 12 0,-4 3-1 0,0 0-5 16,-3 5-64-16,-2 1 2 0,1 6 43 0,-2 3 32 16,1 6-24-16,2-1-2 0,-1 4-31 0,4 3-9 15,4 0 3-15,2 4-6 0,0-2-8 0,4-1-21 16,0-1 10-16,8-2-21 0,1-1 11 0,1-3 18 15,6-3-18-15,0-4 21 0,6-2-13 0,0-2 8 16,3-4-3-16,2-4 3 0,3-2 0 16,0-4-49-16,5-2-83 0,-4-4-80 0,1-3-105 15,-1 0-74-15,-1-6-57 0,-4-6-72 0,-1 1-58 16,2-6-52-16,0-1-6 0</inkml:trace>
  <inkml:trace contextRef="#ctx0" brushRef="#br0" timeOffset="29357.76">19302 7271 3260 0,'8'0'38'0,"-3"0"37"0,-2 0 3 15,3 0 2-15,0 0-32 0,-2 0-35 0,-3 0 6 16,6-5-14-16,-2 0 3 0,5-1-8 16,-2-2-10-16,5-1 20 0,1 2-13 0,2-2 8 15,5 3-32-15,-3 1-94 0,5 0-146 0,-1 1-131 16,-2 1-137-16,-2 1-70 0,-1 0-35 0</inkml:trace>
  <inkml:trace contextRef="#ctx0" brushRef="#br0" timeOffset="29529.59">19447 7529 2394 0,'-23'29'37'0,"2"-1"7"16,0-4 70-16,1-2 53 0,1-4-2 0,3-5 41 15,4-1-43-15,2-2-41 0,4-3-23 0,3-2-51 16,3-2-28-16,0-1-8 0,11-2-19 0,4 0 17 15,5 0-15-15,5 0 5 0,7 0 3 0,4-5-72 16,2 1-69-16,4 0-161 0,-2 0-148 16,-2-2-117-16,-2-1-115 0,1-2 78 0</inkml:trace>
  <inkml:trace contextRef="#ctx0" brushRef="#br0" timeOffset="30123.53">20427 7138 2914 0,'0'-2'51'0,"0"0"5"0,5 0 25 0,-5-1 37 15,0-1 2-15,0-2 48 0,0 1 7 0,0 1-9 16,0 0-57-16,0 1-59 0,0 3-24 0,0 0-41 15,0 0 4-15,0 0-1 0,8 0-4 0,0 6 11 16,2-4-3-16,2 3 13 0,1-2-5 0,4 0 3 16,3 0-1-16,3 1 1 0,3 1-3 0,2-1 5 15,0 3 5-15,2-2 3 0,0-1-20 0,2 1-14 16,-2-3-45-16,2 2-47 0,-4-4 13 16,-3 0 10-16,0 0 43 0,-2 0 50 0,-1 0 12 15,-6-8-15-15,0 0-3 0,-5 0 1 0,1-4-1 16,-4 0 13-16,0 0 0 0,-3-3-13 0,-2 0 1 15,-3-1-10-15,0-1 9 0,0-1 3 0,0 3 13 16,0-2 56-16,0 0 4 0,0 3 6 0,-4 2 9 16,4 3-21-16,-5 1 18 0,5 2-6 0,0 2-1 15,0 4-28-15,0 0-35 0,0 0 1 0,0 0-34 16,0 6 10-16,0 1 82 0,0 0 26 0,0 6 53 16,-10 3 34-16,1 5-51 0,4 6 1 0,-4 4 17 15,1 11-18-15,-2 4 12 0,4 8-22 0,0 7 0 16,-1 3-5-16,4 4-18 0,1 3-14 15,2 2-55-15,0-1 6 0,0-1-28 0,0 0 10 16,0-3 13-16,0-1-23 0,5-4 10 0,-5-3-6 16,0-1-4-16,0-3-6 0,0-6-3 0,0-6 13 15,0-3-7-15,-6-5-15 0,0-3 9 0,3-3-18 16,-4-4 12-16,6-3 6 0,-3-6-3 0,3-3 3 16,-3-4-44-16,3-3-3 0,-2-7-76 0,3 0-56 15,-4-4-57-15,-1-7-69 0,1-3-12 0,3 0-50 16,-3-4-55-16,1-4-32 0,0-4-113 0,-2-2-41 15,-1-3 10-15,-3-1-50 0,1-1 72 16</inkml:trace>
  <inkml:trace contextRef="#ctx0" brushRef="#br0" timeOffset="30467.2">20427 7789 3025 0,'-12'-6'49'0,"1"1"51"15,-1-1 48-15,0 1 83 0,1-2 32 0,0 3 36 16,3-1 35-16,4 1-24 0,-3 0-4 0,0 2-68 16,5 2-44-16,2 0-47 0,0 0-37 0,0 0 2 15,6 0-17-15,0 2-22 0,2-2-29 0,0 0-10 16,6 0-6-16,2 0 28 0,6 0 13 16,4-2-10-16,5-3-2 0,7 1-25 0,4 0 0 15,2-2 3-15,3 0-9 0,5 1 22 0,2-1-6 16,0 0-19-16,3-1 9 0,-2 0-15 0,0 1-24 15,2-1 14-15,-3-2 2 0,0 3-2 0,-2-2 6 16,-4 0 3-16,-4 0-9 0,-3-1-11 0,-5 3 14 16,0-2-20-16,-8 2 4 0,-5 1 16 0,-4-1-10 15,-3 4 9-15,-5-1-9 0,-5 1-9 0,-6 0 5 16,0 0-31-16,0 2-90 0,-5-1-116 0,-1 1-195 16,-5 0-291-16,-5 5-413 0,-6 6-292 0</inkml:trace>
  <inkml:trace contextRef="#ctx0" brushRef="#br0" timeOffset="46499.95">5181 10688 3738 0,'0'-5'-20'0,"0"2"-7"0,0 3-18 16,-8 0 13-16,-3 0 12 0,6 7 18 0,1 6 11 16,-3 8-4-16,2 7 0 0,2 7-2 0,-4 7-1 15,3 6 23-15,-2 3 15 0,1 2-8 16,0 4 18-16,-1-3-38 0,0 0 6 0,3-3-1 16,-2-1-12-16,3-1 13 0,-1-3-23 0,1-6-47 15,-1-2-61-15,3-4-75 0,0-2-123 0,-1-7-77 16,-3-3-60-16,3-5-81 0,-2-4-27 0,0-5 39 15</inkml:trace>
  <inkml:trace contextRef="#ctx0" brushRef="#br0" timeOffset="46703.07">5170 11019 2804 0,'8'-41'18'0,"-2"2"7"0,-1 0 58 15,0 3 46-15,-1 4 29 0,-1 6 8 0,-1 4-62 16,1 4-75-16,0 5-32 0,1 9-4 0,2 4 34 15,0 0 42-15,5 13 13 0,0 7-20 0,5 6-15 16,2 6-14-16,2 6-31 0,5 5 16 0,2 5-15 16,3 4-6-16,2-1 8 0,1-1-5 0,0 0-65 15,0-1-63-15,2-4-110 0,-3-4-120 0,0-4-41 16,-4-3-29-16,4-4 13 0,-4-5 1 16,-1-1 26-16,1-5 6 0,-5-3 71 0</inkml:trace>
  <inkml:trace contextRef="#ctx0" brushRef="#br0" timeOffset="46875.25">5861 11239 2196 0,'-3'-49'76'0,"-2"2"85"0,0 1 60 0,3 0 50 16,1 2-11-16,-4 2-38 0,2-1-18 15,-3 5-31-15,1 0-32 0,0 2-13 0,2 2-38 16,-3 4-15-16,1 2-38 0,4 4-40 0,-3 4 6 16,4 4-11-16,0 1 8 0,0 4 5 0,0 4-18 15,0 0-3-15,0 4-64 0,5 3-20 0,-2 0-69 16,5 7-84-16,-3 3-98 0,1 2-122 0,2 5-104 15,1 5-138-15,1 4 84 0</inkml:trace>
  <inkml:trace contextRef="#ctx0" brushRef="#br0" timeOffset="47265.79">6386 11109 2942 0,'8'-16'-5'0,"1"-1"0"0,-3-1 40 0,-1 0 40 16,0-4 16-16,-2 4 37 0,-3-1-13 0,0 2-23 16,0 2 27-16,-8 3 16 0,-1 1-41 0,-4 6-11 15,0 2-48-15,-1 3-37 0,-2 0 17 16,-4 11-10-16,-1 4 15 0,-1 5-17 0,-3 3 7 16,1 7-2-16,-1 1-1 0,3 3 11 0,-2 5-10 15,4-1-8-15,2 3 3 0,4 2-11 0,4-1-7 16,5-1 17-16,5 1-15 0,0-2 3 0,7-1 7 15,4-2-2-15,5-1 3 0,6-5-6 0,3 0-5 16,7-5 6-16,4-3 2 0,2-3 2 0,3-3-40 16,3-6-49-16,2-3-20 0,2-2-15 0,-4-2 51 15,-1-4 44-15,-1-5 20 0,-7-5 24 0,-3-4-14 16,-2-8-1-16,-5-2 8 0,-6-8-7 0,-5-7 11 16,-6-6-4-16,-8-7-10 0,0-5 1 0,-14-1 13 15,-8-7 18-15,-7 1 15 0,-2 1-3 0,-4 5-17 16,-3 8-15-16,2 4-14 0,1 7 2 0,5 11 2 15,2 9-11-15,2 8-59 0,4 11-98 16,0 0-150-16,4 11-148 0,1 8-96 0,4 5-118 16,3 7 104-16</inkml:trace>
  <inkml:trace contextRef="#ctx0" brushRef="#br0" timeOffset="47422">7159 11631 4250 0,'24'0'2'0,"-6"0"-7"0,-8 0 5 0,-4 0-5 16,-6-6-1-16,0-2 1 0,0 0-24 0,0 3-48 16,0 1-71-16,0 0-67 0,-4 1-106 15,-4-1-138-15,-3 0-138 0,6 1-226 0,2-3 111 16</inkml:trace>
  <inkml:trace contextRef="#ctx0" brushRef="#br0" timeOffset="47859.74">8217 11057 3589 0,'9'-14'7'0,"-4"2"-9"0,0-1 9 15,-2 2-7-15,0 1 3 0,-1 0-1 0,-1 1-12 16,-1 2 6-16,0 4 4 0,2 0-3 0,-2 3 8 16,0 0 12-16,0 0 1 0,0 9 31 0,0 2 11 15,-10 4-10-15,2 6-12 0,0 6-8 0,-4 5-20 16,4 6 3-16,-3 6 2 0,0 1-18 0,3 2 6 16,1 0-3-16,4-1-5 0,3 0 0 15,0-6-13-15,7-4 20 0,2-2-17 0,8-4 28 16,1-5-3-16,6-7-25 0,4-1 23 0,2-9-8 15,0-2 10-15,2-6 2 0,-1 0-2 0,1-10-5 16,-2 0-20-16,-3-8 20 0,-2-3 3 0,-4-2-1 16,-2-5 16-16,-6-2-28 0,-4-5 5 0,-9-4-10 15,0-1 2-15,-14-4 21 0,-1 2-18 0,-8 0 0 16,-4 1 0-16,0 4-10 0,-3 5-18 0,2 6-40 16,-2 9-21-16,1 7-61 0,4 10-72 0,1 0-95 15,0 16-98-15,7 4-74 0,3 6-97 0,4 5 8 16</inkml:trace>
  <inkml:trace contextRef="#ctx0" brushRef="#br0" timeOffset="48422.06">9239 11094 3929 0,'29'-43'30'15,"-3"1"45"-15,-6 4 21 0,0 6 38 0,-5 0-5 16,0 4-36-16,-8 8-24 0,-1 7-23 0,-4 6-13 15,0 7 30-15,-2 7 42 0,0 9 20 0,0 8-2 16,0 12-10-16,-7 10-27 0,2 10-32 0,0 12 10 16,-2 4-38-16,4 8-17 0,-2 7 8 0,3 0-8 15,1 2 9-15,1 0 11 0,0-1-29 0,0 3-6 16,0-2-8-16,6 0-1 0,-6 1 9 0,3-3-58 16,-3-3-36-16,2-7-40 0,2-4-38 15,-1-4 22-15,-1-11-21 0,1-3-5 0,2-12-13 16,2-4-16-16,3-8 18 0,-2-4 0 0,0-6 24 15,0-6 28-15,3-4 26 0,0-5 44 0,5-6 19 16,-2 0 15-16,5-10 23 0,-1-3 7 0,7-3 0 16,0-6 9-16,2-4 3 0,3-5-8 0,-3-3 20 15,0-3-15-15,0-5-9 0,0-4 24 0,0-1-10 16,-4-4 14-16,-2-3 23 0,-4-3 1 0,-4-3 7 16,-2 0 29-16,-11-1 1 0,0-2-21 15,-7 0 7-15,-8-1-22 0,-5-2 8 0,-6 4 31 16,-10 1-5-16,1 2-5 0,-5 3-19 0,-1 4-39 15,-3 7 27-15,3 4 20 0,-2 7 9 0,2 6 10 16,2 6-36-16,0 5-21 0,-3 1-8 0,4 10-13 16,0-2 3-16,1 8-10 0,3 0-11 0,-1 0 2 15,5 8 8-15,3-2 6 0,5 5 2 0,3 1-2 16,5 0-6-16,1 2 3 0,7 1 0 0,6-1-5 16,0 1 2-16,0 1-5 0,15-2 16 0,2-1 3 15,9-3-11-15,4 0 5 0,7-4-10 0,8-2-3 16,2-4 21-16,6 0-23 0,4-5-1 0,3-3 3 15,0-4-5-15,0-1 5 0,-2-1 0 16,-2-2-39-16,-4-2-35 0,-3-1-33 0,-8 0-33 16,-4 0-11-16,-4 1-32 0,-6-1-32 0,-8 4-90 15,-5 2-84-15,-4 0-106 0,-1 3-144 0,-3 0 50 16</inkml:trace>
  <inkml:trace contextRef="#ctx0" brushRef="#br0" timeOffset="49625.74">11635 11103 3232 0,'-8'-11'0'0,"0"-5"9"16,0 2 44-16,-3 1 39 0,3-5 29 0,-3 1 24 15,0 3-31-15,-3 1-34 0,0 2-32 0,3 4-23 31,-3 2-15-31,1 1-7 0,0 3 7 0,-1 1-13 0,0 6 8 0,-2 5-5 0,-2 6-7 0,-2 2 9 16,0 5-2-16,0 5 3 0,2 4-8 0,1 4-3 16,5 0-27-16,2 3-46 0,7-1-30 0,3 1-73 15,0-3-30-15,10-1 26 0,1-3-40 16,3 1 40-16,-1-6 12 0,3 2 10 0,0-4 64 16,2-2 44-16,-1-1 40 0,3-2 21 0,0-1 14 15,0-4-15-15,0-1 0 0,0-5 13 0,-4-1 65 16,-2-2 82-16,-1-7 31 0,-2 0 28 0,2 0-42 15,0-7-46-15,1-3-2 0,0-4-30 0,5-6-7 16,-3-2-43-16,1-7-11 0,-2-4 2 0,0-6 20 16,-4-2 26-16,2-6-13 0,-4 2-6 0,-4-1 2 15,2 0 20-15,-3 4-14 0,2 6 4 0,-2 3-39 16,0 7-44-16,1 6 12 0,-3 5-31 0,1 5 13 16,0 3 5-16,-3 4 1 0,4 3 15 0,-4 0-24 15,2 0 11-15,1 9 6 0,1 0-6 16,0 2 2-16,1 5-7 0,3 2-3 0,-3 1 5 15,6 3 14-15,-3 4-6 0,0 0-10 0,4 2-81 16,-2-3-57-16,1 4-57 0,1-3-78 0,1-2-65 16,0 1-8-16,0-3 11 0,-1 0 41 0,7-1 86 15,-2 0 48-15,4-2 31 0,4 0 6 0,1-3 23 16,2-4 20-16,1 0 12 0,1-5 36 0,0-4 37 16,1-3-2-16,-1 0 12 0,0-8 43 0,0-1 6 15,0-1 20-15,-3-1 3 0,2-4-38 0,-2-2 16 16,-2-1 20-16,2-4 12 0,-2-3 37 0,0 1 4 15,-5-5 10-15,2 0-2 0,-5-1 22 16,0-1-2-16,-4 1-17 0,-4 3 0 0,-2 0-34 16,-4 4-4-16,0 2 2 0,-3 2-9 0,0 2-17 15,-11 1-14-15,1 2-18 0,-4 5-3 0,0-1 10 16,-2 3-9-16,-3 2-11 0,-3 3-1 0,0 2-21 16,0 0 12-16,0 9-27 0,-2 2 5 0,2 2-17 15,0 3 2-15,4 5 7 0,0 1 3 0,3 3 13 16,1 3-11-16,3 1 3 0,3 0-15 0,3 2 8 15,2-2-6-15,3 3-12 0,0-3-30 0,13 0-30 16,1-1-46-16,3-2-6 0,2-3 6 0,4-1 6 16,0 0 16-16,4-5 1 0,0-5 15 15,1-2-40-15,2-5 20 0,-1-5 18 0,1 0 3 16,-4-5 62-16,0-6 8 0,-2-3 4 0,-1-3 15 16,-2-4-4-16,-2-2 2 0,-2-5 2 0,-1-4-2 15,2-4 4-15,-1-5-2 0,2-6-2 0,-4-5-4 16,2-9 6-16,-3-5 16 0,3-3 6 0,-2-6 11 15,0-6-17-15,-2 1 68 0,1-2-5 0,-3 0 59 16,-3-1 18-16,0 4-47 0,-8 2 47 0,0 7-40 16,-11 7 29-16,0 6-12 0,-6 9-30 0,-2 10-28 15,-7 12-39-15,0 11-12 0,-3 15-11 0,2 0 29 16,-3 17 12-16,-1 14 14 0,-1 7-18 16,-1 14-10-16,4 10-27 0,-1 7-4 0,4 7 4 15,5 7-22-15,5 4 15 0,16 2-58 0,0 1-68 16,6 1-113-16,12-2-185 0,5-7-88 0,6 0-89 15,9-7-37-15,3-6 21 0,9-5 90 0</inkml:trace>
  <inkml:trace contextRef="#ctx0" brushRef="#br0" timeOffset="50078.75">13371 11561 2403 0,'30'-14'118'0,"-3"1"-4"0,-5-3 56 16,-1-1 9-16,-2-1-69 0,-2-1 43 0,-4-4-26 15,-1-1 35-15,-4 0-4 0,-1-3-56 16,-7 0 14-16,0 0-1 0,0 2-35 0,-10 2 24 0,-1 1-52 15,-3 1-37-15,0 3-9 0,-7 5 2 0,2 1 5 16,0 2 3-16,-3 4-8 0,2-2-11 16,0 4-2-16,0 1-16 0,2 3 23 0,1 0 6 15,0 0-13-15,1 7 15 0,0 3-15 0,2 2-6 16,-2 4 17-16,0 2-4 0,-2 4-12 0,3 2 7 16,1 2-10-16,1 1 0 0,2 4 2 0,4-2-7 15,0 0-65-15,5 1-42 0,2 0-52 0,7-2-53 16,4 0 27-16,1-3-19 0,7-2-12 0,2-3 44 15,4-5-4-15,5 0 23 0,0-8 67 0,4-1-11 16,1-6 49-16,-1 0 16 0,2-11 7 16,-1-3 20-16,-2-1 6 0,2-5 19 0,-5-3-2 0,0-7 21 15,-1-4 21-15,-2-5 18 0,-5-7 16 16,0-7 23-16,-2-6-3 0,-5-7 50 0,-3-6 59 16,-2-5-13-16,-4-2 52 0,-1-5-39 0,-5 2-10 15,0-1-5-15,0 3 2 0,-10 6 33 0,-1 8-38 16,1 10 25-16,-3 6-71 0,0 12-48 0,0 13-5 15,1 8-20-15,-2 17 11 0,1 0 0 0,-3 15-25 16,0 9-6-16,-1 6-10 0,1 13-7 0,0 6-8 16,3 8-20-16,3 6-6 0,5 6-11 0,5 2 2 15,0 4-48-15,9 3-67 0,2-2-121 0,5-1-103 16,3-4-124-16,1-3-167 0,1-4-56 16,3-3-133-16,1-4 38 0</inkml:trace>
  <inkml:trace contextRef="#ctx0" brushRef="#br0" timeOffset="50406.81">14069 11167 3482 0,'4'-24'0'0,"-2"3"4"0,2 5 1 16,0 3-12-16,-1 0 2 0,0 2-5 0,0 2 40 16,2 2 16-16,5 0 28 0,4 4 25 0,0 2-49 15,6 1 18-15,4 0-33 0,1 14-18 0,5 2 14 16,2 5-36-16,0 1 12 0,-1 7-19 0,-4 3 14 15,0 4 8-15,-5-1-2 0,-3 3-3 16,-6-2-10-16,-7-1 10 0,0-4-20 0,-6-1 22 16,0-2-7-16,-9-4-7 0,1-2 24 0,0-3-14 15,-4-3-3-15,-1 0 10 0,0-5-20 0,-2-2 5 16,-4-3 5-16,1-3-18 0,-2-3 8 0,0 0 13 16,0-7 7-16,-4-3 0 0,4-1 0 0,4-3-2 15,0-1 12-15,7-3 19 0,2-2-6 0,7-2-12 16,0 0-21-16,16-2-8 0,3-2-3 0,3 1-1 15,8-4 1-15,5-2-7 0,5 2-10 16,5-2-65-16,5 1-109 0,5-2-157 0,0 1-153 16,3 4-150-16,1 3-139 0</inkml:trace>
  <inkml:trace contextRef="#ctx0" brushRef="#br0" timeOffset="51297.69">15093 11234 3156 0,'0'0'-21'0,"0"0"7"16,0 0-3-16,-8-6 19 0,5 0 17 0,-2 2 0 16,2 0 9-16,0 0-6 0,3 1 13 0,0 3-4 15,0 0-19-15,0 0-17 0,6 0-2 0,-1 0-10 16,2 0 10-16,0 7 12 0,3 0-7 0,1 0 4 16,1-1 3-16,0 3-5 0,-3-1 0 0,5 2-3 15,-1-2 1-15,1-1-36 0,0-1-30 16,-2 1-23-16,3-3-9 0,-2-1 40 0,3-2 25 15,0-1 33-15,-1 0 5 0,-2 0 4 0,-1-7 2 16,-2-1-16-16,0 0 23 0,-1-1-16 0,1-3 18 16,-6-2 35-16,1-3 5 0,0-2 26 0,1-1 20 15,-3-4-4-15,0-3 13 0,-3-1-14 0,0-1-23 16,0-2 25-16,-6 1-13 0,-3 1 2 0,-1 2 27 16,0 1-22-16,-2 2-18 0,-1 6 4 0,-1 2-24 15,-3 6 18-15,-4 5 18 0,2 5 14 0,-6 9 7 16,-2 8-18-16,-1 5 0 0,-2 8-26 15,-2 4 0-15,2 4-28 0,1 2-11 0,4 4-14 16,4-2-3-16,4-1-2 0,4 1-9 0,4-2 2 16,4-4-2-16,5-1-6 0,0-2 9 0,13-2-9 15,0-2-8-15,5-1-15 0,0-2-83 0,7-6-32 16,0-1-77-16,4-5-65 0,2-4-22 0,1-3-42 16,3-7-12-16,1 0-4 0,-1 0 34 0,3-9 37 15,3-2 66-15,-4 0 65 0,-4-3 51 0,-2-2 48 16,-1-2 29-16,-3-3 27 0,-2-1 20 0,-4-4 37 15,1 3 30-15,-1-6 30 0,-4 1 51 0,2 0-4 16,-3-2 22-16,-3 0 14 0,-2 1-19 0,0 0-5 16,-3 3-46-16,-2-2-3 0,-3 3-6 0,2 0-13 15,0-1 24-15,-2 2-17 0,0 2 2 16,0 0 31-16,0 2-39 0,5 3-13 0,0 1-46 16,1 2-20-16,1 3-8 0,1 4-6 0,0 1 6 15,2 1-11-15,-2 5-2 0,5 0-3 0,-3 0-6 16,2 8-7-16,3 5 11 0,-1 0-1 0,0 5 3 15,-1 3 13-15,1 4-5 0,-4 3-8 0,1 2 8 16,-6 1-21-16,-1 0 16 0,-4 1 2 0,-3-1-2 16,0 0-6-16,-6-3-5 0,-3 0-8 0,-1-3-46 15,0-3-31-15,0-3-36 0,-2-5-38 0,1 1-8 16,3-5-3-16,0 1 13 0,4-5 0 0,-3-3 18 16,2-3-9-16,2 0 10 0,0 0 64 0,1-9 22 15,2-4 62-15,0-1-4 0,0-2 49 16,0 1 48-16,5-2 33 0,0 1 41 0,1-2-36 15,4 2 2-15,-1-3-20 0,2 1-16 0,2 1 6 16,0-2-3-16,-1 1-2 0,6-4-18 0,-4 1 15 16,6 0-4-16,-1 1 3 0,4 2 39 0,4 0-26 15,-4 1-13-15,6 4-13 0,-3 0-18 0,4 5-3 16,-3 1-4-16,2 4-11 0,-4 3-25 0,2 0-8 16,-2 0 3-16,-3 10 8 0,2 4 19 0,-5 1-5 15,-2 3-14-15,-1 2 0 0,-5 3-13 0,-4 1-4 16,-3 2 9-16,-4 2-14 0,0 0-6 0,-6-2 9 15,-8 2-9-15,0-2 12 0,-4-1-12 16,-2 0-23-16,-2-1-71 0,-5-2-100 0,-2 0-83 16,-1-2-111-16,0-1-73 0,0-3-118 0,-1 1-103 15,1-1-116-15,1-5 93 0</inkml:trace>
  <inkml:trace contextRef="#ctx0" brushRef="#br0" timeOffset="51985.8">17098 11253 3194 0,'-17'-11'-5'0,"-5"-1"-2"0,2 1 2 0,3 2-9 16,-2-2 9-16,5 2 5 0,0 2 5 0,3 2 6 15,3 2-11-15,1 1 0 0,1 2-4 0,0 0-15 16,4 0 17-16,1 8-8 0,-1 0 3 0,2-1 14 15,0 4-11-15,0 1 6 0,6 1-7 0,4 2 10 16,-1-1-3-16,2-1 3 0,3 0-5 0,3-3 9 16,1 0-11-16,-2-3 9 0,3-3 7 0,0-1-21 15,-5-3 7-15,3 0 7 0,-5 0 5 0,-1-9 0 16,1 0 14-16,-2-3 10 0,-4-3 21 0,-2-1 35 16,2-2 0-16,-5-5-4 0,-1-3 6 15,0-3-9-15,-9-3-12 0,3-2-3 0,-2 1 2 16,0-3 13-16,-5 1 16 0,-1 2-21 0,-2 4-9 15,3 3 1-15,-2 4-3 0,-3 6 3 0,-1 3 6 16,-1 8-1-16,1 5 5 0,-5 7 12 0,-3 5 1 16,-3 8-17-16,2 5-13 0,-4 5-5 0,1 7-29 15,0 1 6-15,3 5-2 0,4-1 0 0,4 1 5 16,4 0-25-16,10-1 14 0,6 0-9 0,0-2-17 16,4-3 8-16,7 1-8 0,5-5-14 0,5 2 2 15,2-6-40-15,3-1-17 0,2-3-18 16,1-2-24-16,2-2-7 0,4-4-21 0,1-5-31 15,1-3-4-15,-6-5 4 0,4-4 3 0,-2 0 50 16,2-11 36-16,-5-3 30 0,-1-3 12 0,-3-1 14 16,1-4-31-16,-2-3 15 0,-4-4 11 0,1-2 1 15,-3-5 31-15,-1 1-2 0,-4-6-1 0,-5 2 23 16,-1 0 8-16,2 0 48 0,-6 2 52 0,1 2-9 16,-3 4 11-16,1 3-11 0,4 2-33 0,-4 3 0 15,2 3-15-15,0 3-16 0,0 2 6 0,2 1-19 16,-1 5 0-16,5-1-31 0,-3 2-13 0,3 2-8 15,1 2-1-15,5 1 9 0,1-1 5 0,3 4 3 16,4 0 3-16,4 8-5 0,1 1-4 0,2 6 9 16,-2 4 3-16,-4 5 0 0,1 4 25 0,-5 5-11 15,-4 3-8-15,-4 3 5 0,-6 1-34 0,-8 4 17 16,0-2 9-16,-7 0-23 0,-5-2 18 16,-2-1-15-16,-10-1-6 0,2-4 6 0,-2-2-37 15,-5-1-58-15,-1-4-97 0,0-3-73 0,-3-3-87 16,2-3-60-16,-4-1-90 0,2-5-101 0,1 1-73 15,-1-5-102-15</inkml:trace>
  <inkml:trace contextRef="#ctx0" brushRef="#br0" timeOffset="52298.18">18538 11199 2588 0,'-8'4'-7'0,"5"-4"14"15,-2 7 79-15,5-3 44 0,0 0 102 0,0-4 89 16,8 3 6-16,-3-2-18 0,3 2-53 0,3-2-86 16,0 2-74-16,1-2-26 0,1 1-27 0,4 0-5 15,3-2 1-15,0 3 15 0,0-3-15 0,3 0-17 16,1 0-3-16,1 0-24 0,-1 0 2 0,1 0 12 15,2-7-21-15,2 2 32 0,-3-1-29 0,4 1-35 16,0-2-69-16,-1 0-83 0,-4 0-94 0,1-1-74 16,-3 1-89-16,-4 0-65 0,-6 0-57 15,-1 2-79-15,-4 3 18 0</inkml:trace>
  <inkml:trace contextRef="#ctx0" brushRef="#br0" timeOffset="52438.81">18662 11518 3184 0,'-25'21'14'0,"4"-4"82"16,5-4 88-16,5-1 128 0,11-3 99 0,0-2 17 16,8-1-25-16,3-1-75 0,8-1-99 0,6 2-93 15,8-3-64-15,10 1-39 0,9-4-24 0,7 0-90 16,4-6-181-16,5-1-320 0,2-4-505 0,-3 0-290 16</inkml:trace>
  <inkml:trace contextRef="#ctx0" brushRef="#br0" timeOffset="56220.46">21144 11159 2178 0,'3'5'10'16,"0"0"-5"-16,-3-1 14 0,0 1 25 0,0-2 23 15,0-3 27-15,0 0 49 0,0 0-9 0,0 0 7 16,0 0 1-16,0 8-47 0,-8-1-2 0,-2 3-24 16,-2 0-7-16,-5 2-2 0,-2 2-9 0,-3 0-6 15,-3 2-23-15,-2 2-5 0,-5-1 0 0,2-2 1 16,-3 2 16-16,1-3-17 0,-3-1-3 0,2-1-11 16,0-1-16-16,0-3 13 0,3-2 8 0,1-3 4 15,4 1 33-15,3-4 7 0,1 0-32 0,2 0-10 16,3-9-40-16,-1 1-15 0,1-5 20 0,2-2 8 15,0-3 7-15,1-1 3 0,2-4-3 16,3-1 5-16,2-3-2 0,6-2-8 0,0 0 5 16,8 1-2-16,1-3 0 0,4 0 12 0,4-3-7 15,2 5-3-15,2 0 0 0,3 2 12 0,-1 4 3 16,2 1-17-16,0-1 20 0,0 3-11 0,0 2 3 16,0 1 17-16,-1 3-12 0,-2 1-12 0,0 0-10 15,0-1 0-15,-2 4 4 0,-3 4 9 0,-1 1 4 16,-1 3-5-16,1-3 10 0,-2 5-18 0,-1 0 18 15,3 0 7-15,-3 7-29 0,2 0 22 16,1 3 5-16,1 1-17 0,1 5 24 0,1 2 5 0,0 5-25 16,-5 2 25-16,0 2 0 0,-1 7-12 15,-3-1 15-15,0 3-16 0,-2 0 6 0,-4 0 10 16,-1 0-13-16,-2 0 23 0,3 3-18 0,-4-4-4 16,0 0 21-16,0 1-16 0,-12-3 4 0,0 0 6 15,-1 1-8-15,-1-2 3 0,-5-1-5 0,-3 0-3 16,1 0 5-16,-4 1-5 0,1-3 5 0,-3 1-12 15,-1-2-13-15,0-1-3 0,-1 0 3 0,-1-2 0 16,0-2 7-16,-1 2 13 0,-3-2-15 0,1-2-5 16,0-3 3-16,-4 2-3 0,2-1-8 0,-3 0 13 15,-1 0 8-15,0 0-13 0,4-1 20 0,-3 0-8 16,4-2-14-16,3-5 7 0,6-2-3 0,3-3 11 16,5-6-3-16,4 0-10 0,4-10 5 0,1-4-15 15,1 0 7-15,2-2 11 0,2-4-29 16,0 0 26-16,3-2-2 15,0 0-1-15,0-3 19 0,6 2-6 0,2-1-5 0,4 1 10 0,-2 2-5 16,4 0-10-16,1 4-5 0,-3 0-20 0,4 4 35 16,1 3-18-16,-1 0 1 0,5 2 14 0,-4 3-19 15,5 1 4-15,-1 2 6 0,-2 2 27 0,1 0 16 16,2 0 8-16,1 8 40 0,-1 2-24 0,3 1-2 16,0 2 18-16,4 3-12 0,-1 3 3 0,2-1-11 15,2 4-2-15,-2 0-19 0,1 1-4 0,1 1 2 16,-2-3-16-16,-3 4-6 0,3-2 3 0,0 1-24 15,-3-1 21-15,-2 0-2 0,2 0 11 0,-2 0-1 16,1 0-4-16,-4 0-9 0,3-3-19 16,1-1 16-16,-4-2-13 0,0 0 5 0,0-3 2 15,-2 0-5-15,-2-3 11 0,3-1-5 0,-3-1-5 16,-5 0 10-16,3-3-8 0,-5 0 9 0,-1-2-45 16,0-1-65-16,-3-2-105 0,-2 1-122 0,-4-2-130 15,-1 0-177-15,0-4-188 0,0-4-65 0</inkml:trace>
  <inkml:trace contextRef="#ctx0" brushRef="#br0" timeOffset="70753.94">21202 9722 1245 0,'-5'-1'-10'15,"1"-1"30"-15,-1 1-1 0,2 1 30 0,3-3 51 16,0 1-1-16,0-1 21 0,0 1-5 0,0 0-12 16,0 0-10-16,0-1-11 0,0 1-13 0,0 2-12 15,0-4 18-15,0 1 14 0,0 1 2 0,0 0-12 16,0-3 28-16,0 1-31 0,0 1-11 0,0-1-2 15,3 0-68-15,1 0 21 0,1 1-72 16,-2-2 0-16,3 0 0 0,0 1-5 0,0-2 110 16,3 0-44-16,1-1 46 0,0 0-62 0,1 1-41 15,1-1 41-15,1 2-41 0,1 1 50 0,-2-2 7 16,0 2-14-16,2 1 4 0,1-1 57 16,-1 1-63-16,0-1 65 0,2 0-52 0,-2 1-49 0,3-2 47 15,0 2-41-15,-2 0 39 0,1 0 6 0,-2 2-1 16,-3-2-6-16,3 2-3 0,-2 1-5 0,-3 0 4 15,2 0 7-15,-5 0 11 0,1 9-9 0,-1 1 12 16,-1 1-14-16,-1 3-7 0,0 0 5 0,-3 5 2 16,-1 1 2-16,0 0 2 0,0 2 5 0,-7-2-11 15,-1 3 4-15,0 0 3 0,-2 1-7 16,-4-2 6-16,1 0-2 0,-1-1 1 0,1-2-1 16,-4-1-4-16,3-1 4 0,-2-3-4 0,-2-1 4 15,1-3-7-15,0 2 5 0,-1-4-4 0,-4 0-3 16,6-1 7-16,-2-1-16 0,3-2 21 0,1 0-5 15,1-1-2-15,2-1 6 0,0-2 1 0,3 0-14 16,2 0 13-16,-1 0-4 0,2 0-9 0,-2-3 18 16,7-1-11-16,0-1 4 0,0 1-4 0,0-1 2 15,7-3-2-15,2 0-14 0,-1 1 7 0,3-3-2 16,4 0 7-16,0-1 11 0,4-1-7 0,0 3 0 16,1-3 6-16,1 3-1 0,2 0-1 15,-5 0 11-15,2 1-26 0,1 1 5 0,-3 1-1 16,-1 2 1-16,-1 0 10 0,1 2 3 0,-1 1-5 15,1 1-13-15,-1 0 15 0,1 0 1 0,-2 7 1 16,0 1 3-16,0 2-5 0,-3 2-1 0,1 4 3 16,-2 3 66-16,-2 1-6 0,-4 4 1 0,0 2 1 15,-2 3-61-15,-3 0 9 0,0 0-2 0,-8 1 18 16,0-1 0-16,-2-2 3 0,-3-1-5 0,-4-4-7 16,-3 1-2-16,-3-4 3 0,-3-1-15 15,0-3-2-15,-3-3-9 0,1-2-3 0,-4-3 14 16,2-2-18-16,0-5 7 0,0 0-17 0,4 0-30 15,-4-7-65-15,3-4-24 0,1-2-72 0,2-5-36 16,2-2 0-16,4-4-60 0,1-1-36 0,8-1-15 16,-1-2-48-16</inkml:trace>
  <inkml:trace contextRef="#ctx0" brushRef="#br0" timeOffset="71441.28">22117 9775 1214 0,'-8'-1'13'0,"0"-4"3"0,-2 1 13 0,2 4 14 16,0 0 35-16,0-6 9 0,-2 1-4 0,0 5-7 15,0-5-35-15,1 0-7 0,1 0-10 0,0 0-3 16,0-3-5-16,1 4-10 0,-2 0 4 0,3-1-10 15,1 0-18-15,-2 1 16 0,2-1 2 0,2 0 2 16,-2 1 6-16,2-2-10 0,-1 0 4 0,4 2 10 16,-1-4 21-16,1 1 8 0,0-1-5 0,0 3-3 15,0-3-16-15,0 1-1 0,0 0-1 0,5-2 4 16,-2 1 4-16,2 0-11 0,1-3-16 0,2-1 6 16,-2 4 0-16,4-2 3 0,-2 2 20 15,2 1 2-15,2 1-7 0,-3 1-3 0,4 1-5 16,-4 0-14-16,4 1 6 0,-5 0-1 0,1-2-12 15,1 3 0-15,1 0-4 0,-3-1 9 0,0 1-9 16,-1-1 18-16,1 3 1 0,0 0-8 0,1 0 13 16,-2 0 10-16,1 0-2 0,-2 0 5 0,3 6 23 15,0 1-2-15,-1 3 3 0,-2-2 12 0,1 4-16 16,-3 2-22-16,4 4 4 0,-3 5-10 0,-5 2 1 16,0 2-10-16,0 4-1 0,0 2-3 15,-7-1-3-15,0 2 2 0,-3-2-2 0,0 0-2 16,-2-1 6-16,2 0 5 0,-2-1-3 0,-2-4 1 15,2-1-5-15,-2-1 5 0,2-5-16 0,-4 0 13 16,2-1-4-16,-4-3-11 0,1-1 16 0,-4-2-3 16,4-2-4-16,-5-1 8 0,1 1-4 0,4-5-8 15,-1 1 6-15,2-5 0 0,-1-1-3 0,6 0 10 16,0 0 63-16,3-6 7 0,2 0 52 0,-1-3 20 16,4 2-39-16,-1-1 5 0,2 0-25 0,2 1-25 15,0 1-22-15,8-4-24 0,-2 1-7 0,2 0 5 16,2 0 0-16,2 0 7 0,-2-1-19 0,4-1 10 15,0 4-10-15,-1 0 0 0,4 1-10 16,-2 1-7-16,0 3 2 0,0 2 12 0,0 0 18 16,0 0-13-16,-1 7 6 0,-3 2-13 0,3 0 2 15,-3 4-2-15,0-1 5 0,0 4-75 0,-1-1-84 16,-1 1-115-16,1 0-138 0,-2-2-81 0,1 0-91 16,4-1-35-16</inkml:trace>
  <inkml:trace contextRef="#ctx0" brushRef="#br0" timeOffset="71801">22513 9865 2001 0,'-3'-3'-2'0,"0"-1"6"0,1 1 2 0,-1 1 28 16,2 2 23-16,-3 0 26 0,2 0 33 0,2 0-12 15,0 0-14-15,0 0 21 0,0 0-40 0,7 0-3 16,0 0 0-16,-1 0-55 0,2 0 3 0,1 0 5 16,1 0-3-16,1 0 42 0,3 0 10 0,-1 0-12 15,2 0 14-15,2-4-46 0,0 4 19 0,0 0 8 16,4 0-3-16,-1-5 17 0,-1 5-16 0,0-4 4 16,-3 2-18-16,0 0 0 0,-2 0-18 0,-1 0-1 15,-4-1 9-15,-1 2-7 0,0-2 7 0,-2 2-12 16,-1-1-3-16,-2 1-5 0,1-1-1 15,-1 1 1-15,-2 1 3 0,-1-1-5 0,0-2 0 16,0 3 2-16,0 0-4 0,0-1-6 0,0 1 8 16,0 0-2-16,-4 0-31 0,4 0-33 0,-5 0-71 15,5 0-99-15,0 0-96 0,0 0-73 0,0 0-63 16,0 0-36-16,0 0-49 0,0-4 76 0</inkml:trace>
  <inkml:trace contextRef="#ctx0" brushRef="#br0" timeOffset="72363.33">22657 9865 2001 0,'-11'0'2'0,"0"0"-7"0,1-3 7 15,-2 3 9-15,7-6 36 0,-1 3 18 0,-1-1 43 16,3 1 17-16,-1 2-36 0,5 0-11 0,0 1-38 16,0 0-38-16,8 0-4 0,-3 0-9 0,0 0 4 15,1 0 7-15,2 0 7 0,1 0 71 0,2 0-12 16,3 0 1-16,2 0-4 0,3 0-56 0,4 0 2 16,-1 0 1-16,1 0 1 0,2 0 7 0,-2-4 12 15,1 2 14-15,-2 0-7 0,0 0 12 0,-5 0-19 16,4-1-1-16,-7 2 8 0,2-3-4 15,-7 2 26-15,-1-1 6 0,-2 2 14 0,-3-3-24 16,-3 3-21-16,0 1-5 0,0 0-14 0,-6 0 5 16,0 0 6-16,0 0-13 0,-6 0-6 0,0 0-19 15,1 5 9-15,-5-5 6 0,0 6-1 0,-4-2 23 16,-3 0-13-16,1 0-5 0,2 0-4 0,-1-2-11 16,1-1 6-16,1 0-10 0,3 0 14 0,0-1-2 15,5 0 3-15,-1 0-3 0,4 0-47 0,0 0-63 16,1 0-103-16,2 0-135 0,-2-3-102 0,4-1-121 15,-1-1-123-15</inkml:trace>
  <inkml:trace contextRef="#ctx0" brushRef="#br0" timeOffset="73488.42">23405 9765 2094 0,'3'-9'4'0,"-1"2"10"0,-2 1-5 0,0 1-1 0,0 2-19 15,0 3-6-15,0 0 9 0,0 0 21 0,0 8 32 16,0 5 32-16,0 5 29 0,0 5-11 15,0 8-12-15,3 6-41 0,4 4-26 0,-2 4-10 16,4 5-3-16,-3-1 1 0,2 1 48 0,1-1 4 16,-1-2 0-16,0-2-4 0,0-4-52 0,1-2 12 15,-1-4-12-15,-1-1 9 0,-2-5 0 0,1-4-19 16,-3-3 6-16,-2-4-5 0,-1-3 7 0,0-3-3 16,0-4 10-16,0-3 6 0,0-1-11 0,0-4-52 15,0 0-15-15,-4-7-12 0,-2-4 7 16,1-3 52-16,-2-6 14 0,3-1 4 0,-3-6-7 15,1-4 2-15,3-3-6 0,0-3 11 0,0-1-2 16,3 0 8-16,-4-3 5 0,4 0-14 0,-1 1 1 16,1 3-5-16,-2-1 7 0,1 1 15 0,1 0 16 15,0 4-9-15,-4 0 2 0,4 1-9 0,0 2-11 16,0 1 0-16,0 1-4 0,0 2-2 0,0 1 4 16,8-2-7-16,-3 1 3 0,2 4-5 0,0-3 47 15,4 2-36-15,-1 3-4 0,4 1 6 0,-3 3-44 16,3 0 40-16,1 4-2 0,0 1 6 0,-2 3 50 15,2 1 21-15,-1 2-4 0,-5 0-14 0,5 1-37 16,-3 1-20-16,2 2 9 0,1 1 44 16,-1 0 14-16,1 0 14 0,-1 8 5 0,2 7-15 15,-3 3-21-15,-3 8-4 0,0 3 4 0,-9 6-9 16,0 2-7-16,0 6-6 0,-9 2-18 0,-4-1-3 16,-4-3-16-16,0 0 16 0,-4-3 0 0,-1-2-12 15,1-4 5-15,-4-3-7 0,3-5-5 0,0-2-34 16,0-3-42-16,0-4-72 0,0-4-115 0,2-3-49 15,3 0-60-15,1-8-66 0,2 0 3 0,5-10-49 16</inkml:trace>
  <inkml:trace contextRef="#ctx0" brushRef="#br0" timeOffset="73801.17">23633 9676 1688 0,'14'-10'45'15,"-1"-1"22"-15,-1 3 22 0,-4-1 27 0,0 1-27 16,0 2 4-16,-2-1 8 0,1-1-5 0,-4 2-18 15,3 2-21-15,1-2-33 0,2 2-15 0,0 2-9 16,4 0-11-16,5 2 7 0,0 0-5 0,2 0 20 16,3 8 63-16,1-1-5 0,-2 5-1 0,2 2-1 15,-4 4-57-15,-4 4-1 0,2 2 7 0,-7 4-28 16,-2 3 15-16,-3-2-1 0,-4 2-7 16,0 0 17-16,-1-2-8 0,-1-1-20 0,0-1 12 0,-6-4-1 15,-3-2 3-15,1-4 13 0,-4-2-9 16,3-3 5-16,-5-2-7 0,2-3 7 0,-5-2 7 15,4-2-12-15,1-3 0 0,-1 0 1 0,4-7 1 16,-1-1 6-16,6-4-10 0,0-4 6 0,4-4-19 16,0-4 6-16,0-2 2 0,12-5-2 0,3-4 5 15,0 1 0-15,3-2-70 0,1-1-40 0,2 4-56 16,3-3-84-16,-1 5-25 0,7 4-91 0,-1 2-87 16,1 2-10-16</inkml:trace>
  <inkml:trace contextRef="#ctx0" brushRef="#br0" timeOffset="74863.75">24333 9738 1615 0,'0'5'6'0,"0"-2"-6"0,0-2 10 0,0 1-2 16,0-2-4-16,0 0-12 0,0 0 4 0,0 0-8 16,0 0 6-16,0 0 10 0,5 0-8 15,0 0 0-15,1 0 6 0,0 0 2 0,1 4-4 16,-1-4 10-16,5 5-22 0,0 0-18 0,-3-3-18 15,5 1-9-15,-5-2 9 0,1 0 30 0,2 0 3 16,-1 2 13-16,-2-3 15 0,1 0 1 0,-1 0 8 16,-2 0 31-16,2 0-3 0,-4 0 19 0,0-5 65 15,1 1 19-15,-5-3 21 0,0 2 30 0,0-2-5 16,0-2-36-16,0-2-3 0,-9 1-30 0,0-3-45 16,1 0-3-16,-1-1 0 0,0 2-13 15,-3-1 14-15,-3 5 9 0,-1 0-17 0,-5 2 3 16,-1 2-11-16,1 4-5 0,-4 0 10 0,-2 6-14 15,2 4-23-15,0 0-7 0,-2 7-20 0,6 3-6 16,-1 2 13-16,4 5-9 0,2 1-12 0,0 0 6 16,6 3-2-16,5-1-1 0,5-2 6 0,0 1 9 15,10-3-19-15,7-1-23 0,-1-4-53 0,6-1-82 16,2-2-33-16,0-5-48 0,1 0-31 0,2-6 1 16,0-1 18-16,0-6 21 0,0 0 27 0,-1-7 62 15,1-2-5-15,0-3 29 0,-1-2 54 0,1-4 12 16,-2-3 41-16,0-2 21 0,-2-3 19 0,-3-4 33 15,-1-2 32-15,-3-7 51 0,-1 1 19 16,-4-4 2-16,0 0 26 0,-3 1-31 0,0 1 34 16,0 3 17-16,0 3-26 0,-2 3 12 0,2 1-27 15,-3 6-33-15,4 5-5 0,-2 0 1 0,-1 5-31 16,-3 3-35-16,1 3-14 0,-3 3-51 0,-1 5-4 16,0 0 17-16,0 0-3 0,0 13 23 0,0 2-15 15,0 7-5-15,-8 8-10 0,2 7 0 0,-1 7 11 16,-2 7 7-16,4 6-3 0,2 4-5 0,0 3-2 15,1 2-13-15,2-2 2 0,0 0 13 0,8-2 6 16,0-2-6-16,1-4 16 0,3-3-21 16,-3-4-2-16,0-4 10 0,3-1-13 0,-3-2-41 15,2-4-53-15,0-3-51 0,1-2-68 0,2-4 4 16,-2-2 10-16,-1-4 48 0,0-5-12 0,1-6 29 16,0-1 30-16,-1-5-25 0,1-6 63 0,0 0 5 15,-1-7 6-15,5-4 23 0,-3-3 10 0,-1-3 9 16,-1-4 9-16,-1-2 0 0,-1-5 8 0,-4-1 5 15,-5-3-5-15,0-2 33 0,0-4 13 0,-9 1 24 16,1-3-4-16,-4 0 43 0,-2-1-26 0,2 0-12 16,-4-3 6-16,1 1-70 0,0 0 1 0,-1-4-17 15,-1 1-1-15,-3 0 17 0,0 0 37 0,0 2 17 16,0 5 0-16,2 2-2 0,-3 6-35 16,4 6-12-16,-4 5 1 0,5 6-13 0,-3 4 3 15,-1 10-7-15,1 0-4 0,-3 0-6 0,1 10-6 16,4 0 4-16,-4 4 5 0,3 1 7 0,1 2 17 15,6 1-20-15,0 2 6 0,5 0-1 0,1 0-14 16,5 0 19-16,0 3-7 0,0-2-2 0,10 0 7 16,2-3-17-16,3 1 7 0,3-3 3 0,2-1 9 15,3 0-47-15,2-2-36 0,2-4-88 0,3-2-85 16,-1-2 20-16,-3 0-15 0,4-5 41 0,-4 0 67 16,-1 0 19-16,1-6 44 0,-3 0 35 0,-1-2 28 15,-2-3 20-15,-3-2 8 0,-3-2 18 0,-2-3 27 16,0-1 31-16,-4-4 41 0,-2 0 21 15,0 2 19-15,-3 0 50 0,1 2-23 0,-3 2 5 16,1 2-32-16,-2 5-58 0,0 1-13 0,0 1-16 16,0 4-30-16,0 1-17 0,0 2-7 0,0-1-22 15,0 1-19-15,0-1-8 0,0 2-7 0,5 0-4 16,-1 0 18-16,0 0 1 0,2 9 2 0,-2 3-2 16,1 0 17-16,3 3-6 0,-3 3 4 0,3 3 9 15,-2 3-15-15,-1 2-43 0,1 0-84 0,-4 1-124 16,1-1-127-16,-3 0-101 0,0-2-81 0,0-2-56 15</inkml:trace>
  <inkml:trace contextRef="#ctx0" brushRef="#br0" timeOffset="74988.8">24970 9649 2905 0,'0'-29'2'0,"0"5"-11"15,0 3 4-15,-6 6-6 0,0 0-82 0,-2 2-10 16,2 3-74-16,1 2-42 0,1 5 50 0,0 3-33 15,4 0-39-15,0 0-78 0,0 5-128 0,9 5 35 16</inkml:trace>
  <inkml:trace contextRef="#ctx0" brushRef="#br0" timeOffset="75426.13">25201 9700 2473 0,'4'1'17'0,"-3"-1"-4"0,4 0 14 0,-2 0 67 0,-2-5-8 15,-1-1 41-15,0 2 17 0,0-1-53 0,0 2-7 16,0-1-39-16,0 1-45 0,0 0-19 15,0 3-3-15,0 0 18 0,0 0 6 0,0 7 0 16,0 4 5-16,0 2-7 0,0 4 0 0,0 2 17 16,-10 2-24-16,0 2-21 0,-1-1-40 0,-3 3-30 15,-1-2-43-15,3-1-27 0,-1-4-11 0,2-1-7 16,2-2 42-16,2-2 22 0,6 0 51 0,-3-4 25 16,4-1 25-16,0 0 15 0,5-4 6 0,3-1 4 15,5-3-2-15,0 0 2 0,2-4 1 0,3-3 5 16,2-5 21-16,4-3 17 0,-2-5 45 0,4-2 22 15,-1-3 10-15,-3-4 51 0,-5 1-36 0,2-4 20 16,-3 0 12-16,-2 3-24 0,-4 1 42 16,1 4-39-16,-7 2 8 0,0 4-30 0,-4 5-46 15,0 3-11-15,0 4-54 0,0 3-10 0,0 3-8 16,0 0-5-16,0 0-3 0,0 0 5 0,0 0 14 16,0 4-16-16,0 1 25 0,0 1-20 0,0 3 0 15,0-2 5-15,0 5-10 0,0-1 18 0,0 3-8 16,0 1-8-16,0 2-4 0,0 1 2 0,0 0-1 15,8-1 17-15,-2 0 9 0,3 0-20 0,2-3-5 16,2 3-3-16,1-4-2 0,-2 1 2 0,3-1-7 16,0-2-67-16,0-1-105 0,-2-2-81 0,-2-2-154 15,2-2-59-15,-1-1-73 0,1-3-100 0,0 0 103 16</inkml:trace>
  <inkml:trace contextRef="#ctx0" brushRef="#br0" timeOffset="76008.49">26003 9399 3560 0,'0'-18'9'16,"0"3"4"-16,0 3 9 0,-5 2 25 0,5 4 20 15,-5-2 6-15,-3 2-6 0,1 0-16 0,0 6-8 16,-1 0 19-16,2 7 2 0,1 5 11 0,-2 5-26 16,0 5-15-16,2 6-21 0,1 3-15 15,0 5 7-15,4 5-10 0,0 3 15 0,0 1 3 0,10 1-15 16,0 1-1-16,0 2-5 0,2-2 0 15,-3-3 11-15,5-2-3 0,-1 0 10 0,3-4-77 16,1-4-21-16,0-2-57 0,1-3-55 0,3-4 32 16,-3-4-6-16,2-4 34 0,0-3 26 0,-1-4 6 15,-2-5 36-15,2-2 32 0,-3-3 22 0,1-6 29 16,-4-3 5-16,1-3-4 0,-2-2 4 0,-3-4 47 16,2-1 3-16,-5-3 35 0,-1-2 43 0,-5-2-26 15,0 1 4-15,0-3-11 0,-8 0-33 16,-4 0-3-16,1-3-24 0,-6 3-6 0,0 0 14 15,-1 3 3-15,0 1 18 0,-1 3-30 0,3 3-14 16,-1 2-23-16,2 4-18 0,1 4 10 0,2 4-5 16,-1 0-2-16,2 4 15 0,0 0-11 0,-2 0-7 0,4 10 5 15,-3 0-13-15,2 2 8 0,0 1-3 0,2 3 0 16,1 1 0-16,0 2-51 0,5-1-39 0,2 0-49 16,0 3-90-16,5-1-9 0,4 0-67 0,1-2-35 15,1 1 35-15,6-1-17 0,1-1 69 0,6 0 32 16,3 0 54-16,-1-7 91 0,4 0 41 0,4-5 60 15,-1-2 17-15,-1-3 31 0,-1 0 27 0,-1-6 64 16,-3-5 31-16,-3 3 12 0,-3-4 5 0,-1 0 4 16,-3-2 9-16,-2-1-27 0,-2-3 16 0,-1 0-26 15,-3-2-36-15,-1-2 10 0,2-1-16 16,-4-3-38-16,0 0 24 0,-1 0-11 0,3 3-27 16,-3 1-19-16,-1 6-33 0,1 1-32 0,-2 6-18 15,1 2 14-15,-3 7-1 0,-1 0-2 0,0 10 10 16,0 4 6-16,0 5-6 0,0 4 6 0,0 5-4 15,-6 5-77-15,1 0-95 0,0 4-142 0,4-1-216 16,-3-1-153-16,4-1-172 0,0-5 85 0</inkml:trace>
  <inkml:trace contextRef="#ctx0" brushRef="#br0" timeOffset="76664.62">26695 9459 4988 0,'0'-35'-26'0,"0"4"-48"15,-5 6-15-15,0 4 1 0,1 7 22 0,-2-2 36 16,4 3-35-16,-2 6-20 0,0-1-22 0,4 4-50 16,0 0-35-16,0 4-54 0,8 0-42 0,-3 7 15 15,5 4 3-15,2 1 32 0,3 2 54 0,2 4 46 16,-3 1 77-16,7 1 42 0,1 1 0 0,-1-2 2 16,-3-3 4-16,1-1 0 0,-4-3 98 0,-3 1 67 15,1-3 33-15,-4-1 37 0,-1 1-40 0,-2 1 8 16,1 2 32-16,-2 5-32 0,-5 1-14 0,0 6-47 15,0 6-57-15,0 6-13 0,0 5-10 16,0 4-47-16,0 2 4 0,0 4 17 0,6-2-31 16,1 0 21-16,0 0-3 0,-1-5-84 0,1-2-61 15,-1-2-77-15,2-3-93 0,-2-5-38 0,-6-3 10 16,0-5 29-16,0-4 38 0,0-3 62 0,0-4 27 16,-9-3-10-16,-1-7 54 0,-4-4 47 0,0-6 35 15,-4-5 53-15,1-4-6 0,3-7 23 0,-5-3 43 16,-1-7 36-16,0-5 64 0,5-2 34 0,3-2 36 15,3 0 47-15,1 3-31 0,5 1-59 0,3 2-75 16,0 3-84-16,8 5-30 0,0 5-2 16,1 0 2-16,4 6 0 0,4-2-21 0,4 5 16 15,-4-1-2-15,9 3 0 0,-1 0 16 0,3 3-6 16,2-2-5-16,2 2 6 0,-1 1-10 0,3-1 3 16,-3-1 8-16,1 1-3 0,0-1 14 0,-4 1 0 15,-3 0-9-15,-1-3 7 0,-3-1 28 0,-2 4 41 16,-3-6 61-16,1 0 40 0,-4-2-1 0,1 1-4 15,-2-3-11-15,2-3 1 0,-2 2 18 0,1 0-3 16,-1-1 12-16,-4 1-19 0,-2 2-29 0,-1-2-21 16,-5 5-41-16,0 0-25 0,0 2 15 0,-11 1-27 15,-2 2-17-15,-2 0-11 0,-2 3-18 0,0 3-3 16,-3 3 8-16,-3 0 10 16,0 7-18-16,-2 6 12 0,-2 1-9 0,0 5-12 0,6 6-9 0,2 6 10 15,11 5-7-15,8 3 24 0,7 5 0 16,11 2-6-16,12 1-6 0,9 2-3 0,8-2 12 15,5 0-6-15,3-7 9 0,2-1-21 0,-7-5 15 16,-5-3-9-16,-8-5 6 0,-14-4-3 0,-11-3-70 16,-12-1-115-16,-15-2-145 0,-15-1-210 0,-16 0-239 15,-15-1-225-15,-17 3-45 0</inkml:trace>
  <inkml:trace contextRef="#ctx0" brushRef="#br0" timeOffset="82212.38">27968 8746 591 0,'0'-26'21'0,"0"3"26"15,0 0 39-15,0 2 49 0,0 5 7 0,0 1 19 16,0 0-46-16,0 5-55 0,0 1-29 0,0 4-49 15,0 3 10-15,0 2 26 0,0 0 45 0,0 13 9 16,0 5 13-16,5 7 22 0,2 9 7 0,2 11 31 16,-1 15 28-16,1 13-2 0,-1 12-48 0,5 16-34 15,-7 17-29-15,1 15-20 0,-3 16 37 0,-4 12 14 16,0 8 14-16,0 10-20 0,0 6-34 0,-6 7-14 16,6 0-35-16,-5-5 5 0,0-4 7 0,5-9 17 15,0-6 14-15,0-9-3 0,0-9-16 0,0-9-19 16,0-13-2-16,0-9-3 0,0-10 1 15,0-12 18-15,5-9-23 0,-2-7 5 0,2-8 11 16,4-10-24-16,1-7 20 0,0-8-8 0,0-5-2 16,2-7 7-16,-1-4 0 0,1-5 2 0,-4-6-4 15,2-5-7-15,-3-3 0 0,0-5 5 0,-2-2-23 16,0-4-25-16,-5-2-53 0,1 0-98 0,-1 0-60 16,2-7-36-16,-1-2-41 0,-1-2-14 0,4-6-58 15,-4-2-84-15</inkml:trace>
  <inkml:trace contextRef="#ctx0" brushRef="#br0" timeOffset="83274.97">30027 10809 1843 0,'3'6'-13'15,"-1"-6"11"-15,1 4-16 0,-2 1 24 0,3-5 48 16,-4 0 15-16,0 0 44 0,-8 8 20 0,3 3-3 16,-4-3-18-16,-1 5 46 0,-1-1-37 0,-5 2-11 15,0 2 11-15,-3-3-68 0,3 2 0 0,-6 0-20 16,-1 0-10-16,-2-4 1 0,-4 1-8 0,-3-3-4 15,4 0-14-15,-2-2 2 0,0-1 2 0,3 0-7 16,-3-4 10-16,3 0-3 0,2-2 5 0,1 0 10 16,2-4-3-16,3-3-21 0,-2-1 7 0,5-1-10 15,6-2-6-15,1-3 16 0,9-1-26 16,0-2 24-16,0-4 2 0,12-1-2 0,5-2 9 16,2-1-19-16,2 0 17 0,1 0 9 0,3 0-3 15,0 6 1-15,1 0-17 0,-3 0-11 0,3 4 14 16,-1 1-3-16,2 0-2 0,-2 1 4 0,-4 3-11 15,1 0 12-15,-2 1 5 0,-4 1-6 0,0 4 3 16,-7 0-4-16,1 2 1 0,-2 2 10 0,-1 0-2 16,2 0 33-16,-5 0-5 0,3 0 7 0,-1 6 15 15,0 1-15-15,1 1-6 0,4 1-3 0,-2-1-11 16,4 5-13-16,0 2 49 0,-1 0-20 16,3 6 15-16,-3-1-14 0,-1 6-42 0,-1 2 27 0,-3 1 6 15,-4 7 6-15,-3 0 18 0,0 3-7 16,-9 0-25-16,0 4 3 0,-4 0-18 0,-6 0-10 15,-1 1 0-15,0 1 17 0,-3-4 4 0,-2 0-6 16,-1-3 15-16,1-1-30 0,-2-1 3 0,0-2 17 16,-1 0-8-16,1-3 13 0,-2-2-10 0,3 0-10 15,-1-3 0-15,1-1-5 0,-1-1 8 0,0-3-1 16,4-3-2-16,-2-1 10 0,-1-4-2 0,5-3-13 16,-1-6 5-16,1-4-5 0,4 0-3 0,-1 0 13 15,3-10-2-15,1-6 15 0,1-4 38 0,4 0 19 16,0-4 5-16,4-1-20 0,5-3-26 15,0 2 0-15,0-1-18 0,0 4 13 0,6 0-8 16,7 1-5-16,-2 4 10 0,4-1 1 0,0 2 2 16,2 2-5-16,1 0 14 0,2 5 0 0,-2-3 2 15,4 5-18-15,0-1-20 0,-5 3-5 0,4 0 20 16,-2 5 7-16,0 1 39 0,4 0 14 0,1 8-19 16,3 2 14-16,1 5-30 0,2 0-31 0,5 5 1 15,-2 0-15-15,2 2 0 0,-3 0 20 0,0 0-12 16,-2 0 7-16,0-2-7 0,-4 0-5 0,0-2 3 15,-4-1-50-15,2-3-50 0,-4-3-99 0,-2-1-74 16,-3-2-94-16,0-2-87 0,-1-2-93 0,-5-4-120 16,-1 0-52-16,2-9 9 0</inkml:trace>
  <inkml:trace contextRef="#ctx0" brushRef="#br0" timeOffset="83915.73">30193 9516 1976 0,'-10'-5'4'0,"2"0"8"0,-1 0 14 0,1 3 18 15,0-3 17-15,-3 1 27 0,2-1 37 0,-3 3-7 16,-1 1 35-16,1 1-42 0,-2 0-43 0,2 0-11 16,-3 0-48-16,-1 0 16 0,-1 8-14 0,3-2 1 15,-3-1-15-15,1 1-6 0,-3 3-4 0,-1 1 8 16,2 0 10-16,-1 3-5 0,1-2 9 0,1 4 0 15,3 1-25-15,0 0 23 0,6 1-19 0,3 2 12 16,5 0-2-16,0 0-10 0,0 1 17 0,10 1-16 16,7 1 11-16,0 2 0 0,10 1 0 15,2 0-3-15,1 1 13 0,1 1-17 0,3-1 11 16,-1 1-8-16,-3-4 4 0,0 2 9 0,-7-3-7 16,-1-1 14-16,-6-2-11 0,-2-3 32 0,-6-1 32 15,-3 0 1-15,-5-2 19 0,0-2-37 0,-8-1-17 16,-7 1-9-16,-5-1-14 0,-5-1 7 0,-6 1-7 15,-4-2-7-15,-8 1 7 0,0-4-12 0,-3 3-7 16,2 0 14-16,1-4-5 0,3-1-42 0,2 1-70 16,6-3-97-16,4 1-108 0,2-2-76 0,7 0-104 15,4 0-98-15,3-7 74 0</inkml:trace>
  <inkml:trace contextRef="#ctx0" brushRef="#br0" timeOffset="85556.36">30457 9887 3090 0,'6'-18'2'16,"-2"0"12"-16,-4-1 12 0,0 1 36 0,0 4 29 16,-7-1 9-16,1 4 14 0,-3-2-16 0,4 2-1 15,-2 4-30-15,2 1-33 0,4 3-48 0,-1 1-27 16,1 2 12-16,1 0 9 0,0 11 27 0,0 2 1 15,0 5-1-15,0 5-12 0,0 4-5 0,0 2 15 16,0 5-5-16,-8-2 10 0,8 3 12 16,-6-1-29-16,6-3 12 0,0-1 2 0,0-1-14 15,0-3-23-15,0-2-32 0,0-3-48 0,6-2-9 16,0-5 10-16,0 0 14 0,-2-4 41 0,0-3 21 16,1-1 12-16,-1-1 11 0,0-4 8 0,2-1-1 15,-3 0 13-15,2-4-1 0,3-4-13 0,-1-2 6 16,2 0-2-16,1-7 7 0,-1 1 2 0,2-4 10 15,-1-1 9-15,-1-1 20 0,0-1 33 0,1-1-12 16,-2 0 8-16,-2 5-14 0,4 0-4 0,-2 0 5 16,-4 5-7-16,0 2-22 0,-1 2-15 0,0 3-13 15,-1 2-24-15,-2 2-6 0,1 2-6 16,2 1 9-16,-1 0 10 0,-1 0 5 0,1 7 13 16,-1 2-8-16,-1 2 7 0,2 4 15 0,1 0-12 15,0 4-5-15,1 3-5 0,1 1-10 0,4 2 15 16,0-1-12-16,3-2-13 0,3 1-17 0,0-1-56 15,3-4-16-15,0-1-11 0,2-3-27 0,1-2 27 16,-3-2-21-16,0-3 27 0,-3-2 37 0,-1-4 31 16,0-1 51-16,-2 0-1 0,0-6 19 0,-3-1-21 15,0-3 2-15,-2-2-2 0,-1-3-11 0,1-2 12 16,0-5 4-16,-2-3 40 0,2-3-38 0,-4-5 34 16,2-4-2-16,3 1-13 0,-1-5 76 15,-2-1-18-15,1 1 26 0,-1 1 14 0,-1 4-8 16,0 2-9-16,-1 7 1 0,-3 5-10 0,0 7-20 15,0 4-10-15,0 5-42 0,0 6-31 0,-7 0 1 16,0 0-11-16,1 9 28 0,-1 3 13 0,-2 4 3 16,-1 4 49-16,-2 7 0 0,1 7-15 0,-2 2 16 15,3 9-60-15,1 5-6 0,3 2-9 0,4 6-9 16,2 2 3-16,0 3 2 0,5 4 25 0,1 1-19 16,0 1 26-16,4-1-4 0,-2 2-22 0,0 0 0 15,1-1-11-15,-1 0-13 0,2-4 24 16,-4 0 3-16,3-6-1 0,-1-1-4 0,-1-5 7 15,-1-3-16-15,2-9 14 0,-5-2 11 0,0-7-28 16,0-5 14-16,1-5-8 0,-3-8 11 0,3-2 10 16,-4-3-47-16,0-4-36 0,3-5-20 0,-2 0-44 15,-1-10 22-15,5-1 21 0,-2-8 8 0,0-3 22 16,0-5-3-16,4-5-16 0,-1-7 2 0,6-2 0 16,0-7 13-16,3-1-6 0,0-3-5 0,2-1 10 15,1-3 9-15,-3 1 30 0,-4-1 2 0,1 2 19 16,-3 1-6-16,-4 0 1 0,-5 1 1 0,0 5-3 15,0 3 51-15,-8 1-3 0,-5 1 32 0,-1 4-2 16,-2 4-29-16,3 2 3 0,-5 4-37 0,-2 0 7 16,-2 2 13-16,-1 5 5 0,-2 2 2 0,-1 1 8 15,1 4-22-15,-4-2-25 0,1 8-1 16,1-2-20-16,2 6-4 0,1 1 9 0,5 3 11 16,-3 0-11-16,3 7 11 0,5 3 5 0,-2-2-6 15,5 5 6-15,-1 1-1 0,5 1-12 0,4 0 5 16,3 1-24-16,0-1-18 0,9 0-21 0,4 2-51 15,2-1-12-15,8-3-81 0,5-1 7 0,6-2-20 16,0-4 2-16,5-5 56 0,3-1-19 0,1 0 43 16,1-8 37-16,-1-4 31 0,1-3 43 0,-3 0 25 15,-3-3 0-15,3 0 12 0,-5-4 6 0,-3 0 32 16,-4-3 50-16,-7 0 38 0,2 0 24 0,-5-3 39 16,-3-2-25-16,-2 0 46 0,-1-1 29 15,-1 0-41-15,-4-4 25 0,2 3-43 0,-4 1 9 16,0 2-18-16,-1 3-25 0,-5 6-45 0,0 4-57 15,0 3-29-15,0 7-35 0,0 6-3 0,0 0-14 16,0 6 24-16,-5 6 13 0,1 4 3 0,-1 9 2 16,2 6-2-16,-4 7 2 0,2 10 2 0,2 3 1 15,0 7 7-15,1 6-2 0,1-1 6 0,1 5-1 16,0-1-13-16,0 0 6 0,6-1-1 0,-1-4 8 16,1-1 5-16,-1-4 8 0,2-3-15 0,-2-4-3 15,0-5-50-15,2-2-50 0,-4-5-55 0,3-5-55 16,-2-5-34-16,2-5-15 0,-3-5 28 0,-3-4-4 15,0-4-3-15,0-5 8 0,0-5-17 0,0 0 11 16,0-12 71-16,8-3 47 0,0-5 34 16,3-2 41-16,0-7 12 0,2-4 20 0,1-5 24 15,0-2 53-15,-2 0 40 0,-2 1 34 0,-3 2 50 16,-3 0-17-16,-4 5 15 0,0 2-30 0,0 1-12 16,-8 7-10-16,-1-2-44 0,-4 4-8 0,4 2-43 15,-3-2-6-15,-3 1 5 0,0 1-29 0,0 1 24 16,-1 1-2-16,-1 0-21 0,0 1 11 0,0 3-23 15,3-4-13-15,-3 5 0 0,1-1-5 0,0 1-7 16,2 0 7-16,1 2-2 0,2 1 4 0,0 3 6 16,3 0-1-16,2 2-12 0,1 2 0 0,2 0-2 15,3 1-3-15,0 0-7 0,0 0 8 16,0 0 7-16,0 5-10 0,6 0 17 0,1-2-5 16,-1 3-7-16,2 0 4 0,3-1 1 0,0 4 5 15,5-3 7-15,0 1-19 0,3-1-11 0,2-1-13 16,4-1-17-16,-2-2 21 0,2-2-8 0,1 0 20 15,-3 0 15-15,-2 0-9 0,-1-6 37 0,1-1-9 16,-7 1-15-16,3-3-1 0,-2 0-10 0,1 0 11 16,-4-4-11-16,1 1 33 0,0-3-7 0,-1 1-17 15,2-1 22-15,-2-1-15 0,-3-2-4 0,0 2 11 16,-1-2 1-16,-3 1 18 0,2-4 20 0,-4 4 12 16,0 0 27-16,-3 0-19 0,0 2 2 0,0 3-11 15,0 2-27-15,0 4-2 0,0 2-23 16,0 4-24-16,-6 0 2 0,6 0-12 0,-3 0 5 15,3 5 24-15,-4 3-7 0,1 2 0 0,1 5 15 16,-1 1-15-16,-2 2 10 0,2 5 10 0,-3 2-17 16,2 1-8-16,2 1-78 0,-1 1-95 0,3-2-104 15,-4-2-107-15,3 0-44 0,1-4-38 0,-2-2-14 16,2-4-5-16,0-2 114 0</inkml:trace>
  <inkml:trace contextRef="#ctx0" brushRef="#br0" timeOffset="86075.13">31858 10015 2051 0,'5'-33'25'0,"-5"2"3"0,0-1-3 16,0 2-1-16,0 0-37 0,0 4-33 0,0 5-28 16,-8 2-42-16,8 2-10 0,0 6-39 0,0 0 2 15,0 7 14-15,0 4-12 0,0 0 74 0,0 0 13 16,0 0 36-16,8 7 34 0,-2 1-16 0,7 1 14 16,-2-3 6-16,3 1 33 0,0 2 56 0,2-4 29 15,-3 1 62-15,1-1 13 0,-3 0 15 0,-1-3-2 16,-1 1-39-16,-5-1-11 0,0-1-26 0,1 0-35 15,-2 1-13-15,-2-2 14 0,3 0-35 0,-1 0 11 16,-2 0-61-16,5 0 1 0,1 0 20 0,-2 5-2 16,6 2 52-16,-1 3-37 0,0 3-13 0,3 3 1 15,-1 4-12-15,-4 1-14 0,0 5 2 0,-1-1-6 16,-7 0 15-16,0 1-1 0,0 1-13 0,-8-5 3 16,0 1-16-16,-2-4 5 0,-2-3-6 0,2-2-16 15,0-2-50-15,0-4-46 0,-1-2-6 0,2-1-8 16,0-5-12-16,3 0 12 0,1 0-17 0,-1-6 18 15,4-5 51-15,0 0 29 0,2-6 37 0,0 0 14 16,10-8 14-16,3-1 40 0,3-4 17 0,4-2 26 16,1-3 60-16,2 0 34 0,3-1 39 0,-1-3 12 15,1 2-17-15,0-1-29 0,-2 2 17 16,-4 1 5-16,0 3 1 0,-2 3 36 0,-5 3-23 16,0 6 8-16,-7 5-28 0,1 3-75 0,-6 6-34 15,1 3-60-15,-2 3-16 0,0 0-5 0,0 0 16 16,-8 9 36-16,-2 5 17 0,-6 5 16 0,0 5 6 15,-6 6-53-15,0 4 13 0,0 6 13 0,0 3-9 16,2 0 16-16,5-1-25 0,3-1-15 0,12-1-49 16,0-5 7-16,0-1-1 0,17-3-9 0,5-1 12 15,9-5 0-15,8-3-3 0,13-3-73 0,9-5-151 16,14-5-227-16,12-4-315 0,12-5-411 0,10 0-144 16</inkml:trace>
  <inkml:trace contextRef="#ctx0" brushRef="#br0" timeOffset="92768.8">18749 14397 2997 0,'-4'0'-10'0,"0"5"3"0,0-5 5 16,0 6 23-16,4-5 23 0,0-1 8 0,0 0-1 16,0 0-25-16,8 0-14 0,-2 0-12 0,2 0-7 15,-1 0 2-15,2 0 10 0,-1 0 9 16,3 0-5-16,1 0 8 0,4 0-14 0,3 0 1 15,0 0 13-15,3 0-7 0,4 0-29 0,-3 0-102 16,2 0-122-16,-4 0-112 0,1-4-116 0,-3 4-26 16,-4-3-11-16,-3 0 45 0</inkml:trace>
  <inkml:trace contextRef="#ctx0" brushRef="#br0" timeOffset="92925.01">18812 14643 1567 0,'-19'19'56'0,"1"-4"42"0,3-1 30 0,2-1 33 15,3-1-6-15,1-5 15 0,6 0-8 0,3-4-26 16,0 0-44-16,0 0-58 0,7-3-12 16,6 0-15-16,4 0-3 0,5-6 1 0,3 2-28 15,6-4-129-15,3 1-106 0,4-3-160 0,2-3-142 16,3 1 15-16</inkml:trace>
  <inkml:trace contextRef="#ctx0" brushRef="#br0" timeOffset="93690.45">20369 14434 2786 0,'0'-4'2'0,"0"1"-7"0,0 0 37 16,0 2 37-16,-7-1 22 0,-5-1 41 0,1 1-4 15,-4 0-23-15,-4 0-9 0,1 2-35 0,-4-1-30 16,-1 1-24-16,0 0 1 0,-4 0-11 0,4 0 6 15,-1 0 4-15,1 0-17 0,3 0 13 0,1 0-1 16,5 0 8-16,-2-3 2 0,5-3 3 0,0 1-10 16,-2-2-3-16,5 0 5 0,0-3-12 0,-2-1-4 15,3-2 4-15,2 3 2 0,1-5 1 0,4 3 9 16,0-2-12-16,0 2-9 0,4-3 4 16,6 2-2-16,-1 0 0 0,2-3-1 0,1 1-4 15,3-1 14-15,0 1-6 0,0 1 6 0,1-1 6 16,0 1-18-16,0 0 13 0,-1 2-22 0,2 1 26 15,-3-1-7-15,-2 4 3 0,2-1 2 0,-1 3-17 16,-2 2 5-16,-1-1-10 0,-1 3 17 0,-1-2-2 16,1 4-10-16,-4 0 13 0,0 0-6 0,-2 0-4 15,2 0 21-15,-2 0 0 0,2 8 19 0,3-1 35 16,-2 0-3-16,1 4 8 0,2 0 0 0,0 3-16 16,-1 2 22-16,0 3-9 0,-3 1-21 15,3 3-14-15,-5 0-38 0,-1 2 8 0,-1 2-3 16,-1 0-3-16,0 4 16 0,0 0-6 0,-8 3 6 15,1 1-8-15,-1 2-3 0,-4 1-12 0,2 1 15 16,-3-4 2-16,-3 0 3 0,2-2 11 0,-2-4-14 16,0 2 6-16,-3-4-6 0,2-3 11 0,-2 0-8 15,1-2 17-15,-1-3-6 0,1 0-11 0,-3-1 3 16,-1-2-16-16,-4-1 0 0,1 0 6 0,-3 2 9 16,-1-3 9-16,0 0 7 0,3-2 0 0,-4-2-11 15,4-2-6-15,3 0-1 0,2-5-5 0,5 0 3 16,2-3-1-16,3 0-7 0,3-7 5 0,3-2-3 15,4 0-17-15,-3-5 7 0,0-1 0 0,4-2 8 16,0-2 10-16,0-1 10 0,0 0-10 16,11-3 13-16,-3 3 11 0,3-3 15 0,5 3-13 15,0 1 5-15,4 3 16 0,2 1 4 0,-1 1 30 16,1-2 8-16,0 8-17 0,0-2-23 0,-4 3 6 16,1 2-30-16,-3 2 36 0,-1 3 11 0,0 0 12 15,0 0 3-15,0 7-31 0,2 3-7 0,-1 2 9 16,1 3 14-16,3 1-5 0,-3 3-11 0,1 0-26 15,-2 1-27-15,2 0 4 0,-4 0 9 0,2 0-24 16,1-2 17-16,-1-1-14 0,-2 1 9 0,0-2-9 16,2-1 3-16,1-2-3 0,0-3-78 0,-2 1-51 15,3-4-108-15,2-3-111 0,1-1-80 0,-2-3-77 16,4 0-116-16,-1-7-76 0,2-2-69 0,0-2 37 16</inkml:trace>
  <inkml:trace contextRef="#ctx0" brushRef="#br0" timeOffset="94707.14">20569 13218 1951 0,'0'-10'6'16,"0"-1"-6"-16,0-2-4 0,0 2-13 0,0-1 15 16,4 2-2-16,4-2 21 0,2 1 33 0,-2 3 0 15,1 0 13-15,4 1-18 0,-1 2-13 0,-2 1-20 16,2 1 6-16,0 0-5 0,-2-1-11 0,0 1 15 16,1 3 24-16,2-3-2 0,-4 0 33 0,3-2-15 15,0 4-27-15,-1-4 7 0,-1 3 31 0,2-1 1 16,-1 1 6-16,-1-1 17 0,-1 2-69 0,1 0-19 15,-4 1-8-15,-1 0-22 0,1 0 29 0,-3 0 38 16,-1 0 26-16,-1 6 0 0,1 0-6 0,-2 0-36 16,0 2-15-16,0 2 1 0,0 2-8 15,0 2 8-15,-8 3-8 0,-1 1-1 0,1 1 0 16,-2 1-9-16,-4 1 5 0,3 1 9 0,-5-1-7 16,0 2 30-16,-1-1-20 0,-1 1-13 0,0 0 3 15,0 0-16-15,-1-2 16 0,1-1 4 0,1 1 3 16,2-4-16-16,4-3-17 0,-1 0-13 0,6-5-10 15,0-3 2-15,3-1 17 0,1-3 7 0,2 0 23 16,0-2 5-16,8 0-17 0,1 0 21 0,1-8-29 16,3 1 17-16,6 0 8 0,-1-2-23 0,3-1 20 15,1-1-19-15,3 3 13 0,1-3 11 16,-4 3 18-16,0 0 3 0,-1 1 11 0,-4 2-9 16,0 2-13-16,-2 2-1 0,-1 0 0 0,-3 1 29 15,0 0 16-15,0 9 39 0,-3 2 18 0,0 3-17 16,0 3-23-16,-3 2-7 0,-2 3-28 0,-3 1-1 15,0 2 3-15,0 2-15 0,-8 0 8 0,-3-2-1 16,1 0-6-16,-4 0-11 0,0-4-12 0,-3 2-13 16,-3-3 7-16,-2-1-2 0,-1-2 0 0,-1-2 10 15,-5 0-12-15,-1-4 4 0,0 0-22 0,0-3-63 16,3-2-48-16,1-3-79 0,-1-3-123 0,2 0-53 16,4-6-53-16,0-5-44 0,4-3 10 0,3-5-46 15</inkml:trace>
  <inkml:trace contextRef="#ctx0" brushRef="#br0" timeOffset="95378.86">21402 13289 2969 0,'15'0'0'0,"-3"0"2"0,-6 0 19 15,-1 0 33-15,-2 0 31 0,-3 0 21 0,0 0 3 16,0 0-34-16,-8 0-34 0,-2 0-27 0,0 0-14 15,-2 0 5-15,1 0-2 0,-3 0 6 0,5 0-11 16,-3 0 2-16,2 0 7 0,2 0-4 0,1 0 12 16,2 0-5-16,-2 0-10 0,0-8 9 0,3 2-14 15,-5-3 3-15,5 1-3 0,-4-3-5 0,2-1 15 16,1-1-5-16,-2 0 15 0,4-1-13 16,2-2-9-16,-1 3-1 0,2 0-6 0,0 1 6 15,6 1 3-15,1 2 3 0,-1 0-3 0,1 1 3 16,3 2 2-16,-1 1 0 0,0-2 9 0,2 1-11 15,-1 1-10-15,-1-2 10 0,2-1-11 0,0 1 9 16,1 0 8-16,-2 1-18 0,0 0 9 0,0 0 5 16,0 1-9-16,0 1 13 0,-2 0-13 0,-2 1-1 15,0 1 3-15,-3 0-1 0,2 2 8 16,-1-1-4-16,-4 1 6 0,1 0-17 0,1 0 40 16,-1 5 13-16,3 3-1 0,-3 1 21 0,-1 1-28 15,2 2-13-15,-1-1 8 0,2 5-13 0,-1 2 8 16,-2 2-5-16,0 5-10 0,0-1 5 0,0 2-18 15,-9 5 11-15,1 1 4 0,-1 0-9 0,0 1 7 16,0-1-3-16,1 0 1 0,0-3 19 0,-5 2-9 16,0-3 1-16,0 0 6 0,-4-1-20 0,-1-1 15 15,-2-1-15-15,-2-3 5 0,0 1 3 0,0-1-3 16,0-2 7-16,-2-1-2 0,1-2 6 0,-1-1-4 16,3-2-7-16,1-1 8 0,-1-4 4 15,5-3-9-15,-1-6 22 0,4 0-22 16,4-5-3-16,1-5 3 0,3-4-6 0,5-3-4 0,0-5-4 15,7-2 1-15,2-3 8 0,5 0 22 0,2-1 29 16,2 2 16-16,2 1-3 0,0 2-18 0,1 3-20 16,1 3-8-16,0 2-16 0,-1 4 1 0,1 3-9 15,2 2-5-15,-2 3 11 0,-1 3 10 0,2 0 8 16,-1 9-2-16,-1 1-9 0,1 5-5 0,-2-1 0 16,1 4 3-16,0 2 3 0,-3-1 4 0,-1 1-4 15,1 1 0-15,-5-1 0 0,1-1-51 0,-4 0-79 16,-1-1-88-16,2-2-118 0,-3-1-117 15,0-2-75-15,-3-1-60 0,3-4-73 0,0 0 38 0</inkml:trace>
  <inkml:trace contextRef="#ctx0" brushRef="#br0" timeOffset="95691.28">21876 13405 3165 0,'9'-5'33'16,"-2"2"36"-16,-4 3 33 0,0 0 69 0,1 0 2 15,-3 0 31-15,-1 0-5 0,0 0-40 0,0 0-31 16,0 0-67-16,5-4-23 0,3 0-20 0,-2 4 6 16,2-3 22-16,4 3 3 0,1-3 14 0,4 3-11 15,3-3-22-15,3 1 3 0,4 0-33 0,1-1 8 16,3 1-2-16,-3-1-12 0,2 1 18 16,-3-3-12-16,0 2 8 0,-2 0 0 0,1 1-11 15,-3 0-2-15,-2 0 2 0,-1-1-5 0,-2 1 8 16,-4-1 8-16,2 1 51 0,-7 0 19 0,1-1 36 15,-4 3 45-15,-1-1-49 0,-5 1-8 0,0 0-17 16,0 0-14-16,-8 0-24 0,2 0 4 0,-2 0 0 16,0 0-63-16,-5 4 0 0,4-4-18 0,-9 4-50 15,2-1-49-15,-4-1-39 0,-4 2-98 0,2-1-93 16,-3 3-59-16,-2 1-135 0,0 1-107 0,0 1-131 16,4 4-94-16</inkml:trace>
  <inkml:trace contextRef="#ctx0" brushRef="#br0" timeOffset="96597.82">22883 13205 1599 0,'0'0'52'0,"0"-4"41"16,0 4 34-16,-6-5 18 0,6 0-10 0,0 1-2 16,0 4-29-16,0 0 64 0,0 0-41 0,-6 0-39 15,6 0-7-15,0 0-56 0,0 0 19 0,4 0-3 16,1 0 19-16,-2 0-22 0,2 0-8 0,-2 0-2 15,2 0-25-15,0-4 15 0,-2 0-25 0,0 2 12 16,-1 0 7-16,1-1-36 0,0 1 20 16,0 0-6-16,2-1 5 0,1 0 12 0,-1 1 7 15,1 0-7-15,1-1 12 0,-1 1 7 0,3 0-16 16,-2-1 9-16,1 2-5 0,-2 0 2 0,3 1-11 16,-2 0-3-16,-1-3-11 0,1 3-8 0,-1 0 27 15,-2 0 11-15,1 10-4 0,-3 1 24 0,-1 2-19 16,-1 4-10-16,0 1 7 0,0 6-29 0,-8 2 10 15,-1 3 5-15,-2 0-14 0,1 1 16 0,-4 0-7 16,1 2 7-16,-4-1 7 0,1-1-2 16,-3 0 2-16,-1 0-6 0,-1 1 6 0,-4-2-11 15,1 0 4-15,-1-2-7 0,4-4-3 0,-2-1 20 16,2-4-7-16,4-3 4 0,-1-3 6 0,7-5 17 16,-1-4-3-16,4-3 33 0,-2 0 12 0,5-6-16 15,-2-3 19-15,2-3-39 0,0-2 24 0,4-4-19 16,1-1 17-16,0-1 12 0,6-2-22 0,2 1 16 15,4 2-3-15,4 0 1 0,2 2 1 0,-2 3-22 16,1-1-13-16,2 5-11 0,-3 0-5 0,2 3 3 16,-3 1-3-16,-1 2-5 0,0 4 2 0,3 0-5 15,-2 0-6-15,2 0 6 0,-4 8-16 16,3 1 0-16,-4 3-1 0,1-1 1 0,1 1 13 16,-1 2 3-16,-1-1-6 0,0 4-94 0,-1-3-81 15,1 1-115-15,0-2-99 0,1 1-64 0,-3-3-84 16,5-2-39-16,0-2-59 0,1-2-6 0</inkml:trace>
  <inkml:trace contextRef="#ctx0" brushRef="#br0" timeOffset="97098.8">23527 13284 1835 0,'13'-22'37'0,"-3"4"32"16,-3 1 31-16,-1 4 38 0,-1-1-11 0,-2 1-14 15,-3 1 33-15,0 2-33 0,0 2-32 0,0 1-18 16,0 0-79-16,0 1 11 0,8 3-6 0,-3 0 4 15,-4 2 12-15,3 0-73 0,-1 0 17 16,2 1-17-16,-2-1 8 0,4 1 60 0,0-1-5 16,-1-1 61-16,4 0-54 0,1 0 32 0,-2-2 22 15,1 3-38-15,1-2 50 0,-5 0-25 0,2 2 5 16,-2-2 5-16,2 1 28 0,-3 1-14 0,-2-1 8 16,-1 2-7-16,1-2 6 0,-2 2 27 0,1 0-6 15,0 0-22-15,-2 0 8 0,0 0 6 0,0 0-25 16,0 0 31-16,0 0-12 0,0 0-22 0,0 0 16 15,-7 0-5-15,4 0-23 0,0 0-8 0,0 0-8 16,-2 0-20-16,2 5-4 0,-2 0-1 0,0-4-14 16,-3 5 16-16,-1-2-16 0,1-1 8 0,-1 2 5 15,-4 1-15-15,0 2 15 0,0-2-18 16,-2 4 5-16,0 1 8 0,0 1-8 0,0 2 13 16,-2-2-5-16,1 4 3 0,1 1 2 0,0-1-8 15,0 1 1-15,3 0-6 0,6 1 0 0,2 0 11 16,4 1-11-16,0 1 5 0,10-2 8 0,6 0-5 15,3 1 0-15,6 1-10 0,2-2 5 0,5 0 0 16,-1 1 10-16,0-2 0 0,0 0-13 0,-1 2 11 16,-1-2-22-16,-7-2 14 0,0-1 13 0,-5 0-2 15,-4-2 9-15,-5-2 30 0,-3 1 8 0,-5-1 18 16,0-2 12-16,0 0-32 0,-11-2-24 0,-4 0-14 16,-3 3-5-16,-3-1-2 0,0-1-41 15,-6 0-56-15,-3 0-74 0,-3-1-103 0,1-1-59 16,-1 1-113-16,-3 0-70 0,2-2-69 0,-1 0-108 15,3 0 64-15</inkml:trace>
  <inkml:trace contextRef="#ctx0" brushRef="#br0" timeOffset="97880.21">18861 16322 2068 0,'-5'7'21'0,"2"-1"43"16,3-1 35-16,0-3 81 0,0 0-20 0,0-1-22 15,8 2 19-15,-2-3-34 0,5 0 34 0,3 0 7 16,1 0-52-16,4 0-39 0,0 0-49 16,5 0-21-16,1-6-1 0,0 1-2 0,2 3 5 15,1-2-3-15,0 0 16 0,0-1-18 0,0-2-54 16,-1 0-77-16,-2 0-153 0,-3-1-106 0,-2-1-58 15,-5 2-20-15,-4 0 46 0,-2 2 30 0,-4 1 16 16,-5 1 88-16</inkml:trace>
  <inkml:trace contextRef="#ctx0" brushRef="#br0" timeOffset="98020.86">18995 16466 1819 0,'-13'15'54'0,"0"-2"35"0,4-1 55 15,1 0 71-15,3-4-25 0,1-1 3 16,4-4-26-16,0 1-59 0,0-1-37 0,9 0-26 15,-1-2-34-15,1 1-1 0,3 0 13 0,2 1-1 16,1-1 25-16,5 0-92 0,2 1-145 0,5-2-155 16,1-1-193-16,4 0-189 0,4 0 124 0</inkml:trace>
  <inkml:trace contextRef="#ctx0" brushRef="#br0" timeOffset="98708.14">20257 16431 3090 0,'0'0'-10'0,"-10"0"20"0,-2 0 37 0,-1 6 46 15,-1-6 22-15,-2 0 0 0,1 0-13 0,-1 0-48 16,-2 7-4-16,2-2-16 0,-1 0-28 0,-1-3 4 16,1 1-1-16,4 0-11 0,-1 0 7 0,2 0 5 15,-1-1 0-15,2-2 7 0,1 0 6 0,0 0-3 16,2 0-30-16,-4-6 10 0,3 1-18 0,0 0 8 15,0-1 35-15,3-1-17 0,-1-3 30 0,0 3-28 16,6 0-10-16,-3-4-5 0,3 3-20 0,1-3 14 16,0 3 6-16,0-2 5 0,9 0-7 0,0 0 2 15,-1 1-5-15,2 0-3 0,4 1 11 16,1-3-1-16,0 4-14 0,1-2 12 0,0 0-3 16,1 3-4-16,-1-1 7 0,-3 0 2 0,1 2-4 15,-5 3-10-15,1-2 7 0,-2 3-5 0,0 0-7 16,-4 1 14-16,1 0-7 0,-1 0-5 0,-1 0 23 15,0 0 2-15,-1 4 35 0,1 0 12 0,1 1-13 16,-1 1 19-16,1 0-41 0,-1 2-1 0,-2 3 32 16,4 0 0-16,-2 3 13 0,1 3 13 0,-1-1-22 15,1 4-21-15,-2 2-2 0,1 0-3 0,-1 4-5 16,-2 1 5-16,0 2 5 0,0-1-23 16,0 2 5-16,-10-1-15 0,1 3 9 0,-1-4 12 15,-4 3-22-15,3-1 27 0,-4-3-19 0,0 3-5 16,-1-3 14-16,0 0-17 0,-1-1 6 0,1-4 2 15,-3 0 8-15,2-2-8 0,-2-2 6 0,1-2-8 16,-1 0 8-16,1-3-3 0,1-1 5 0,0-3 16 16,3 0-15-16,0-3 15 0,3-4-2 0,3 1-16 15,0-3-1-15,2 0-10 0,1-4 0 16,2-2 19-16,3-1 11 0,-4-1 19 0,4-1-11 0,0-2-8 16,0-3-14-16,0 1 6 0,0-3 9 0,7 0 13 15,-2 1 9-15,1-2 6 0,0 0-12 16,0 4-5-16,-1 0 0 0,2 1-30 0,-1 2 13 15,2 2-8-15,-4 1 3 0,1 1-6 0,3 0-31 16,1 4 3-16,-1-2 6 0,1 4-4 0,-1 0 24 16,5 0 10-16,0 6-22 0,5 0 6 0,-4 0 5 15,3 3-16-15,1 0 2 0,1 0 15 0,-1 1-4 16,-2 3-2-16,2-2 11 0,-2-1-32 0,2 1-102 16,-1 0-121-16,1-2-121 0,1-1-152 0,-3-4-146 15,5-4-101-15,0 0-176 0,0 0 163 0</inkml:trace>
  <inkml:trace contextRef="#ctx0" brushRef="#br0" timeOffset="99255.21">20350 15756 3194 0,'-9'-4'7'0,"-4"-2"-7"0,4 0 35 0,1 1 45 15,0 1 26-15,0 2 56 0,3-3-27 0,0 2-56 16,4 0-29-16,1 3-52 0,0 0-29 0,0 0 14 16,0 0-11-16,3 0 11 0,2 5 14 0,0-5 11 15,3 4-8-15,2 0 12 0,2 0-9 0,3-2 4 16,1 2-37-16,3 4-46 0,5-1 4 16,-2-1-46-16,5 3 31 0,-2-1 3 0,0-1-2 0,1-2 17 15,-2 0 8-15,-4-2-2 0,1-2 17 16,-4-1 11-16,0 0 14 0,-2 0 30 0,-3-5-9 15,-4 0 14-15,2-1-9 0,-1 1-1 0,-4-3 6 16,1-1-3-16,-2-1 16 0,-1-2 35 0,-2 1 34 16,3-3 25-16,-4 3 5 0,1-4-6 0,1 0-8 15,-2 3-11-15,0-2 23 0,0 0 9 0,0 1-24 16,0 1 20-16,0 0-2 0,0 2-35 0,0 3 21 16,0 1-15-16,0 0-29 0,0 3 6 0,0 0-13 15,0 2-47-15,0 1 0 0,0 0-11 0,0 7 8 16,0 0 25-16,0 4 15 0,0 2-3 15,0 4-12-15,0 6 29 0,0 3 15 0,0 5 20 16,-7 4 4-16,7 2-32 0,0 6-13 0,0 0 8 16,0 1-10-16,0 1 14 0,0 1-21 0,0 0-26 15,8-2 0-15,-2-4-3 0,-1-1-6 0,0-5 3 16,-2 0 9-16,2-4-12 0,-2-2-2 0,0-3-10 16,2-3 3-16,-5-4-9 0,1-1 9 0,1-3-3 15,0-4 0-15,-2-1 0 0,0-3-87 0,0-3-22 16,0-3-84-16,0 0-78 0,0 0-37 0,0 0-70 15,0-6-52-15,0-1-34 0,0-5-39 0,0-2-53 16,-10-1 0-16,2-2-52 0,2 0 49 16</inkml:trace>
  <inkml:trace contextRef="#ctx0" brushRef="#br0" timeOffset="99630.12">20479 16058 3328 0,'-5'0'45'16,"-2"0"28"-16,2 0 60 0,-2 0 76 0,2 0 0 15,2 0 36-15,0 0-29 0,-1 0-28 0,4 0-16 16,0 0-38-16,0 0-34 0,0 0-18 0,8 4-30 16,-3-4-12-16,0 6 9 0,-1-3-35 0,1-3 0 15,-2 2 4-15,4 0-7 0,-2 2 4 16,3-3 17-16,2 0-12 0,2 1-2 0,2 1 11 15,0 1-15-15,7-1-2 0,-4 1 11 0,8-2 31 16,1 1 8-16,-3-1 16 0,6-1-4 0,-4 0-50 16,2-1 4-16,3 0 11 0,2 0 1 0,0-4 8 15,-1-1-8-15,7-1-31 0,-5 1-9 0,0-2-9 16,0-1 6-16,-1 1 3 0,-4-1 6 0,-2 1 12 16,-5 2-18-16,-4-2 10 0,-4 3-26 0,-1 1 20 15,-6 0-1-15,1 0-7 0,-6 2 23 16,3 0-32-16,-4 1-47 0,0 0-81 0,0 0-93 15,0 0-82-15,-7 0-65 0,2 0-39 0,-3 0-59 16,-1 7-137-16,0 0-120 0,-6 2-169 0,1 4 111 16</inkml:trace>
  <inkml:trace contextRef="#ctx0" brushRef="#br0" timeOffset="100270.96">19919 18024 2988 0,'-4'0'61'16,"0"0"40"-16,0 6 60 0,-1 1 64 0,1-7 24 15,1 8 4-15,3-8-15 0,0 6-38 0,-2 3-77 16,2-2-34-16,0-1-40 0,9-6-30 0,0 0-16 16,0 0-11-16,1 0 2 0,1 0-5 0,0-6 11 15,0 1-5-15,5 1 8 0,-2-2 0 0,5 2-9 16,1-1 12-16,1 0-9 0,1 0 6 0,0-2 10 15,-1 3-32-15,1-2-86 0,0 1-65 0,-3 0-106 16,0-2-78-16,2 0-31 0,-4-2-90 0,-1 3-26 16,-2-1-40-16,-5 4-46 0,1-3 47 15</inkml:trace>
  <inkml:trace contextRef="#ctx0" brushRef="#br0" timeOffset="100489.65">19958 18180 3385 0,'-16'12'21'0,"-1"-2"26"0,3 3 61 16,1 3 61-16,2-4 23 0,3 3-14 0,2 3-44 15,5-1-61-15,1 0-54 0,0-2-19 0,7-2-16 16,1-3 3-16,3-6 26 0,2-1-2 0,1-3 7 16,5 0 1-16,0 0-41 0,6 0-22 15,1-7-81-15,4-1-91 0,1-8-82 0,4-3-111 16,-2 1-75-16,1 1-67 0,0 5-73 0,6-2-3 15</inkml:trace>
  <inkml:trace contextRef="#ctx0" brushRef="#br0" timeOffset="100864.92">20948 17717 1307 0,'0'-5'31'0,"0"-1"16"0,0-1 28 0,0-2 53 16,0 0 33-16,0 1 66 0,0 1 88 0,0-3 6 16,0 3-4-16,0 1-20 0,0 6-60 0,0 0-24 15,0 0 2-15,0 0-53 0,0 0-27 0,0 0-5 16,0 0-40-16,0 0-15 0,0 0-35 0,0 0-40 15,0 0-22-15,5 0 66 0,-1 7 49 0,0 4 22 16,-1 1 8-16,2 4-37 0,-1 7-36 0,1 3 7 16,0 4 20-16,4 6 6 0,-2-1 3 15,1 5 1-15,-3 1-37 0,-1 1-18 0,-1 0-11 16,0-1-18-16,0 1 8 0,2-3-14 0,-2-1-6 16,-1-4 0-16,1-1 1 0,2-2 5 0,1-5 9 15,-4-2-3-15,-1-3 5 0,2-3-103 0,1 4-93 16,-3 0-109-16,4-1-128 0,-2-11-57 0,1-10-113 15,-3 0-106-15,7 0-177 0,0-6 82 0</inkml:trace>
  <inkml:trace contextRef="#ctx0" brushRef="#br0" timeOffset="101552.21">21787 17765 3570 0,'0'0'-8'0,"0"0"3"0,0 5 0 16,-10 2 3-16,3-3 41 0,-1 1 16 0,-6 0 17 15,3-1 13-15,0 0-30 0,-5 1-25 0,2-4-5 16,-2 2-25-16,3-3-12 0,-2 0 22 0,0 0-23 16,3 0 11-16,1 0 14 0,-1 0-7 0,0 0-2 15,-1-4 17-15,-1 0-5 0,5-1-4 0,-3-1 14 16,0 0-9-16,2 0 15 0,1-3 18 0,-4-1-3 15,9 0-10-15,-3 2-4 0,1-2-38 0,-2 2 6 16,5-2-2-16,1 0-14 0,2 1 11 0,0 1-8 16,0-1-5-16,5-2 2 0,4 0 14 15,-2-1-16-15,1-1 10 0,1 1 0 0,2 0-10 16,0 0 8-16,-1 0 12 0,2 3-7 0,-2 1 5 16,0 0 8-16,-1 4-21 0,-1 0-8 0,-2 0 0 15,-1 3-2-15,1 0 8 0,-1-1 10 0,-4 2-5 16,4 0-3-16,-2 0-4 0,1 0 14 0,-1 5 3 15,0-1 8-15,3 1 5 0,0-1-24 0,-1 2 11 16,2 0-2-16,1 3 71 0,1-4 14 0,1 4-9 16,-1 2 9-16,0 0-78 0,-1 3 32 0,0 1-5 15,-3 2 8-15,3-1 10 0,-3 9-23 0,-2-1 7 16,-3 1-4-16,0-2-11 0,0 3-9 16,0 0 4-16,-8 2-14 0,-3 1 5 0,0-2-2 15,-2-2 8-15,1 2-9 0,0 3 12 0,-3 1-9 16,0-2-19-16,0 0 25 0,0 1-16 0,-2-4 13 15,-1-2 9-15,-2 1-9 0,-4-3 0 0,2-3-8 16,0 1 0-16,0-5 5 0,0-1-2 0,3-5 19 16,-2-4 24-16,4-5 17 0,3 0 31 0,-2-5 12 15,3-4-17-15,2-2 11 0,-1-4 0 0,0-1 4 16,4-3-17-16,-1 1-26 0,1 0-17 16,5-2-30-16,3 1 13 0,0 2-15 0,0 0 9 15,11 0-1-15,1 1 25 0,5 1 24 0,3 0-42 16,5 1 13-16,2 1-34 0,1 1-12 0,4 1 18 15,1 3-22-15,1 2 4 0,-1 3-6 0,0 3 12 16,-5 0 13-16,2 8-4 0,-3 2 6 0,-3 5-3 16,0 1 3-16,1 2-66 0,-4 1-82 15,0-2-86-15,0 1-127 0,0 0-87 0,0-6-106 0,-1-6-171 16,-1 1-126-16,0 1-136 0</inkml:trace>
  <inkml:trace contextRef="#ctx0" brushRef="#br0" timeOffset="102193.12">22521 17508 3203 0,'2'-19'40'0,"0"-1"47"0,-1 3 37 15,-1 2 68-15,0-2 31 0,0 3 11 0,-6 2 2 16,6 3-9-16,-7 1-37 0,3 4-19 0,4 1-14 15,0 0-41-15,-4 1-18 0,1 0-26 0,0 1-20 16,-1 1-5-16,0 0-20 0,1 0-13 0,-2 0 1 16,1 0-15-16,-3 5 3 0,-4 0-15 0,0-1 6 15,-2 1 9-15,-4 2 0 0,-3 3 12 0,-1-4-15 16,-3 6-6-16,4 1 0 0,-3-2 4 16,1 1-1-16,2 3 0 0,2-1-9 0,1 2 15 15,3-1-9-15,1 0 0 0,5 1 8 0,3-1-25 16,2 0 20-16,3-2-29 0,0-1 26 0,8 2-17 15,0-3-12-15,5-3 18 0,-2 3-24 0,3-2 15 16,4 1 9-16,-1-1 8 0,0-3 3 0,2 1 12 16,0-1-12-16,0 0 15 0,3 1-26 0,-1-3 20 15,1 1-1-15,0 1-2 0,3 0 3 0,-4 0-11 16,1 1-10-16,-3-1 7 0,-5 0 17 0,-1 4 5 16,-2 1 30-16,-5 1-18 0,-1 1-12 15,-3 1 3-15,0 0-11 0,-2 1 3 0,0 2 15 16,0 2-42-16,-10-1 33 0,-1 0-9 0,-2 0 0 15,-1 0 23-15,-3 0-38 0,1 0 30 0,-3-1-7 16,0-3 7-16,1-1-10 0,1-1-2 0,3-2 9 16,-3-3 6-16,4-2 5 0,0-2-6 0,2-2-17 15,1-1-6-15,0 0 9 0,2-9 33 0,-2-2 42 16,2-1-7-16,2-2 34 0,1-1-26 0,4-4-18 16,-1-2-3-16,2 0-36 0,0-1-16 0,5 1-6 15,4-1 15-15,-3 0 1 0,6-5 12 0,2 1-13 16,0-1-2-16,5-2 3 0,0-2-19 0,3-4 12 15,5-2-8-15,-2-3-14 0,0 2 10 0,3-4-16 16,-1-3 7-16,-1 2 12 0,1 2-6 0,-2 3 9 16,-3 6 7-16,-6 2-13 0,2 7-6 15,-9 7 3-15,-1 5-44 0,-1 5-60 0,-7 6-30 16,0 0-67-16,-15 6-66 0,2 5-31 0,-1 5-117 16,-3 6-90-16,-5 3-107 0,-5 4-140 0,-3 6-125 15,0 4 53-15</inkml:trace>
  <inkml:trace contextRef="#ctx0" brushRef="#br0" timeOffset="102583.65">21476 18626 2997 0,'-11'7'63'0,"1"1"68"0,4-1 49 15,-1-1 48-15,3-2 25 0,1-4-40 0,3 0 0 16,0 0 29-16,8 0-38 0,4 0 29 0,1-6 1 16,9-1-77-16,5 0 6 0,6 0-36 0,7-1-4 15,7-1 22-15,3-3-19 0,6 0 4 16,4-1-27-16,5 1-5 0,3-4-22 0,6 1-38 15,3-4 4-15,5 2-3 0,3-2-4 0,3-4 30 16,3 0-3-16,1-2 7 0,-1 2-3 0,-4-2 0 16,-2 1-20-16,-8-1-12 0,-3 2-11 0,-8 1-3 15,-6 0-3-15,-5 2 7 0,-5 1-4 0,-6 1-17 16,-6 1 1-16,-5 3-11 0,-8 1 0 0,-6 3 7 16,-8 0-60-16,-4 4-91 0,-7 0-123 0,0 6-247 15,0 0-247-15,-12 0-405 0,-5 7-326 0</inkml:trace>
  <inkml:trace contextRef="#ctx0" brushRef="#br0" timeOffset="106514.77">29069 13286 2850 0,'-4'5'-5'16,"4"-3"-72"-16,-2 2-61 0,0 0-27 0,2-4 6 16,0 0 74-16,0 0 53 0,0 0 25 0,0 4 1 15,8-4 2-15,0 0 1 0,0 0 6 0,4 0-31 16,-1 0-23-16,8 0-16 0,-3 0-51 0,3 0 7 15,-1 0-55-15,0-4-15 0,-3 0-19 0,0 0-65 16,-3 2-13-16,-6-3-14 0</inkml:trace>
  <inkml:trace contextRef="#ctx0" brushRef="#br0" timeOffset="106670.97">29017 13386 750 0,'-13'14'16'0,"0"1"-3"0,4-2-6 0,1 0 26 0,3-3 10 16,4-3 49-16,1 1 61 0,0-2 30 0,0-1-1 15,11-2 1-15,0 0-46 0,3-2-46 0,2-1-27 16,6 0-39-16,1 0-7 0,5 0-7 0,2-5-3 16,4-1-6-16,1 2-64 0,0-1-94 0,0-2-107 15,0-1-170-15,-1 0-9 0</inkml:trace>
  <inkml:trace contextRef="#ctx0" brushRef="#br0" timeOffset="107437.04">30449 13177 1984 0,'6'-5'0'0,"-4"2"12"15,-1-1 16-15,1 0 53 0,-2 4 63 16,0 0 71-16,0 8 50 0,0-2-36 0,0-2-59 16,0 1-79-16,0-2-60 0,0 1-7 0,0-1-19 15,-5-3-3-15,-2 0 3 0,0 2-10 0,-1-1 22 16,0 2 2-16,-4-2-4 0,1 0-3 0,-2 0-2 16,-1 0-3-16,-1-1 3 0,1 0 18 0,2 0 4 15,-2-4 6-15,-1-2 4 0,0-1-15 0,3 3-15 16,-2-6-2-16,5 2 2 0,1-2-5 0,-2 1 10 15,4-1-9-15,1 2-21 0,4 0 9 0,1 0-9 16,0-1-6-16,6 1 14 0,2 0-7 0,0-1 2 16,3 2 15-16,1-2-10 0,1 0-2 0,3 0 9 15,-3-1-12-15,4 3 8 0,-1-2-1 16,-1-1-4-16,1 3-1 0,2-1-6 0,-2-1 4 16,2 3 10-16,-3-1-4 0,0 0 11 0,-2 5-12 15,0-1-19-15,-5 2 7 0,0 1-12 0,-3 0 5 16,-1 0 2-16,1 0 15 0,-5 6 48 0,1 1 15 15,1 3 12-15,0 2-12 0,1 1-49 0,0 2 15 16,0 4 10-16,-1 3 1 0,1 6 1 0,-1 3-14 16,-2 1-15-16,0 4 5 0,0 3 12 0,-10 3-12 15,0 2 0-15,-2 0 0 0,1 0 0 0,-5 0 5 16,2-1-5-16,-3-4-2 0,2-1-6 0,-2-2-4 16,1-4 12-16,-1 0-10 0,1-3-3 0,-3-3 26 15,3-1-20-15,-3-1 17 0,2-3-15 16,-3 2-2-16,2-5 7 0,-3-2-3 0,4 0 8 15,-2-4-20-15,3-1 46 0,-5-5 31 0,7-1 21 16,-2-5 6-16,0 0-29 0,6 0-17 0,-2-7 0 16,3-2-2-16,1-3-6 0,2-3-13 0,3-1-21 15,-1-5 5-15,4-1-2 0,0-1-4 0,7-1 6 16,1 2 9-16,4-1-1 0,1 2 9 0,1 2 27 16,0 2-2-16,5 3 0 0,-3 0 0 0,1 3-27 15,0 2-14-15,0 3 11 0,0 4-9 0,0 2 4 16,1 0-4-16,-2 0-13 0,2 8 0 15,2 1-3-15,2 2 6 0,0 0 5 0,-3 3-3 16,3-1 0-16,0 1 1 0,-1-2-10 0,-1 2 10 16,1 0-4-16,1-3-47 0,-5 0-75 0,2-1-92 15,-1-5-101-15,1-1-80 0,-3-3-75 0,-1-1-102 16,3 0-97-16,-1-10-58 0,2-4 13 0</inkml:trace>
  <inkml:trace contextRef="#ctx0" brushRef="#br0" timeOffset="107921.71">31004 12478 3184 0,'0'-28'14'0,"0"1"12"0,-9 4 36 0,-4 1 37 16,4-1 53-16,-3 5 19 0,1 2 33 0,-4 3-37 16,3 2-59-16,2 3-30 0,2 2-75 0,3 2 4 15,2 0-25-15,3 2-3 0,0 1-2 0,0 1-8 16,11 0 25-16,-2 0 6 0,2 6 11 0,4 0 7 15,2 1-10-15,2 4-3 0,2-1-44 0,0 0-23 16,5 1-11-16,-1 1-1 0,-3-3 33 0,4 1 16 16,-1-3-16-16,-2-1 11 0,-2-2 5 0,1-2 0 15,0-2 32-15,-4 0 6 0,-1 0-11 16,-2-7 16-16,-1-1-5 0,-3-1-16 0,1 2 11 16,-2-4-8-16,-4-2 0 0,-1 0 0 0,3-2 13 15,-5-2 14-15,-2-4 22 0,1 0 45 0,-2 1 7 16,0-1 24-16,0-1 21 0,-6 4-18 0,6-1 12 15,-8 6-8-15,3 1-27 0,4 3-7 0,1 2-39 16,-4 3-31-16,4 1-37 0,0 3-2 0,0 0 2 16,0 0-10-16,0 7 33 0,0 0 14 0,0 4 50 15,0 8 34-15,0 4 12 0,0 7-40 0,0 6-31 16,0 6-36-16,0 6 19 0,5 8 6 0,2 0-4 16,2 1 13-16,-1-1-30 0,-2 3 3 0,4-4 7 15,1 0-1-15,-3-3-9 0,1-2 6 0,0-5-9 16,0-2-11-16,-1-4 8 0,2-4-6 0,-2-6 0 15,0-2 12-15,-1-3-21 0,0-6-45 16,-2-1-57-16,-3-4-91 0,-2-3-66 0,0-6-49 16,0 1-71-16,0-5-71 0,-5 0-145 0,-4-5-117 15,1-2-78-15,0-6-61 0</inkml:trace>
  <inkml:trace contextRef="#ctx0" brushRef="#br0" timeOffset="108218.46">31132 12646 3270 0,'-8'-5'57'0,"4"0"21"0,-1 2 59 0,-2-2 58 15,7 5 6-15,0 0 78 0,0 0 5 0,0 0-13 16,0 0-46-16,0 5-107 0,0 1-56 0,0-2-33 16,0-1-4-16,0-1 7 0,0 0-18 0,0 1-25 15,0-2-9-15,7 0 22 0,2 2 7 0,7-3 26 16,2 0-7-16,5 0-22 0,6 0-3 0,6 0 6 15,3 0-6-15,4-6 3 0,3 1 17 0,0-2-29 16,1 0 15-16,0 0 2 0,-3-1 4 0,-5 0 5 16,-2 0-2-16,-5 1-3 0,-5-1-73 0,-4 4-29 15,-5-4-53-15,-6 4-71 0,-4-1-30 0,-2 4-42 16,-5 0-29-16,0-1-12 0,-8 2-19 16,-4 0-85-16,-2 10-69 0,-2 2-106 0,-7 1-118 15,-2 4 159-15</inkml:trace>
  <inkml:trace contextRef="#ctx0" brushRef="#br0" timeOffset="108781.19">29379 15291 1648 0,'-16'0'40'0,"5"0"28"0,3-4 49 0,2 4 55 16,3 0 54-16,-1 0 16 0,3 0 19 0,1 0-2 15,0 0-58-15,0 0-32 0,5 0-53 0,-1 0-28 16,2 0-17-16,-1 0-1 0,-2 0-23 0,4 0-1 16,-2 0 2-16,1 0 44 0,2 0-2 15,3 0-21-15,4 0-19 0,0 0-48 0,5 0 8 16,0 0 9-16,6-2-14 0,1-4 0 0,2 0 5 15,-1-2-15-15,4 1-75 0,-2-2-82 0,3 1-109 16,0-1-97-16,-1 1-77 0,-5-1-42 0,-1 0-30 16,-4 1-36-16,-4-1 23 0</inkml:trace>
  <inkml:trace contextRef="#ctx0" brushRef="#br0" timeOffset="108953.07">29485 15423 2868 0,'-10'14'20'0,"-1"-4"-10"0,3 0 24 16,2-5 31-16,1-1 17 0,2 1 38 0,0-5-6 16,3 0-21-16,0 0-37 0,0 0-25 0,9 0-18 15,3-5-3-15,3 5-18 0,4-4-42 0,5 1-83 16,3 2-147-16,3 0-128 0,1-4-123 0,6-1-107 16,4-3 33-16</inkml:trace>
  <inkml:trace contextRef="#ctx0" brushRef="#br0" timeOffset="109218.67">30590 14970 3482 0,'5'-11'39'0,"0"1"58"16,-5 4 43-16,0 0 49 0,0 2 46 0,-9-2-16 16,5 3-16-16,-1 3-44 0,5 0-80 0,-5 0-48 15,5 0 5-15,0 8 20 0,0-2 17 16,0 7 21-16,0 1 12 0,0 5-8 0,-8 5-31 15,8 4 26-15,-4 2-25 0,-1 8 9 0,2-1 19 16,-1 3-42-16,4-1-15 0,0 0-33 0,0 1 3 16,0-3-9-16,0-3-12 0,0 0 21 0,0-7-18 15,0 0 9-15,0-2 15 0,4-2-15 0,-4-2 12 16,3-2-30-16,-3-3-98 0,3 2-106 0,-3-4-126 16,0-6-106-16,2-2-64 0,-2-2-79 15,0-4-156-15,0 0-115 0,0-16 36 0</inkml:trace>
  <inkml:trace contextRef="#ctx0" brushRef="#br0" timeOffset="109906.35">31206 15043 3100 0,'5'0'18'0,"0"4"-8"15,-5-4 20-15,0 3 34 0,0 2 18 0,-6-2 33 16,-2-3 2-16,1 3-22 0,0-2-31 0,-3 2-26 15,0-2-13-15,0 3-18 0,-2-3-12 0,0 0 15 16,-2 1-22-16,2-2 19 0,0 0 3 16,2 0-12-16,1 0 17 0,1 0-10 0,0-5-8 15,2 1 8-15,3 1 3 0,-1-1-11 0,3 1 11 16,1-3-1-16,-4 0-4 0,4 0 15 0,0 2-8 16,0-5-5-16,0 3 0 0,0-3-12 0,0 1 14 15,0 1-4-15,0 0-8 0,0 0 7 0,0-2-4 16,0 2 2-16,0 1 5 0,5-3-8 0,2 3 3 15,1-1 3-15,2 0-8 0,2-1 5 0,1 2-11 16,2-1-4-16,0 1 12 0,2 1-7 0,-4 1 18 16,2 0 2-16,-3 1-5 0,0 0 3 0,-3 0-10 15,1 3 9-15,-1-1-12 0,-2-2 10 16,1 1 2-16,-5 2 3 0,2 0 8 0,-2 0-5 16,1 0-11-16,-2 0-14 0,-2 6 12 0,1 1 5 15,-1-1 69-15,4 1 0 0,1 5-4 0,-2 0-8 16,2 2-67-16,-2 6 13 0,2 2-11 15,-1 2 3-15,2 2 10 0,-6 2-7 0,0 0 5 0,0 1 0 16,0 1-1-16,-6-1-9 0,0 2 4 0,-4-2 9 16,1-1-6-16,-5 1 5 0,-2-2 6 0,-3 1-3 15,0-2 0-15,-5-2 16 0,0 0-5 0,-1-3 16 16,4 0 21-16,-1 0-5 0,2-2 22 0,2-5 6 16,3-1 15-16,2 1 29 0,2-3 6 0,3-4 10 15,2-3-27-15,1-4-28 0,-3 0-22 0,7-6-41 16,-2-3-8-16,1-2 20 0,0-4 21 15,2 2 19-15,0-2-4 0,7 2-23 0,2-4-24 16,-1 3-15-16,3-2 4 0,3 1-1 0,-1-1-9 16,2-2 3-16,2 5 0 0,-2 0-12 0,0 0 6 15,2 4-15-15,-3 1-3 0,3 2 0 0,3 6 3 16,-3 0 12-16,2 0 9 0,0 6 18 0,3 0-3 16,1 5 7-16,2-1-10 0,0 3-57 0,-2 3-75 15,3 1-58-15,0-3-88 0,3 1-37 0,1-3-32 16,-2 0-29-16,4-3-17 0,0-2-16 0,1-4-9 15,-2 0-48-15,3-3-18 0,-3 0-3 0,1-6 24 16,-4-1 33-16,4-7 46 0,-2-2 73 16</inkml:trace>
  <inkml:trace contextRef="#ctx0" brushRef="#br0" timeOffset="110437.49">32067 15134 2273 0,'17'-23'112'16,"0"0"48"-16,1 4 49 0,-6-2 91 0,-3 4-49 15,0-2 6-15,-3 3 15 0,-4 0-11 0,1-2-37 16,0 2 15-16,0 2-16 0,-1-2-28 0,0 2 11 15,-1 1-40-15,1 0 15 0,-1 0-20 0,-1-1-14 16,0 2-11-16,0-1-47 0,-8 3-8 0,3-2 9 31,-1 1-8-31,0 3-13 0,-3-1-24 0,-1 1-29 0,-1 4-29 0,-3 3 0 0,1 1 7 0,-4 0-7 16,-1 0 10-16,-4 4-19 0,0 3 6 16,-2 4-3-16,3 2 3 0,-1-1 23 0,0 3-14 15,5 2-6-15,-2 1 4 0,5 1-10 0,0 0-9 16,6 0 16-16,3 0-20 0,1 1-2 0,4-2-3 15,0 0-4-15,10 0 19 0,1-4 1 0,5 1 9 16,-2 0-4-16,4-2 4 0,1-2 9 0,3 0-1 16,0-2 7-16,3 1-6 0,0-4-3 0,-1 0 0 15,5 0 6-15,-2 0 3 0,-1-2 0 0,0 2-3 16,-1 0-6-16,-3 0-9 0,2 1 0 0,-4 2 12 16,0 2 3-16,-3-1 18 0,-4 3-12 0,1 1 12 15,-5 3-21-15,-4-1-15 0,-2 3 21 0,-3-1-18 16,0 0 15-16,0 1 6 0,0 1-3 15,-8-2 9-15,2 0-6 0,-2-1 3 0,-1-2-9 16,-3-1-12-16,3-2 18 0,-5 0 25 0,3-3 3 16,-5-1 34-16,2-1 17 0,-4-1-13 0,4-2 10 15,-6 0 4-15,2 0-5 0,1-2 9 0,1 1 18 16,-2-1-3-16,6-2-9 0,-2 0-16 0,2-7-16 16,3 0-37-16,1 2-10 0,2-6-7 0,3 1-20 15,1-3 3-15,2-1-17 0,6-3 4 0,4-1 3 16,2-4 17-16,6 0 4 0,2-1-8 15,2-4 11-15,4-2-11 0,3-1 11 0,-3-1 7 0,3 0-4 16,-2-3-4-16,-1-2-2 0,0 1-4 16,-1-2 6-16,-6-1-16 0,-2-1-33 0,-2-1-108 15,-3 1-127-15,-2-3-224 0,-5-1-304 0,-2 3-405 16,-3 0-294-16</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1612.54919" units="1/cm"/>
          <inkml:channelProperty channel="Y" name="resolution" value="1612.54919" units="1/cm"/>
          <inkml:channelProperty channel="F" name="resolution" value="1023.875" units="1/in"/>
          <inkml:channelProperty channel="T" name="resolution" value="1" units="1/dev"/>
        </inkml:channelProperties>
      </inkml:inkSource>
      <inkml:timestamp xml:id="ts0" timeString="2023-09-04T05:51:24.494"/>
    </inkml:context>
    <inkml:brush xml:id="br0">
      <inkml:brushProperty name="width" value="0.05292" units="cm"/>
      <inkml:brushProperty name="height" value="0.05292" units="cm"/>
      <inkml:brushProperty name="color" value="#FFFFFF"/>
    </inkml:brush>
    <inkml:brush xml:id="br1">
      <inkml:brushProperty name="width" value="0.05292" units="cm"/>
      <inkml:brushProperty name="height" value="0.05292" units="cm"/>
      <inkml:brushProperty name="color" value="#FFFF00"/>
    </inkml:brush>
  </inkml:definitions>
  <inkml:trace contextRef="#ctx0" brushRef="#br0">3771 2726 3128 0,'3'-7'7'0,"-3"-3"-12"0,0-1 3 16,0 0 16-16,-10-5 45 0,2-1 47 0,2 5 16 15,0 0-18-15,1 3-60 0,2 1-30 0,0 5-16 16,1 3 4-16,0 0 71 0,2 13 24 0,0 6 56 16,0 8 17-16,7 6-61 0,-2 7-26 0,2 7-62 15,-2 5-11-15,0 3 6 0,1 3 8 0,-3-1-3 16,1-1 3-16,-3-3 5 0,-1-3-23 0,0-3 4 16,0-2-10-16,0-5 6 0,-8-1 10 0,2-3-3 15,1-3 6-15,0-2-62 0,-2-2-2 16,2-4-93-16,0-3-89 0,2-1-22 0,0-5-59 15,1-3-36-15,0-3-24 0,-1-3-56 0,0-4-127 16,3-3-78-16,0-9 97 0</inkml:trace>
  <inkml:trace contextRef="#ctx0" brushRef="#br0" timeOffset="515.5">4683 2819 2850 0,'23'-15'-7'0,"-7"0"20"0,-3 0 69 16,-7 1 23-16,-1 2 67 0,-5-2-13 0,-6 0-75 15,-7 4 3-15,-1 1-23 0,-2 0 36 0,-5 4 35 16,-4-1 23-16,-2 1-48 0,-1 3-25 16,-2 2-30-16,0 0-63 0,-2 0 13 0,2 9-18 15,0 0 3-15,2 1 20 0,1 4-4 0,0 1 1 16,1 2-14-16,3 2 12 0,-1 2-18 0,4 0 10 15,2 1 24-15,1 2-21 16,2 0 26 0,3-1-78-16,4 2-46 0,-2-2-67 0,7 1-53 0,3 0 4 0,0-2-4 15,0-1 16-15,8-2-14 0,0-2 15 0,5 0-4 0,-2-4 25 0,6 0 48 0,2-3 38 16,3-2 43-16,2-2 28 0,4-2 17 16,2-4 10-16,-1 0 13 0,-5 0 21 0,0-6 21 15,-4-4 53-15,-2-3 11 0,-3-2 49 0,-2-1 32 16,-1-3-10-16,-2-4 2 0,0 1-9 0,0-4-30 15,-2-1 0-15,-1-3 1 0,-2-3-5 0,1-4 19 16,3 1 22-16,-1-3 13 0,0 3-38 0,3 1-22 16,2 4-41-16,0 7-22 0,-1 4-11 0,-1 8-2 15,2 4 9-15,-2 8 19 0,0 0-9 0,2 14 12 16,-2 4-31-16,6 5 0 0,-1 8 10 0,1 7-26 16,-2 7 8-16,-1 5-39 0,-3 5 10 0,-3 5-19 15,-3 0 3-15,-5 2 7 0,0-2-13 0,0 3-27 16,0-6-70-16,-7 0-73 0,-2-3-93 0,1-1-95 15,0-2-68-15,0-4-81 0,0 1-134 0,0-3-87 16,2 1-99-16,6-3-34 0</inkml:trace>
  <inkml:trace contextRef="#ctx0" brushRef="#br0" timeOffset="1031.34">5409 2723 2051 0,'-5'-15'8'0,"-1"1"-12"15,-1 5 15-15,-1 0 25 0,4 3 26 16,-1 0 56-16,2 2 69 0,0 0-30 0,3 2 23 16,0-1-25-16,0 2-77 0,0 0 11 0,6 0-45 15,-1-1-18-15,2 2 0 0,1 0-4 0,0-1-30 16,3 1 27-16,4-1-7 0,2-1 8 0,4 2 6 15,1-1-29-15,3 1 20 0,-2 0-14 0,2 0 9 16,1 0 2-16,-2 0-11 0,0 0 11 0,-2 5 25 16,-3 1-13-16,1 1 18 0,-2 1-12 0,-3 1-23 15,-3 3 21-15,0-1-23 0,-6 3-9 16,-1 0 34-16,0 5 2 0,-5 1-6 0,0 2 16 16,0 3-41-16,-10 1-1 0,-2 5 1 0,-1 0 6 15,0 3-1-15,-2 2-11 0,-4 1-9 0,-2 1-5 16,-1 0 27-16,2-1-3 0,-3 2 15 0,-2 0 1 15,0 0-13-15,-2-1-3 0,0-4 16 0,0 1-13 16,2-3-10-16,-2-2 7 0,2-3-2 0,0-4 3 16,4-5 10-16,2-2 35 0,0-4 37 0,6-6 47 15,3-6 30-15,3 0-17 0,2-6-59 0,0-4-32 16,2-2-16-16,3-5-15 0,-3 1 32 0,3-2-11 16,0 0-17-16,0-3-4 0,8-1-23 0,2-1 15 15,4 2-3-15,3 1 19 0,4 2-5 16,4 0 5-16,0 3-19 0,1 3-6 0,4 5 6 15,1 4-26-15,4 3 38 0,-8 0-35 0,3 7 12 16,-1 4-9-16,-1 4-61 0,0 0-46 0,-1 3-125 16,-2 1-117-16,2 5-86 0,-3 1-112 0,2 4-71 15,0 0-54-15,-2 4-95 0</inkml:trace>
  <inkml:trace contextRef="#ctx0" brushRef="#br0" timeOffset="1390.72">6490 3523 3062 0,'8'-14'0'0,"-2"-3"-7"16,-1 4 7-16,-5 1 16 0,3 2 24 0,-1-3 29 15,-2 4 26-15,3 0 13 0,-3 1 1 0,0 3 14 16,3 1-50-16,-3 2-21 0,0-1-27 16,0 3-35-16,0 0-12 0,0 0-15 0,0 0 19 15,-6 0 1-15,6 6 14 0,0 1 16 0,0 0-21 16,0 1 11-16,0 1 2 0,0-2-15 0,0 5 17 15,6-2-12-15,0-1 18 0,1 1 7 0,-1-1-23 16,1 0 8-16,-1-3 23 0,1-2 7 0,-2 0 22 16,0-4 73-16,-2 0 20 0,-3 0 38 0,0-7 15 15,0 3-60-15,0-1-15 0,-8-1-23 0,-4 0-16 16,2 0-25-16,-3 0-19 0,-2-2-36 0,-1 1-15 16,-3 0-2-16,3-4-15 0,-3 5 12 0,0-1-3 15,5 2-56-15,0 1-46 0,1-1-76 16,0 2-86-16,4 3-17 0,0 0-68 0,4 0-89 15,-2 10-37-15,6 0-70 0,1 0-43 0,0 6-5 16</inkml:trace>
  <inkml:trace contextRef="#ctx0" brushRef="#br0" timeOffset="1624.97">7097 2732 4483 0,'19'-43'24'0,"-3"6"8"0,1 9 1 16,-4 6 10-16,1 9-24 0,-3 0-3 16,-6 6 42-16,0 7 5 0,-5 0 48 0,4 16 26 15,-4 3 26-15,0 5-20 0,0 10-28 0,0 5-21 16,-7 6-65-16,2 5 1 0,5 6-9 0,-5 2 0 16,5 2-21-16,0-1 24 0,0 1-27 0,0-3-45 15,0-2-16-15,7 1-116 0,3-3-79 0,0-4-129 16,3-4-135-16,1-3-109 0,-5 0-159 0,7-4-127 15,0-7 103-15</inkml:trace>
  <inkml:trace contextRef="#ctx0" brushRef="#br0" timeOffset="2047.09">8128 2758 3869 0,'6'-29'-13'15,"-1"1"3"-15,0 0 10 0,-5 3 56 0,0 1 62 16,0-2 81-16,-5 2 47 0,-3 3 6 0,1 6-22 16,0 3-67-16,-1 5-33 0,-3 1-55 0,0 3-14 15,-2 3-15-15,-2 0-43 0,-3 7 9 0,-4 5-27 16,-1 5 1-16,-6 4 16 0,-1 7-2 0,-2 4 3 16,-4 6 12-16,3 7 6 0,1 5-18 0,5 3 11 15,0 1 7-15,8 2-21 0,2 1-6 16,7 0 26-16,4-2-40 0,6-1 20 0,0-4 6 15,11-1-50-15,4-3 0 0,7-3-43 0,1-4-41 16,7 0 3-16,5-7-27 0,0-5 19 0,5-2 32 16,2-7 16-16,1-3 36 0,2-5 17 0,-3-6 16 15,-3-4 13-15,1 0 0 0,-6 0 19 0,-4-7 11 16,-1-2-16-16,-5-4 27 0,0 0-6 0,-6-1-23 16,-3-5 23-16,-1-3-21 0,-6-4 8 15,-5-5 44-15,-3-1 4 0,-8-5 21 0,-6 1-30 0,-5-3-19 16,-5 3-27-16,-6 1-15 0,-3 5 3 15,1 2-17-15,-3 7 0 0,4 3 6 0,-1 7 8 16,0 5 1-16,2 6-1 0,2 0-6 0,1 13-46 16,2 3-76-16,0 5-84 0,4 2-125 0,4 7-69 15,-2 1-88-15,6 2-107 0,3 3-89 0,6-1-84 16</inkml:trace>
  <inkml:trace contextRef="#ctx0" brushRef="#br0" timeOffset="2531.35">9026 2870 4271 0,'37'-49'0'0,"-6"4"34"0,-1 0 43 16,-3 3 17-16,-3 5 51 0,-7 2 17 16,-1 3-12-16,-3 4 45 0,-4 8-15 0,-4 2-14 15,-5 3-11-15,0 5-38 0,-13 2-24 0,-3 2-47 16,-4 3-1-16,-7 3-36 0,-3 0-12 0,-5 8 21 15,0 2-27-15,-7 4 24 0,2 3-5 0,-1 5-23 16,-3 1-2-16,6 4-9 0,3 2 3 0,5-2-7 16,5 4 10-16,9 0-24 0,5 1-25 0,11 0 10 15,0 2-11-15,11 0 0 0,3 2-9 0,8-1-24 16,7 0-4-16,4-1-1 0,7-1 46 0,5 1 20 16,3-3 12-16,2-1 9 0,4-2-7 15,0-3 15-15,-2-2 16 0,0-1 1 0,-6 0-14 16,-3-2-1-16,-7-3-16 0,-6-1 28 0,-6 0 16 15,-5-1-13-15,-5 2 14 0,-9-3-29 0,-5 2-10 16,0 1 19-16,-13 0 0 0,-4 2 11 0,-5-1 26 16,-7 1 8-16,-4-2-5 0,-3-1 39 0,-4-1 10 15,-4-3 4-15,1-1-12 0,-1-4 7 0,1-7-23 16,5 0 19-16,3 0 26 0,1 0-34 0,8-9-12 16,1-4-37-16,5-2-36 0,5-4 9 0,4-1 0 15,5-7-12-15,6-5 6 0,0-4-27 16,11-5-37-16,6-3-2 0,7-3-12 0,4-3-5 15,7-2-37-15,5 0-22 0,9 3-40 0,3 2-56 16,2 3-64-16,1 4-86 0,0 6-111 0,-4 5-131 16,-2 9-57-16,-8 5-111 0,-1 9 112 0</inkml:trace>
  <inkml:trace contextRef="#ctx0" brushRef="#br0" timeOffset="2875.29">9959 3341 4832 0,'0'5'-17'0,"0"-2"14"0,-8 0-8 0,-1 0 8 15,9 1 42-15,0-4 3 0,0 0 39 0,0 0 9 16,0 0-28-16,0 0 9 0,0 0-54 16,0 0-11-16,0 0-1 0,0 0-31 0,0 0 18 15,0 0 5-15,0 0 6 0,7 0-3 0,1 4-9 16,2 0-8-16,2 0-11 0,3 2-4 0,0 1 18 15,-2-2-11-15,-1-2-1 0,3 0 13 0,-2-2-4 16,1 1 3-16,-3-2 19 0,-1 0 4 0,-1 0 22 16,-1-6 17-16,-1-1 9 0,-3-1 31 0,-4-5 11 15,0 0-12-15,0-4 9 0,-11-3-52 0,-3 0-27 16,-4-1 10-16,-7-1-33 0,-2 3 9 16,-1 0-6-16,1 2-15 0,3 3 0 0,2 2-17 15,2 5-32-15,5 2-77 0,3 5-95 0,5 0-65 16,3 0-108-16,0 0-40 0,4 6-70 0,0 0-93 15,0 0-49-15,0 3-125 0</inkml:trace>
  <inkml:trace contextRef="#ctx0" brushRef="#br0" timeOffset="3109.71">10748 2574 4408 0,'8'-53'64'0,"-2"5"87"0,-2 4 50 15,-3 7 71-15,-1 8-25 0,3 1-55 0,-3 7-29 16,0 8-40-16,0 13-11 0,-8 0 12 0,2 9 38 16,1 7-7-16,-2 10 11 0,3 11-31 15,1 11-41-15,2 7-22 0,1 8-52 0,0 3-7 16,0 7-19-16,4 2-4 0,5 0 13 0,-2-3 7 16,4-1-50-16,-1-4-70 0,2 0-101 0,-2-6-165 15,0-1-166-15,0-6-106 0,0-1-157 0,-4-2-227 16,3-3-103-16</inkml:trace>
  <inkml:trace contextRef="#ctx0" brushRef="#br0" timeOffset="3422.04">11246 3219 4865 0,'0'-18'8'0,"0"4"-19"0,0-2-17 15,0 4 6-15,0 1-9 0,8-4 17 0,-2 3 42 16,-1 1 8-16,0 1 17 0,1 4-14 0,-3 1-36 15,2 1 0-15,-2 4-20 0,2 0 17 0,0 0 11 16,2 7-16-16,3-1 13 0,1 2-3 0,0 0-2 16,2-1-17-16,-2 2-3 0,3-1-5 0,-1 0-28 15,4-1 17-15,-2 0-14 0,3-3 3 0,3 2 22 16,-2-3 9-16,1-2 13 0,0 0 3 0,-1-1 16 16,-4 0 5-16,0 0 34 0,-3-5 22 15,-4-2 58-15,-3-3 41 0,-5 1-24 0,0-2-13 16,-10-2-70-16,-2-3-51 0,-6-2-15 0,-4-2-3 15,-3-1-6-15,-5-1-3 0,0 1-6 0,1 2 4 16,1 3 2-16,5 3-9 0,2 4-69 0,3 9-132 16,5 0-122-16,5 0-174 0,-1 14-152 0,5 3-128 15,-1 1-193-15,5 1 127 0</inkml:trace>
  <inkml:trace contextRef="#ctx0" brushRef="#br0" timeOffset="3828.2">12521 2306 5157 0,'-8'-19'17'16,"-3"1"3"-16,3 6 3 0,3 1 20 0,-2 4 7 15,7-6-19-15,0 7 13 0,0 6-3 0,0 0-15 16,0 6 32-16,7 7 28 0,-2 5-5 16,1 6-16-16,0 7-14 0,1 5-48 0,-1 7-6 15,2 5-6-15,1 2-15 0,-2 0-38 0,-3 6-145 16,-2-3-111-16,0 1-149 0,-1-5-126 0,-1 0-108 16,0-3-136-16,0-4-122 0</inkml:trace>
  <inkml:trace contextRef="#ctx0" brushRef="#br0" timeOffset="4234.68">13054 2546 3639 0,'0'-20'5'0,"0"1"-25"0,0 1 3 0,0-2 7 16,0 3-5-16,0-3 10 0,0 2 34 15,9 0 54-15,0 2 20 0,-1 2 85 0,5-2-32 16,-2 1-57-16,3-1-3 0,2-2-53 0,0 4-9 15,6-3 22-15,3 2-19 0,2 1-23 0,3 2 15 16,2 3-21-16,-1 3-8 0,-1 0 22 0,-3 6 8 16,0 0 16-16,-4 0 39 0,-1 7 1 0,-4 1 2 15,-2 6-21-15,-2 2-11 0,1 6-25 0,-4 4-14 16,-2 5 6-16,-4 7-26 0,-5 2 11 16,0 4-2-16,-11 3-6 0,-5 3 17 0,-6 0-25 15,-5 0-12-15,-3 1 17 0,-3-4-8 0,-2-1 16 16,-4-4 4-16,1-5-9 0,-2-3-20 0,2-3 17 15,3-5 12-15,-1-3-7 0,6-3 16 0,3-5-16 16,4-3-22-16,5-3-13 0,4-5 7 0,8-1-8 16,1-3 4-16,5 0-7 0,0 0-7 0,8-6 13 15,4 0 20-15,7-1 14 0,3 1-17 0,8 0 8 16,7 0-38-16,4-1-30 0,10 1-57 0,4-1-92 16,3 2-69-16,4 1-86 0,0-1-132 0,2 1-148 15,0-1-108-15,4 0 5 0</inkml:trace>
  <inkml:trace contextRef="#ctx0" brushRef="#br0" timeOffset="4500.26">14285 2107 4229 0,'-21'-38'13'0,"-1"-1"39"0,4 5 33 15,3 2 47-15,0 5 33 0,3 0 3 0,1 5-12 16,11 3 23-16,0 6-30 0,0 5-54 0,-6 4 31 15,6 4-31-15,0 0 38 0,0 10 46 0,0 9 0 16,9 10-13-16,3 8-34 0,3 14-17 0,1 9-28 16,3 14-9-16,-1 11-6 0,-1 13-13 0,-3 9-26 15,0 5-6-15,-3 7-10 0,-2 2 6 16,0 4-10-16,-5 1 14 0,0 1-4 0,-4-4-6 16,0-1 10-16,-7-1-37 0,-2-4-37 0,-1-6-29 15,-1-7-62-15,0-5-37 0,2-10-21 0,1-10-94 16,0-10-45-16,3-13-78 0,2-10-56 0,3-10-43 15,0-11-70-15,0-9-106 0,0-16-129 0,0 0-70 16</inkml:trace>
  <inkml:trace contextRef="#ctx0" brushRef="#br0" timeOffset="5078.64">15172 2407 2997 0,'3'-8'18'0,"-1"3"-31"0,-2 2 17 0,0 0-4 16,0 2-4-16,8-3 27 0,-2 3-5 0,0 1 29 16,1 0 22-16,-1 0 47 0,3 0-3 0,-2 0-19 15,2 0-36-15,-1 0-31 0,2 0-15 0,-4 0 10 16,2 0 20-16,-1 0 6 0,2 0 17 0,-3 0-5 15,2 6-13-15,0-2 2 0,0 0 46 0,-2 3 3 16,1 3 0-16,1 1 17 0,-2 4-38 0,5 3 3 16,-3 5-8-16,-3 3-29 0,1 3-24 15,0 3-13-15,-3 2-3 0,-3 3 16 16,0-2-11-16,-9 2 14 0,-1-1-20 0,-1 1-18 0,-6-3 10 16,-1 0-21-16,-7-3 38 0,0 0-16 0,0 0 2 15,-4-4-2-15,-4 0-20 0,0-1 20 0,-4-2 7 16,-2-1-7-16,-1-5-6 0,1 0 17 0,1-4-1 15,4-2 66-15,6-1 47 0,6-4 18 0,4-7 47 16,3 0-3-16,4-7 30 0,1-4-3 0,4-1-33 16,1-7-34-16,2 0-73 0,0-7-51 15,3-4-13-15,0-1-19 0,11-3 13 0,6-2 15 0,1 0 7 16,5-1 18-16,4 5-8 0,0 3 24 16,5 6 0-16,3 5 23 0,-1 8 4 0,3 10-17 15,-2 0 8-15,2 13-22 0,0 6-7 0,-4 3-20 16,0 6-28-16,-3 2-7 0,-5 4 0 0,-4-2 0 15,1 3-7-15,-5-1-25 0,-2-2-76 0,-1 2-33 16,-4-4-111-16,2-1-87 0,2-3-31 0,-1-1-56 16,-5-5-3-16,6-3-28 0,-2-4-63 0,1-4-101 15,5 2-42-15,-2-11-62 0,3 0 116 0</inkml:trace>
  <inkml:trace contextRef="#ctx0" brushRef="#br0" timeOffset="5531.65">15967 2579 3869 0,'8'-20'87'0,"-4"3"34"0,-1 1 33 0,-2 5 26 16,-1 0-62-16,0 1 10 0,0 1 23 0,0-2-18 16,10 0 21-16,-1 2-35 0,1 1-47 0,1-1 3 15,-2-2-46-15,1 2 12 0,1 0-17 0,1 2-18 16,6-2-1-16,-1 0-19 0,5 2-7 0,3-3 7 16,0 0-1-16,3 0 27 0,2 2 5 0,-1-3 1 15,-3 0-4-15,1 0-31 0,-2 2 17 0,1 0-3 16,-6-1 6-16,-1 2 20 0,-3-3-2 0,1 4 2 15,-4-2 34-15,1 0-7 0,-4 2 28 16,-4 0 30-16,0 0-14 0,1 1 0 0,-2 1-42 16,-4 3-15-16,1 1-12 0,-1-1 3 0,-1 2 25 15,0 0 20-15,0 0-1 0,0 0-15 0,-8 5 0 16,3 0-34-16,-5-2-1 0,0 2 14 0,0-2-20 16,-2 1-4-16,-2 1-15 0,-4 0 0 0,-1 2-7 15,-6 3 10-15,-3 2 7 0,-7 3-27 0,-3 1 33 16,-5 0-6-16,-3 1-7 0,-1 1 13 0,-1 0-23 15,3-1-12-15,3 2 2 0,7-1-2 0,5 1 12 16,5 2 7-16,8 2-7 0,7 1 10 0,10 4-26 16,0 0 14-16,0 3-1 0,15 0 16 15,5 4-3-15,6 2 13 0,4-1 12 0,4 3-25 16,8-1 33-16,3 2-11 0,1-2 10 0,3-1 27 16,-3-2 6-16,-3-1 13 0,-4-5 1 0,-7 0 0 15,-7-4-33-15,-4-2-16 0,-12-3 0 0,-9-4-13 16,0 0 13-16,-19-2 1 0,-7-1-11 0,-6-1-13 15,-6-1 3-15,-7 0-24 0,-7-1-49 0,-4 0-85 16,-4-1-124-16,-1 0-167 0,1-3-200 0,0-1-214 16,6-4-303-16,7-1-170 0</inkml:trace>
  <inkml:trace contextRef="#ctx0" brushRef="#br0" timeOffset="9509.7">3668 6878 1826 0,'-5'-9'-6'0,"0"1"-2"0,2 0 2 15,-5 0 8-15,5-1-4 0,0 0 16 16,1 2 30-16,-1 0 16 0,0 3 41 0,1-2 4 15,1 3-5-15,-1 1-25 0,2 1-32 0,0 1-34 16,0 0-33-16,0 0-4 0,0 0-2 0,0 7 12 16,0 2 12-16,5 3 63 0,1 4 15 0,-1 4 6 15,3 8 50-15,1 6-50 0,-1 6-13 0,0 4-13 16,1 3-99-16,0 5 6 0,-1 1-6 0,-2-1 6 16,0 1 53-16,0-3 31 0,-2-1 6 0,-1-1 7 15,-2-3-6-15,1-4-95 0,0-3 4 0,-2-6 34 16,0-2-36-16,0-5 96 0,0-4-1 15,0-7-45-15,0-1 35 0,0-4-33 0,0-5 1 16,0-2-1-16,0-2 2 0,-5 0-8 0,0-9-6 16,0-4 17-16,1-3-9 0,-1-3 4 0,0-8-9 15,2-5-2-15,-2-5 11 0,2-6 5 0,3-4 23 16,0-3 23-16,0-1-6 0,6-2-12 0,-2 3-12 16,2 0-25-16,-3 0 25 0,-1 4-18 0,2 1 45 15,-4 4 25 1,0 1 0-16,0 3 27 0,0 4-24 0,0 4 7 0,0 4-14 0,-6 5-3 0,0 4-25 15,3 4-27-15,1 4-23 0,-1 4-13 0,1 4 3 16,1 0-5-16,1 6 25 0,0 3-5 0,0 7 18 16,0 5-8-16,0 2-15 0,0 6 8 0,0 7 0 15,4 3-3-15,0 3 12 0,-1 4 6 16,0 2-23-16,0-3 6 0,-1 4-14 0,-1-4 5 16,2 0 6-16,-3-2 17 0,3-4 4 0,-3 1-4 15,0-7-48-15,0-2-85 0,2-6-81 0,0-1-112 16,-1-7-110-16,1-3-70 0,-2-3-70 0,0-3-106 15,3-5 103-15</inkml:trace>
  <inkml:trace contextRef="#ctx0" brushRef="#br0" timeOffset="10056.76">4267 6857 2094 0,'0'-4'14'0,"0"-1"29"0,0 2 65 0,-6-4 76 16,6 3 36-16,0 1 22 0,0 0-27 0,0 0-50 16,0 3-38-16,0-2-45 0,3 2-41 0,-3 0-36 15,0 0-15-15,0 0 3 0,0 0 24 0,0 8 3 16,0 2 29-16,5 2 8 0,4 2 10 15,-3 7 8-15,-1 4-12 0,3 4-15 0,0 7-35 16,-3 3-6-16,1 3-9 0,-3 4-1 0,0 0-2 16,-1 0 3-16,1 1-11 0,-1-3 13 0,0 1-5 15,-2-4 23-15,0-4-6 0,0-1-17 0,0-5 10 16,0-5-12-16,0-1 9 0,0-7 3 0,0-2-2 16,0-4-1-16,0-3 9 0,0-2 9 0,0-6 8 15,0-1 3-15,0 0-21 0,0-6-5 0,0-3-2 16,-7-7 0-16,4-3 12 0,-2-3-5 0,0-6-4 15,0-3 1-15,-2-2-20 0,4-5 11 0,-1-2 7 16,3 0-23-16,-1 0 15 0,2 1 9 16,0-1-17-16,0 3 22 0,0-1 12 0,0 3 21 15,0 1-2-15,0 2 12 0,0 3-1 0,0 2-8 16,0 3 16-16,0 2-11 0,5 6 1 0,-5 5-27 16,5 0 3-16,-5 5-27 0,1 4-11 0,-1 0 3 15,0 2-6-15,0 0 6 0,0 9 24 0,0 3 6 16,0 4-19-16,0 4 13 0,0 5-8 0,0 3-8 15,0 7 24-15,0 0 3 0,8 4-21 0,-5 2-6 16,2 1-6-16,-2 0-74 0,-3-2-71 0,0-1-109 16,0 2-120-16,0-7-146 0,0 2-142 0,0-6-98 15,0-2-4-15</inkml:trace>
  <inkml:trace contextRef="#ctx0" brushRef="#br0" timeOffset="10541.02">4966 6948 1639 0,'2'-4'6'0,"-2"2"43"15,0-2 37-15,0 1 47 0,0 0 47 16,0-1 4-16,-7-1 23 0,2 2-11 0,0 0-11 0,-4-1-27 15,4 4-36-15,-1-2-4 0,-2 2-51 16,-1 0-5-16,1 0-33 0,-2 0-7 0,-1 6 12 16,0-1-2-16,-2 1 16 0,-1-2-28 0,0 0 4 15,-5 4-9-15,1 4 17 0,1 1 11 0,-3 4 6 16,2 0-14-16,-2 4-10 0,5 4-10 0,0 4-12 16,5 2 27-16,2 2-17 0,2 0-8 0,6 5 13 15,0-1-1-15,8 1-1 0,3-1 4 0,4-1-10 16,5 0-25-16,7-5 15 0,4-5 7 15,4-1-17-15,3-5 23 0,6-3-16 0,1-5-4 16,2-5 14-16,-1-7-17 0,0 0-5 0,-4 0-5 16,-2-7-8-16,-1-5-5 0,-4-2 5 0,-5-5 18 15,-3-3 3-15,-4-3 9 0,-5-1-12 0,-5-8-5 16,-5-1-2-16,-8-6-13 0,0-2 17 0,-13-3-9 16,-3-4 2-16,-6 2 15 0,-6-2-9 0,-4 6 4 15,-3 0 2-15,-3 8 1 0,-2 4 7 0,0 7-8 16,2 7 8-16,-2 7-10 0,-1 11 3 0,3 0 7 15,0 8-10-15,0 9 15 0,1 3-87 0,3 8-85 16,3 6-170-16,1 3-164 0,6 5-123 0,5 4-104 16</inkml:trace>
  <inkml:trace contextRef="#ctx0" brushRef="#br0" timeOffset="11010.07">5858 7000 2570 0,'0'-21'-5'0,"0"5"75"16,0 1 58-16,0 2 9 0,0 4 38 0,0 0-53 15,0 3-51-15,-7 4 24 0,1 2-32 0,-5-2-12 16,0 2 7-16,-5 0-26 0,-3 0-2 0,-1 6-21 15,-4 3-11-15,1 3-20 0,0 1 29 0,1 6 16 16,1 3-1-16,4 3 12 0,1 3-41 16,3 5 4-16,4 2 11 0,0 1-3 0,5 4 20 15,4-1-8-15,0 0-5 0,0 2 1 0,7-1-3 16,2-2 7-16,2-1 1 0,2-3 4 0,4-5-7 16,5-4-10-16,3 0-15 0,1-4 0 0,6-5 13 15,7-4-13-15,2-2 2 0,-1-6 3 0,4-4-35 16,-3 0 33-16,0-7-8 0,0-2 3 0,-4-4 31 15,-4-4-28-15,-3-3 13 0,-5-2-1 16,0-4-1-16,-7-2-4 0,-6-6 4 0,-4-2-7 16,-8-3-2-16,0-1 2 0,-8-3-10 0,-7 2-2 15,-7-1-16-15,-4 0 24 0,-4 3-4 0,-7 1 1 16,0 3 19-16,-4 6-29 0,-3 3 14 0,4 5 11 16,0 7-8-16,2 3 22 0,-1 6-19 0,4 5 2 15,5 8-34-15,2 5-58 0,5 4-59 0,3 4-119 16,1 3-106-16,5 3-85 0,6 2-93 0,2 3-77 15</inkml:trace>
  <inkml:trace contextRef="#ctx0" brushRef="#br0" timeOffset="11463.08">6819 7089 2850 0,'12'-21'9'0,"-4"2"2"0,-3-2 24 0,-3 3 34 16,1 0 8-16,-3-2 33 0,0 3 26 0,0 1-13 15,-11 3 48-15,0 3-25 0,-2 0-47 0,0 2-16 16,-4 2-81-16,0 6-7 0,-1 0 3 0,-2 0-11 16,-1 8 31-16,-1 3-8 0,-3 6-2 0,3 2 2 15,-1 3 8-15,1 4-5 0,0 3 12 0,2 3 14 16,6 2-39-16,2 3 18 0,6 3-15 15,6 0 2-15,0 2 21 0,0 1-6 0,13 1-2 16,0-2-15-16,5-1 4 0,4-2-1 0,2-3 9 16,5-2-4-16,4-5-6 0,0-4-8 0,5-3-25 15,0-4 4-15,3-4-27 0,0-5 9 0,-3-2 4 16,-3-7 12-16,-2 0 8 0,-4 0 8 0,-3-11 20 16,-2-2-20-16,-5-4 13 0,0-2-16 0,-6-3 5 15,1-6 6-15,-6-3 7 0,0-2-7 0,-8-7-9 16,0-1 24-16,-8-7-18 0,-2-2 7 0,-4-2 19 15,-5 0-47-15,-1-1 24 0,-6 5 4 0,3 1-37 16,0 9 28-16,-3 4 4 0,0 8-22 16,1 9-15-16,0 7-20 0,4 10-40 0,-1 0-42 15,0 9-26-15,0 4-89 0,1 6-80 0,1 2-61 16,4 5-71-16,2 0-83 0,6 5 14 0</inkml:trace>
  <inkml:trace contextRef="#ctx0" brushRef="#br0" timeOffset="11916.51">7866 7067 1984 0,'11'-28'40'16,"1"2"60"-16,-5 1 40 0,-7 4 74 0,0 3-8 15,0 4-30-15,0 1-13 0,0 4-60 0,-7 5-21 16,-1 4-16-16,-1 0-30 0,-2 0-14 0,0 0-10 16,-5 8-5-16,-3 1 27 0,0 0 14 0,-3 3 6 15,-3 2 7-15,0 6-30 0,0 2-21 0,2 3 5 16,-2 3-5-16,4 2-5 0,2 5 15 0,5 3-10 16,1 0-15-16,5 3 25 0,2 0-11 0,6 2 1 15,0 2 18-15,8-2-14 0,3-3 14 16,5-1 4-16,3-3-24 0,6-3 2 0,2-3-13 15,5-1-2-15,2-5 5 0,4-4-5 0,3-3 13 16,-1-6-16-16,3-1 13 0,-2-5-20 0,-2-5 8 16,-2 0 4-16,-1-7-4 0,-3-1 17 0,-1-3-20 15,-4-6 5-15,-2 0 7 0,-3-5-9 0,-1-3 7 16,-6-3-15-16,-3-6-18 0,-4-4 31 0,-4-3-10 16,-5-4 14-16,0 0 18 0,-13-4-32 0,-4 2 2 15,-5 1-5-15,0 1-12 0,-5 4 14 0,-3 2 1 16,0 7 2-16,-2 4-3 0,4 4-1 0,-2 6 21 15,1 5-19-15,2 4-22 0,1 9-44 0,-1 0-73 16,0 11-109-16,1 0-65 0,-1 5-66 0,4 3-87 16,-1 2-28-16,8 4-30 0</inkml:trace>
  <inkml:trace contextRef="#ctx0" brushRef="#br0" timeOffset="12369.54">8764 7092 2247 0,'14'-17'32'16,"-3"1"25"-16,-3-2 19 0,0 1 77 0,0 4 11 16,-2-1 12-16,-4 3 15 0,-2 0-35 0,0 3-13 15,0 1-34-15,-12 0-31 0,-3 2-34 0,0 1-29 16,-3 2 10-16,-4 2-10 0,2 0-10 15,0 0-10-15,-2 6-1 0,6 3-3 0,-3 1 19 16,5 4 17-16,-2 2 5 0,3 2 13 0,1 3-17 16,4 2-16-16,1 2-4 0,4 2-8 0,2 3 0 15,1 1 10-15,0 0-15 0,8 2 15 0,3 2 3 16,1 1-11-16,1 1 9 0,3-2-4 0,1 2-7 16,5-3-2-16,0-2 7 0,4-3-10 0,-2-1 22 15,1-4-9-15,3-5-3 0,-1-1 0 0,2-5-10 16,-3-4 17-16,1-2-2 0,-3-4-2 0,2-3-8 15,-3 0-3-15,2-8-2 0,-3-1 10 16,-1-3 13-16,1-5-2 0,-3-2-1 0,-3-4-7 16,0-3-3-16,-4-4 0 0,-4-4-8 0,-3-4 8 15,-5-6-5-15,0 1-12 0,-8-3 7 0,-3 1-6 16,-5 1-1-16,0 4 12 0,-2 3-16 0,1 8 6 16,0 4-70-16,1 9-44 0,1 5-17 0,0 11-78 15,-2 0-59-15,0 0-62 0,-1 8-80 0,-1 2-76 16,0 3-22-16,-1 1-5 0</inkml:trace>
  <inkml:trace contextRef="#ctx0" brushRef="#br0" timeOffset="12791.31">9379 7041 2170 0,'24'-16'49'16,"-3"2"27"-16,-3 0 33 0,-1 1 61 0,-4-2-27 15,1 1 35-15,-4-1 3 0,-2 4-21 0,0 4 14 16,-1-2-50-16,-3 5-19 0,-3 1-36 0,-1 0-44 16,0 0-15-16,0 1-38 0,0 1 1 0,-8 1 2 15,2 0 13-15,-2 6 30 0,0 2 11 0,-1 4-11 16,-4 3 9-16,0 3 0 0,-4 3-17 0,3 5 33 16,-3 3-10-16,2 5-6 0,1 3-11 15,3 2 1-15,4 4-22 0,0 1 5 0,7-1 18 16,0 2-26-16,11-3 34 0,0-1-8 0,4-3 0 15,3-2 7-15,4-6-20 0,5-2 8 0,1-4 0 16,4-3 28-16,4-6 22 0,1-1-6 0,3-5-23 16,0-2-8-16,2-7-10 0,-4 0 2 0,1 0 27 15,-4-12-5-15,-2-1 16 0,-1-2-11 0,-4-6 6 16,-3-2-19-16,-1-4-32 0,-2-5 16 0,-3-5-21 16,-6-5 2-16,-3-1-2 0,-10-4-22 0,0-2 8 15,0-3-5-15,-13-3 3 0,-6 1-3 0,0 4 0 16,-5 1 0-16,-3 4-3 0,0 6 9 15,1 6-9-15,-3 5-12 0,-1 8-70 0,-1 5-77 16,-3 10-110-16,-1 5-153 0,-3 0-118 0,-3 13-162 16,-3 6-49-16</inkml:trace>
  <inkml:trace contextRef="#ctx0" brushRef="#br0" timeOffset="15604.18">11777 6878 1393 0,'-6'-6'-22'16,"-2"1"18"-16,4-2 12 0,-3 1-25 0,6 0 66 15,-1 0 21-15,0 0 10 0,2 1 60 0,0 1-36 16,0 2-43-16,0 2-28 0,0 0-27 0,0 0 72 16,-3 11 76-16,3 3 26 0,-3 3 78 0,1 7-45 15,1 3-44-15,-1 8 2 0,0 5-75 0,-2 6-32 16,1 4-21-16,1 3 3 0,1 4-15 15,-2 0 5-15,1 0-9 0,0 2-12 0,1-3 2 16,-1-4-17-16,0-3 12 0,1-4-17 0,-1-5 0 16,2-4 17-16,0-4-19 0,-3-6 2 0,3-3 2 15,-2-5 8-15,2-4 10 0,-2-3 0 0,0-4 2 16,1-3 3-16,-1-4-18 0,0 0 5 0,1-8-7 16,-4-4-12-16,2-3 12 0,-4-6-7 0,2-3 19 15,-2-7-27-15,4-5 20 0,0-5-7 0,-1-7-13 16,4-2 20-16,0-6-7 0,0 2 4 0,0 0-14 15,5-2-5-15,0 3-5 0,2 1 17 0,-3 3 17 16,0 5-2-16,0 4 2 0,-1 2-12 16,-1 1 10-16,-2 3 14 0,0 2 13 0,0 5 32 15,0 2-19-15,0 2 22 0,0 2-6 0,0 2-38 16,0 4 4-16,0 1-16 0,0 3-16 0,0 2 5 16,0 3-8-16,0 6-2 0,0 0 25 0,0 11 29 15,0 5 24-15,0 6-1 0,6 8-18 0,-1 3-17 16,-1 10-1-16,-1 4 7 0,-1 5 10 0,1 2-16 15,-1 2-16-15,-2 4-2 0,0-3-19 0,0 2 18 16,0-4-4-16,0-1-9 0,0-4-2 0,0-4-6 16,-7-3 6-16,7-4 0 0,0-4 7 0,0-8-2 15,-3-1-13-15,3-5 5 0,-4-7 16 0,4-4-5 16,0-3 13-16,0-2-3 0,0-5-37 16,0-8-13-16,0-1-19 0,0-8 7 0,-7-2 12 15,-1-8 26-15,0-7 1 0,3-5-6 0,-5-7 0 16,3-3-3-16,2-5 24 0,2 1-29 0,2-1 19 15,1 1-11-15,0 2-16 0,0 0 32 0,4 5-16 16,3 3 1-16,-4 4 20 0,0 4 16 0,-1 2 14 16,1 7-6-16,1 1-21 0,-4 6-22 0,0 6-7 15,0 2-8-15,0 5 5 0,0 0-6 0,0 4-5 16,0 2 22-16,0 0 0 0,0 9-8 0,0 2-65 16,-7 4-111-16,4 5-116 0,-2 2-186 0,-2 6-119 15,-1 4-165-15,-1 0-9 0</inkml:trace>
  <inkml:trace contextRef="#ctx0" brushRef="#br0" timeOffset="17791.9">12513 6970 1543 0,'0'0'-4'0,"0"-4"6"0,0-2-8 0,0-1 22 16,0-2 22-16,0 1 33 0,-7 3 49 0,1 0 4 15,0 2 9-15,-1 2-21 0,-1-1-16 16,-2 0 2-16,-3 2-14 0,-3-1 2 0,-2 1 34 16,1 0-16-16,-2 0-4 0,-3 0-9 0,0 5-33 15,4 2 14-15,-2 3 5 0,0 4-6 0,0 2-24 16,2 6 5-16,0 1-3 0,-1 5-6 0,4 5 5 16,0 3-26-16,5 4-20 0,1 0 20 0,4 4-12 15,5 0-3-15,0 1 11 0,5-1-16 0,6-1 8 16,2-3-5-16,4-2 0 0,2-5 4 0,7-2-9 15,-1-6 8-15,5-4 4 0,3-5 0 0,5-3-14 16,4-5 4-16,0-5-12 0,2-3-9 0,0 0 16 16,-1-9-6-16,-5-3 1 0,1-2-6 15,-5-4 16-15,-6-4-7 0,-1-3-3 0,-5-3 6 16,-3-5-17-16,-4-4 24 0,-3-5 2 0,-6-1 0 16,-6-3-19-16,0-1 5 0,-9 1-5 0,-7-2-8 15,0 4 30-15,-6 0-39 0,-2 4 16 0,-1 2 4 16,-2 5-6-16,0 3 15 0,-3 6-12 0,0 3 20 15,0 7-20-15,2 2-32 0,-2 12-69 0,1 0-103 16,2 0-118-16,1 5-76 0,2 6-95 0,0 0-96 16,3 4 97-16</inkml:trace>
  <inkml:trace contextRef="#ctx0" brushRef="#br0" timeOffset="18260.93">13390 6867 3260 0,'0'-10'-10'0,"0"0"8"0,0 1 0 0,0 0-1 0,0-3 35 0,0 4 35 15,-5 2 15-15,1 1-9 0,-1 5-10 0,0 0 34 16,1 9 11-16,-1 3 43 0,-2 5 3 0,1 7-63 15,1 7-26-15,0 6-23 0,1 6-8 0,3 5 8 16,1 7 9-16,0 2 5 0,0 1-16 0,7 2-24 16,-1-2-8-16,2 1-24 0,-1-5 29 0,-2-2-13 15,2-4 11-15,-4-4 0 0,2-4-22 0,-2-5 19 16,-1-6-3-16,0-3-7 0,-1-6 5 16,-1-5-6-16,0-2-3 0,2-5 25 0,0-2-5 15,-2-6-4-15,1 0 4 0,1 0-14 0,-2-11 0 16,1-3 3-16,2-3-6 0,-3-5-2 0,0-7 15 15,0-5-1-15,2-7-23 0,-2-3 20 0,1-5-23 16,-1-3 6-16,0-1 14 0,0-1 5 0,0-1 19 16,0 2 17-16,-6 0 38 0,6 3 1 0,-6 4 17 15,1 3-14-15,0 2-18 0,-3 3-23 0,1 3-14 16,0 4 6-16,1 4 3 0,-1 5 0 16,-1 2-37-16,1 7-9 0,2 2-43 0,0 5 24 15,2 6 22-15,1 0-3 0,-2 11 15 0,-1 7-94 16,-3 4-140-16,0 4-176 0,-1 9-256 0,-5 5-246 15,1 8-172-15</inkml:trace>
  <inkml:trace contextRef="#ctx0" brushRef="#br0" timeOffset="24339.75">14250 6917 1885 0,'0'0'29'0,"0"5"44"0,0-5 56 0,0 0 47 15,0 0 69-15,0-9 13 0,0 5 22 0,0-5-8 16,0 3-42-16,-8-2-53 0,2 1-39 0,-3 0 0 16,1 2-61-16,-2-1-5 0,-1 1-36 0,0 0-43 15,1 1 25-15,-2 2-18 0,1 2-18 0,-5 0 18 16,0 6-32-16,-6 3 32 0,1 3 11 0,-4 4-11 16,-5 2 18-16,0 4-10 0,-2 3 2 15,-2 0 9-15,2 4 4 0,0 2 1 0,5 3 5 16,1 0 11-16,2 2-3 0,2 2-8 0,6-1 3 15,4 0-11-15,4 0-10 0,8-4 16 0,0 0 8 16,6-1-19-16,8-4 0 0,4 0-2 0,7-1-6 16,8-5 8-16,2-3-10 0,9-1-1 0,2-5-5 15,5-1-3-15,1-4 9 0,0-3 10 0,2-5-13 16,-1 0-12-16,-5 0 4 0,1-9-36 16,-5-2 14-16,0-3 6 0,-6-1-22 0,-3-3 8 15,-3-4 6-15,-4-4-6 0,-4-3 40 0,-4-2-5 16,-4-4-13-16,-8-2 13 0,-2-3-21 0,-6-2-6 15,0-1 6-15,-14 0 3 0,0 2 15 0,-8 0 0 16,-3 1 8-16,-2 3-5 0,-5 2-26 0,-1 3 18 16,-2 4-54-16,-3 3-36 0,0 9-60 0,0 2-41 15,5 5-21-15,0 7-43 0,3 2-49 0,2 0-60 16,2 7-34-16,7 0-58 0,4 4-2 0,0-1-26 16</inkml:trace>
  <inkml:trace contextRef="#ctx0" brushRef="#br0" timeOffset="24996.34">15152 6865 3147 0,'0'-5'30'0,"0"-2"-27"0,0 2 25 15,0 0-26-15,0 3-9 0,0-5 64 0,0 4-30 16,0 3 30-16,0 0-26 0,-5 0 8 0,5 7 54 16,-6 2 51-16,1 5 4 0,5 3-17 0,0 5-47 15,0 4-38-15,0 5 26 0,0 4-28 0,0 7 1 16,8-1-22-16,0 3-26 0,-1 4 3 16,0-2-2-16,-2 2 10 0,1-2-11 0,-3 0 11 15,2-5-3-15,-1-3-13 0,1-1 16 0,-2-4-26 16,-3-6 15-16,4-1 1 0,-3-4 5 0,1-6 10 15,-2-1-19-15,0-4 6 0,0-3-8 0,0-4 14 16,0-2 17-16,0-2 1 0,0 0-16 0,0-4-13 16,0-6-14-16,0 1 9 0,-7-6 15 0,-1-2 5 15,2-5-10-15,0-5 6 0,1-2-14 0,0-4 5 16,0-2 5-16,2-5-9 0,-3-2 17 0,3-1-23 16,3-3 21-16,-1 1-8 0,1-2-2 15,0 0 12-15,0 1-26 0,0 1 88 0,0 2 22 16,4 8 21-16,2 0 36 0,-3 8-83 0,1 1-7 15,-3 8 8-15,3 3-35 0,0 5-7 0,-2 4-32 16,0 3-9-16,1 3 11 0,0 0 31 0,1 7 28 16,1 5 1-16,2 3 2 0,-1 5 1 0,2 5-3 15,3 5 10-15,-2 5 3 0,-1 0-18 0,0 4-5 16,-2 0-32-16,-1 2 8 0,0 2-20 0,-2-2 3 16,-3 2 14-16,2-2-17 0,0 2 3 0,-2-2-3 15,0-1-12-15,0-5-8 0,0-1 14 0,0-3-12 16,0-5 12-16,0-1 12 0,0-5-3 0,0-2 3 15,0-4-12-15,0-2 6 0,0-3-12 0,0-4 15 16,0-1 0-16,0-2 5 0,0-2 7 0,0 0-9 16,0-7 17-16,0-2-23 0,0-5-9 15,0-2-5-15,-7-6-16 0,2-4-17 0,0-5-17 16,1-7-41-16,-2-5 3 0,2-4-9 0,0 0 5 16,0-3-3-16,1-3-35 0,0 3 12 0,0-1-39 15,1 5-25-15,-3 7-35 0,-1 4-70 0,5 5-122 16,-2 7-111-16,-1 6-181 0,3 7-110 0</inkml:trace>
  <inkml:trace contextRef="#ctx0" brushRef="#br0" timeOffset="27496.62">16244 6907 1737 0,'2'-3'8'15,"-2"-1"-13"-15,0 1 34 0,-8 1 49 0,0-2 27 16,0-1 55-16,0 3 6 0,-4-1-41 0,0 0 36 16,0 3-43-16,-4 0-28 0,1 0-4 0,0 0-70 15,-3 0 7-15,1 6-4 0,-2-1 11 0,0 2 33 16,2 1 14-16,-1 4 3 0,-1 0 0 0,-1 4-32 15,6 4 2-15,-5 2-9 0,3 2 0 16,0 2 22-16,3 4-19 0,1-2-8 0,6 5-14 16,1 0-17-16,1 2-2 0,4 1 21 0,0 0 1 15,9 3 10-15,1-1 12 0,3-3-19 0,4 0-3 16,1-2-15-16,6-5-8 0,-2 0-2 0,2-5 13 16,3-2 10-16,-1-7-18 0,4 0 25 0,2-3-22 15,-2-5-1-15,2-1 1 0,-1-5 2 0,-4 0 18 16,-2-6-3-16,-3-3-10 0,-2-3-25 0,-2-3-8 15,0-5 5-15,-4-2 24 0,-1-5 1 0,-2-5 1 16,-2-5 0-16,-1-4-31 0,-8-2 23 0,0-2-7 16,0-1-14-16,-9 0 19 0,-4 0-21 15,0-1 16-15,-1 5-9 0,-3 3 6 0,-2 1 8 0,5 3-6 16,-4 8 1-16,-1 1 4 0,0 4-4 16,2 8-11-16,-4 1 18 0,-2 4-43 0,-1 5-44 15,3 4-70-15,-2 0-109 0,-1 0-68 0,0 11-54 16,2 1-40-16,-2 0-44 0,5 4-20 0,0-1-26 15</inkml:trace>
  <inkml:trace contextRef="#ctx0" brushRef="#br0" timeOffset="27996.96">17098 6911 2508 0,'-13'-7'-11'0,"-3"1"7"0,-4 0-1 16,0 3 10-16,0-2 84 0,1-1 12 0,4 1 47 15,2 4 14-15,2 1-41 0,0 0-20 0,3 0-42 16,-2 0-23-16,0 6-24 0,0 0 41 0,-1 2-7 15,-3 6 32-15,-1 3-32 0,-2 4-19 0,4 5-2 16,-1 4-20-16,1 2 19 0,4 3-4 16,-2 4-2-16,8 0-9 0,-2 1 9 0,5-1-21 15,0 0 20-15,8-1-14 0,4 0 9 0,3-3 6 16,2-4-23-16,-1-4 20 0,4-2-15 0,2-4-20 16,3-7 12-16,3 0-36 0,2-7-13 0,2-2 20 15,1-5-14-15,1 0 38 0,1-7 18 0,-2-1-5 16,-1-6 10-16,-4-3-22 0,-3-2 2 15,-3-6 12-15,-5-3 3 0,-3-5-2 0,-6-5 6 0,-2-5-6 16,-6-3-16-16,0-3 8 0,-9 0-14 0,-4-1 9 16,-2-1 15-16,-6 7 15 0,-1 0-3 0,-4 7-15 15,1 2-4-15,1 7-13 0,-3 4 0 16,2 9 3-16,-2 4 7 0,4 5 5 0,0 6-57 16,0 0-43-16,-1 7-70 0,4 3-145 0,-1 1-41 15,0 5-99-15,5 0-57 0,1 0-45 0</inkml:trace>
  <inkml:trace contextRef="#ctx0" brushRef="#br0" timeOffset="28418.71">17941 6861 3213 0,'6'-14'4'0,"0"-2"-1"0,-6 1-8 0,0-1 10 16,0 1 38-16,0 2 29 0,-6 2 27 0,0 0 0 16,-7 6-18-16,0 1-14 0,-4 2-8 0,-2 2 6 15,-5 0-17-15,-1 0-25 0,-5 7-3 0,0 3-10 16,-2 2-20-16,1 5 25 0,-2 1-5 0,3 6-4 16,1 2 29-16,2 7-22 0,3 3 20 0,2 2 16 15,5 1-21-15,6 3 11 0,1 2-15 16,4 0-19-16,6 1 5 0,0-1 6 0,14 1-11 0,1-2 11 15,3-3 0-15,6-1-16 0,4-4 7 16,6-4-12-16,2-2-10 0,5-5-14 0,3-3-13 16,3-6-15-16,1-2-5 0,-2-5 27 0,3-5 11 15,-4-3 17-15,-3 0 10 0,-4-9 4 0,-3-4-12 16,-5-1 10-16,-2-7-8 0,-1-1 6 0,-7-7 4 16,-5-6-1-16,0-4 14 0,-8-4-38 0,-7-4 8 15,0-3-10-15,-11-6 5 0,-3-1 17 0,-6 0-12 16,-4-4 12-16,-4 6-2 0,-4-1 8 0,-1 3-3 15,-2 6-15-15,-2 8-15 0,-2 7-35 0,-4 7-59 16,4 9-74-16,-3 5-135 0,0 11-116 0,-1 0-119 16,3 9-150-16,0 6 80 0</inkml:trace>
  <inkml:trace contextRef="#ctx0" brushRef="#br0" timeOffset="30184.72">20242 6847 2759 0,'-15'-6'22'0,"-2"-1"-53"0,-1 1 42 0,-2 0 2 0,4-2-1 16,-3 0 67-16,-1 0-23 0,0 4 11 15,1 2-14-15,-1 2 13 0,1 0-19 0,-2 0-3 16,-1 11 18-16,-2 2-31 0,-1 2 12 0,-2 5 0 16,-1 3-14-16,1 5 3 0,2 4 11 0,2 0-16 15,5 2 8-15,0 0-1 0,7-1-34 0,5 3 0 16,2-3-5-16,4 0 2 0,0-2 21 0,10 2-9 15,1 0-1-15,7-4-3 0,-3-2-10 0,8-2 2 16,3-2-2-16,6-3 0 0,1-4 3 16,4-5-10-16,4-2-35 0,-2-4 1 0,3-5-19 15,1 0 19-15,-4 0 24 0,-3-11 8 0,-3-1 24 16,1-2-6-16,-6-5 6 0,-4-3 2 0,-2-7-12 16,-6 2-2-16,-1-4 2 0,-4-4-17 0,-6-1 24 15,-5-2 5-15,0 0 7 0,0 0 15 0,-11 1-8 16,-5-1 18-16,-3-1-15 0,0 3-2 0,-4 1-27 15,0 3-5-15,0 4-9 0,-4 2-4 0,3 4 4 16,0 4 9-16,1 5 10 0,1 4-19 0,0 5-25 16,1 4-83-16,0 0-109 0,3 6-64 0,-2 3-54 15,5 2-52-15,0 1-22 0,1 3-36 16,5-1-16-16</inkml:trace>
  <inkml:trace contextRef="#ctx0" brushRef="#br0" timeOffset="30637.73">21033 6944 2895 0,'9'-13'-2'0,"-9"-1"29"0,0 3 29 0,-9 1 29 15,1-1 25-15,-4-1 9 0,1 3-16 16,-5 2-11-16,-1 1-25 0,-2 2-45 0,1-1 3 15,-2 5-18-15,-1 0 1 0,-1 0 2 0,-2 0-5 16,4 8-3-16,-1 1-2 0,1-1 13 0,2 4-18 16,2 3 10-16,-1 2 0 0,6 3 7 0,1 2 8 15,1 4-13-15,3 2 16 0,-1 0-9 0,4 3-9 16,3 2 3-16,0 2 2 0,0-2-13 0,11 0-7 16,2 0-24-16,1 0-16 0,2-2-38 0,1-4-15 15,5-2 7-15,2-4-34 0,0-3 57 0,5-6-5 16,1-1-1-16,1-5 33 0,2-6-15 0,2 0 43 15,0 0 20-15,-4-9-4 0,1-5 25 16,-4-1 12-16,2-5 23 0,-6-3 19 0,-2-3-2 16,-3-1 3-16,-3-3 17 0,-3-5-16 0,-4 2-21 15,-9-5-14-15,0 0-34 0,0-4 12 0,-8 0 7 16,-2 1 6-16,-5-1 4 0,-2 3-6 0,-4 3-8 16,-3 3-18-16,-1 6-12 0,0 5-5 0,-2 7-5 15,-3 6 15-15,0 9 0 0,4 0-25 0,0 0-36 16,2 11-72-16,0 2-65 0,7 5-105 0,-2-1-62 15,8 1-86-15,2 5-90 0,2 1-49 0</inkml:trace>
  <inkml:trace contextRef="#ctx0" brushRef="#br0" timeOffset="31091.04">22123 6886 3194 0,'19'-19'9'0,"-8"3"-7"16,-2 1 8-16,-9-1 28 0,0 3 32 0,0 0 19 15,0 1 0-15,-14 2 12 0,1 1-27 0,-4 3 13 16,0-1-4-16,-7 2-35 0,-3 1-18 0,0 2-28 16,-4 2 4-16,-1 0-4 0,-1 7-4 0,0 1 4 15,-1 4-5-15,4 1 11 0,-1 6 7 0,2 3 13 16,2 3 11-16,2 2-13 0,3 1-1 15,-2 4-9-15,7 0 2 0,2 1-2 0,2 2 20 16,4 0-31-16,9 1 6 0,0-3-11 0,0 3-16 16,12-5 3-16,7-1-41 0,2-2-3 0,5-3-32 15,4-1-8-15,1-5 22 0,4-3 7 0,3-4 21 16,0-3 25-16,2-3 2 0,1-6 13 0,-5 0 7 16,2 0 5-16,-4-9 0 0,-3 2-13 0,-2-4 18 15,-4-2 15-15,-5-2 10 0,0-2 12 0,-3-4 10 16,-4 0-11-16,-1-2-9 0,-4-3-1 0,-3-1-36 15,-5-1 2-15,0-2-2 0,0-2-5 0,-7 1 8 16,-2-2-8-16,-7-3 0 0,2 1-5 0,-7 1-11 16,1 3 4-16,-3 4-34 0,0 4-18 15,-2 2-47-15,-1 9-61 16,0 2-30-16,0 5-85 0,1 5-39 0,-2 0-52 0,2 13-59 0,1 0-38 16,0 3-29-16</inkml:trace>
  <inkml:trace contextRef="#ctx0" brushRef="#br0" timeOffset="31528.45">22893 6909 3156 0,'2'-15'2'0,"-2"0"3"16,0 3 11-16,-7 2 32 0,7 0 46 0,-8-3 7 15,0 0-4-15,-4 3-27 0,-1-1-3 0,-4 5 13 16,-3-2 3-16,-3 3 10 0,-4 0-50 0,-3 2-31 16,0 2-4-16,2 1-6 0,-1 0 1 0,4 6 10 15,2 4-3-15,6 1 13 0,0 6-5 0,3 1 3 16,1 7 2-16,0 2-18 0,2 4 16 0,6 5 8 16,1-1-1-16,4 2-18 0,0 1 1 15,8 2-32-15,1-5-33 0,4-1-13 0,-4-4-20 16,4-3-29-16,3-1 5 0,1-6 27 0,5 0-15 15,0-5 52-15,5-3 1 0,3-2-3 0,2-4 25 16,3-6 10-16,-1 0 7 0,0-5 14 0,-1-4 12 16,0-2 1-16,1-3 28 0,-3-4 13 0,-2-2-27 15,1 1 3-15,-4-5 0 0,-2 0-5 0,-5-3 45 16,2-4-17-16,-6 0-2 0,-4-4-23 0,-4 0-20 16,-7-3-2-16,0-2-8 0,-11 0 3 0,-5 1-11 15,-5-1 1-15,-2 5-9 0,-6 2 6 0,-2 4-5 16,-3 2 5-16,4 5 20 0,-1 3-12 0,-3 7 7 15,1 4-50-15,0 8-85 0,4 0-75 16,-1 8-74-16,0 3-114 0,2 5-59 0,3 6-55 16,0 0-90-16,5 5 48 0</inkml:trace>
  <inkml:trace contextRef="#ctx0" brushRef="#br0" timeOffset="31981.77">23834 6867 2905 0,'16'-10'2'0,"-2"0"-2"0,-6 1 21 0,-4-1 32 16,0 3 5-16,-4-3 12 0,0-1 17 0,-8 3 6 15,-4 1 23-15,-2 0 0 0,-2-1-43 16,-2 4-41-16,-4-1-24 0,-1 1-6 0,1 1-12 15,0 3 10-15,0 0-2 0,0 7-1 0,0 2 8 16,0 3 10-16,1 3-10 0,-1 4 0 0,1 3 20 16,4 3-17-16,0 3 16 0,2 1-6 0,3 1-4 15,4 2 14-15,4 0-21 0,4 0 8 0,0 0 0 16,9 1-15-16,1-2 3 0,5-1 2 0,2 0-20 16,2-1-13-16,6-3-19 0,2-5-8 15,3-2 6-15,0-3 19 0,3-4 32 0,2-1-9 16,0-6 17-16,2-2-5 0,-3-3-12 0,-2 0 11 15,-5-9-13-15,3-4 9 0,-3-3 24 0,0-4 13 16,-4-2 23-16,-2-4-8 0,-4-3 3 0,0-5-17 16,-4 0-20-16,-3-4 15 0,-3-4-5 0,-7 0 13 15,0-2-11-15,-12 3-9 0,-2-2-26 0,-2 2-3 16,0 2-13-16,-3 6 1 0,1 2-1 0,0 6 1 16,-1 4-28-16,1 6-69 0,0 4-61 0,-3 11-167 15,-1 0-57-15,-4 0-93 0,1 11-112 0,-2 4-34 16</inkml:trace>
  <inkml:trace contextRef="#ctx0" brushRef="#br0" timeOffset="32559.76">24760 6778 2877 0,'2'-5'67'0,"-2"4"29"16,0-3 43-16,0 3 41 0,0-3-47 15,-8 2 17-15,0-2-36 0,0 0-21 0,-1 1 5 16,-1-2-5-16,-4 1 10 0,-1 1-41 0,-2 1-18 16,0 1-36-16,-7 1-34 0,-1 0 31 0,-4 6 1 15,-2 5 2-15,-1 4 10 0,-3 3 6 0,0 3 15 16,2 4-2-16,1 4 11 0,4 2-5 0,1 3-16 16,4 2-6-16,4 0 0 0,8 1-7 0,3-3-12 15,3 3 6-15,5-4-10 0,0 1-1 0,11-3 8 16,6-1 4-16,3 0-20 0,6-1-50 0,6-4-27 15,4-3-31-15,5-2-15 0,2-3 44 16,4-5 15-16,-1-6 31 0,0-1 24 0,-5-5 12 16,2 0-4-16,-5-10-1 0,1-1 21 0,-5-6 2 15,-3-3 23-15,-4-4 15 0,-4-5 22 0,-1-4-19 16,-7-5-27-16,-4 0-14 0,-6-5-18 0,-5-1 11 16,0 1 7-16,-13-2-10 0,-2 4-13 0,-5 0-15 15,-2 1 17-15,1 5-7 0,-5 4-13 0,2 5 23 16,-3 6-17-16,1 4 12 0,-1 7-2 15,-2 5-16-15,3 4-49 0,-5 6-45 0,1 6-57 0,0 2-69 16,0 5-102-16,0 3-55 0,6 2-64 16,5 5-71-16,7-1-19 0,12-1 95 0</inkml:trace>
  <inkml:trace contextRef="#ctx0" brushRef="#br0" timeOffset="33013.25">25731 6850 3062 0,'9'-12'2'0,"-5"2"5"0,-4 1-9 16,0 0 11-16,0-2 10 0,-13 0 31 0,2 1 40 15,-5-1 30-15,-3 3 8 0,-3-1 4 0,-1 0-38 16,-3 4-22-16,-4-1-24 0,1 1-46 0,1 3 13 15,1 2-15-15,4 0 10 0,-1 9-4 0,5 3 6 16,-3 3-7-16,6 4 10 0,-3 6 0 0,2 1-15 16,2 6 21-16,0 3-4 0,0 4 9 0,1 1-1 15,6 2-17-15,3 2 3 0,4 1 4 0,1-2 3 16,0-3-2-16,11 0-19 0,3-3-5 0,4-3 0 16,2-4-10-16,4-4-20 0,2-3-10 15,4-5 7-15,2-4-2 0,3-3 23 0,1-4 4 31,4-7 4-31,-2 0 2 0,-2-4 17 0,-1-5 6 16,-2-3-8-16,-4-6 8 0,-3-2-11 0,-5-7-2 16,0-2-15-16,-4-4 15 0,-3-5-2 0,-6-4 4 15,-4-1 18-15,-4-4 6 0,0 1-6 0,-8-1 18 16,-5 0-21-16,-1 5-14 0,-2 3 5 0,-2 6-16 16,1 5 3-16,-2 6-3 0,-1 4 0 0,0 8-2 15,0 5 0-15,0 5-52 0,-1 0-62 0,-1 8-77 16,0 3-128-16,-2 3-46 0,-2 2-89 0,3 3-101 15,-2 3-41-15,3 2 65 0</inkml:trace>
  <inkml:trace contextRef="#ctx0" brushRef="#br0" timeOffset="34372.69">26558 6834 1959 0,'7'-3'21'0,"-2"0"-9"0,-5 2 13 0,0-1-12 0,0 0-24 0,0 1 45 31,-9-1 13-31,1-2 91 0,0 2 74 0,2-1 6 16,-3 3 19-16,2 0-62 0,-1 0-59 0,0 0-28 0,-3 0-21 0,2 0 3 0,-1 0 3 15,-2 0-15-15,0 0-8 0,-1-5 11 0,0-1-3 16,-4 3-1-16,2 3-15 0,-4-3-34 0,3 3-18 16,-3 0 25-16,2 0-7 0,-4 0 7 0,3 9 8 31,-2-1-13-31,2 2 15 0,1 3-13 0,0-2 1 0,4 4-10 0,-1-1-23 0,5 3 25 0,1 1 0 16,2-1 0-16,3-1 23 0,3 2-8 0,0-3 6 15,0 1 13-15,6-4 5 0,2 0 5 0,-4-3-10 16,1-1-14-16,3-1-1 0,0-4-11 15,-5 1 16-15,0 0 0 0,2-4 21 0,-2 2 17 16,-1-1-14-16,1-1 0 0,-1 0-45 0,-1 0-26 16,-1-9-25-16,0 0-16 0,0-4 11 0,0 0-15 15,0-4 26-15,0-1 24 0,0 1-13 0,0 0 18 16,0 2-2-16,0-1-9 0,0 2 11 0,0 3 3 16,5-1 3-16,-1 1 2 0,0 1 15 0,-1 1 12 15,2 1-9-15,-2 1 8 0,2 0 19 0,-2 1 13 16,0 1 28-16,5-1-17 0,-3 0 4 0,-2 1-19 15,0 1 6-15,-1 0 14 0,-2-2-16 0,0 3 6 16,0 0-12-16,0 1-1 0,0-1-6 0,0 3-8 16,0-1-20-16,0 1-11 0,0 0-18 15,0 0 7-15,0 0-1 0,0 6 26 0,0 0 5 16,0 2-10-16,0 4 10 0,0 4-25 0,0 4 26 16,4 3 8-16,1 5-5 0,3 4-6 0,-3 1 12 15,-1 5-1-15,1 2-25 0,-2-1 23 0,1 4-35 16,-1 0 3-16,-1-2 12 0,0 0-12 0,0-2 6 15,-2-2-12-15,1-2 3 0,1-3 0 0,0-5-6 16,-1-4-5-16,-1-4-4 0,0-3-11 0,0-5-3 16,0 0 1-16,0-5-1 0,0-2 24 0,0-2 5 15,0-2 3-15,0 0 17 0,-6-6-17 0,2-2-11 16,0-3-7-16,3-7 21 0,-4-2-3 0,2-6-3 16,-4-4 12-16,2-6-18 0,2 0 18 0,-1-4-4 15,2 0-7-15,2-1-1 0,0-2 6 16,0 4 31-16,0 2 33 0,8 2-12 0,-3 1-3 15,-1 3-5-15,1 0-35 0,-2 5 8 0,1 3-5 16,1 4 0-16,-1 2 14 0,-4 3 4 0,1 3-12 16,-1 3-21-16,0 4-3 0,2 1-9 0,-2 2 12 15,0 1-9-15,0 0 0 0,0 0-3 0,0 8-9 16,0 4 27-16,0 4 6 0,0 3 15 0,0 5-1 16,6 5-2-16,-1 4-3 0,2 3-18 15,-1 2 9-15,-3 1-27 0,0 4 15 0,0-2 7 16,-1 1-14-1,-1-2 22-15,1-3-36 0,0 1 6 0,-1-6-20 16,-1-1 2-16,2-4-11 0,-1-2-67 16,1-6 15-16,0-1-28 0,-2-5 24 0,1-2 43 15,-1-5 18-15,0-1 22 0,0-2 0 0,0-3 17 16,0 0-22-16,0-8-6 0,0-3 5 0,-6-3-2 16,1-4 34-16,0-5-4 0,-1-7-2 0,-5-4 11 15,5-3 6-15,-1-3 10 0,1 0 27 0,2-2 5 16,-1 1 0-16,5 1 41 0,0 2-7 0,0 1-4 15,0 3-30-15,0 1-6 0,0 3-6 0,0 3-5 16,5 4 26-16,-5 4-23 0,0 4 1 0,4 3-1 16,-4 5-18-16,0 0-5 0,0 4-13 0,0 1-6 15,0 1-18-15,0 1-13 0,1 0-11 0,-1 0 0 16,0 0 24-16,4 10 9 0,-3 0 30 16,2 5-3-16,-1 6-12 0,1 4 3 0,0 6-6 15,2 4 7-15,3 4 2 0,-5 3-3 0,0 1-12 16,-3 0 0-16,3 1 7 0,-1-2-20 0,-2-4 13 15,0 0-6-15,0-3 0 0,2-2 3 0,-1-6-24 16,-1-2-19-16,2-4-23 0,-1-5 8 0,-1-3 13 16,0-1 18-16,2-6 33 0,-2-2-9 0,0-4 18 15,0 0-12-15,0 0-38 0,0-8 11 0,0-1-27 16,0-5 27-16,0-2 24 0,0-5 0 0,0-4 15 16,-8-6-21-16,3-3 9 0,-1-3-3 15,0-3 6-15,1 1 12 0,3 1 17 0,2-3 7 16,0 5 15-16,0 1 4 0,0 4-19 0,0 1 31 15,0 3-30-15,5-1 12 0,3 0-6 0,-5 0-28 16,2 2 10-16,1 0-6 0,2 1 10 0,0 5 2 16,-2 1 14-16,1 2-11 0,-4 4-8 0,0 5-23 15,0 3-18-15,-3 2-13 0,0 3 3 0,0 0 19 16,0 10 25-16,0 5 6 0,0 7 1 0,0 4 3 16,-4 5-19-16,4 9 7 0,-5 4-23 0,3 4 6 15,-1 2-15-15,3 2 12 0,-3 0 19 0,3 0-38 16,-4-3-62-16,3-1-142 0,1-1-186 0,0-4-212 15,0-5-216-15,0-5-345 0,0-4-40 0</inkml:trace>
  <inkml:trace contextRef="#ctx0" brushRef="#br0" timeOffset="37294.91">27873 6907 2508 0,'-14'0'-9'0,"3"0"-9"16,-3 0 12-16,-2 0-7 0,2-7 2 15,-3 2 18-15,-2 1 15 0,3 4 6 0,-3 0 21 16,3 0 45-16,-5 9-26 0,4 0 2 0,-4-1-16 16,3 6-8-16,0 2 23 0,1 3-11 0,-1 3 14 15,3 3-49-15,2 3-13 0,0 3 1 0,4 4 6 16,1 0-8-16,4 3-11 0,4-1 16 0,0 2-17 15,8-2 15-15,4 2 2 0,2-4-7 16,3-2-7-16,7-1 3 0,3-4-13 0,4-2 10 16,4-6 3-16,3-4-15 0,1-3-7 0,3-4-12 15,-3-4-25-15,4-5-13 0,-4 0 32 0,-4-9 20 16,-1-2 22-16,-3-1 4 0,-4-3-18 0,-2-6-21 16,-1-3 14-16,-3-4 20 0,-4-4 10 0,-3-6 7 15,-1-2-7-15,-7-4-14 0,-4 0 16 0,-2-3 5 16,-7-1 9-16,-7 1 15 0,-2 3-13 0,-6 3-8 15,-1 3-10-15,-2 4-19 0,-1 4-2 0,-3 6-14 16,-1 3 2-16,0 6 24 0,0 4-15 0,2 5-52 16,-2 6-70-16,0 0-82 0,3 6-63 0,2 4-41 15,3 2-33-15,6 2-59 0,-1 3-45 0,7 1 65 16</inkml:trace>
  <inkml:trace contextRef="#ctx0" brushRef="#br0" timeOffset="37747.97">28612 6984 2570 0,'5'-15'63'0,"-4"2"4"0,1-1 33 15,-2 3 21-15,0-3-40 0,0 4 10 0,0-1 3 16,0 3 13-16,0 1-13 0,-8 0 5 0,1 5-31 15,-2-1-51-15,4 1-2 0,-1 2-18 16,-4 0 1-16,1 0 2 0,0 7 4 0,-4 4-6 0,0 0 0 16,-3 6 14-16,-1 4-12 0,-1 2 7 15,1 4-9-15,3 2-8 0,-2 3 17 0,7 2-7 16,-2 3 5-16,6-2 3 0,5 0-21 0,0 1 11 16,9 0-3-16,1-2 3 0,4-1-23 0,5-2-60 15,5-4-28-15,4-2-18 0,4-4-9 0,2-3 35 16,1-5-39-16,5-4 21 0,2-4 28 0,0-5 32 15,-1 0 56-15,0-5 19 0,-6-3-8 0,-1-3-2 16,-4-5 86-16,-3-2-24 0,-6-1 28 0,0-6-10 16,-4-5-68-16,-8-1 11 0,-2-2-25 0,-7-3 7 15,0-4-14-15,0-1-14 0,-13-1 14 0,-4 1 0 16,-5-1 26-16,-1 3 20 0,-4 1 7 16,-3 4-6-16,-1 4-29 0,-4 4-11 0,2 8-7 15,-3 3 5-15,-1 7 2 0,4 8 7 0,-2 0-44 16,4 0-82-16,-3 10-86 0,3 3-93 0,2 1-71 15,4 3-54-15,6 1-13 0,0 4-31 0</inkml:trace>
  <inkml:trace contextRef="#ctx0" brushRef="#br0" timeOffset="38185.66">29540 6929 2429 0,'0'-11'-9'15,"0"2"-4"-15,-11 0-7 0,-2 0 51 0,4 2 20 16,-5 1 78-16,-1 0 61 0,4 1-11 0,-5 1 9 16,0 1-61-16,-1 3-53 0,0 0-38 0,-1 0-10 15,0 0-6-15,1 9-10 0,-1 0 11 0,0 4-6 16,-1 0 0-16,4 5 9 0,0 4-14 0,2 3-7 15,1 3 14-15,1 3-8 0,3 0-14 0,0 2 18 16,7 3-30-16,1 1 21 0,0 0 16 16,9 0-13-16,2-1-5 0,0-3-9 0,6 0-42 15,3-4-28-15,2-2 0 0,1-5-25 0,2-3 22 16,2-4 32-16,3-4 1 0,-2-3 17 0,-1-5 7 16,-1-3 4-16,-2 0 19 0,-1-8 9 0,-2-2 22 15,0-4-10-15,-6-1 9 0,0-5 8 0,-6-5-5 16,-1-2 7-16,-2-5-11 0,-4-4-29 0,-2 1 16 15,0-7-18-15,-6 0-12 0,-4 0 2 0,-1 0-10 16,-2 1 1-16,-5 3 18 0,-1 2 1 16,-1 4-21-16,0 5-54 0,0 7-84 0,0 1-82 15,2 7-72-15,2 3-47 0,2 9-29 0,1 0-19 16,-1 0-57-16</inkml:trace>
  <inkml:trace contextRef="#ctx0" brushRef="#br0" timeOffset="38591.82">30149 6970 3184 0,'0'-11'9'0,"0"-1"-9"0,0 0 12 0,-10 3 29 15,2-1 31-15,0-2 10 0,0 2-7 16,-4 2-20-16,-1 0-35 0,-1 2 14 0,0 3 21 15,-7 1-11-15,4 0-14 0,-5 2-15 0,0 0-17 16,1 7 12-16,-3 3 9 0,4 2-1 0,-1 3 4 16,7 4-9-16,-2 3-6 0,7 6 16 0,1 3-13 15,3 1 10-15,5 5-9 0,0 2-1 0,0 3-5 16,5-2-20-16,3-1 15 0,1-2-5 0,4-2 2 16,1-3-15-16,3-2-14 0,5-5-33 0,1-5-8 15,4-3 14-15,1-4-1 0,2-3 21 0,0-6 20 16,-1-4-1-16,-1 0 13 0,-1-5 7 0,0-6-12 15,-6-3 31-15,0-6-9 0,-2-2-13 16,-3-6 11-16,0-3-23 0,-6-6 22 0,-6 0-11 16,-4-6-8-16,0-1 0 0,-9 0-8 0,-5 1 23 15,-2 2-6-15,-3 3-9 0,0 2-5 0,-3 7-36 16,1 4-25-16,2 7-59 0,-1 5-95 0,1 5-65 16,-1 8-87-16,5 0-39 0,0 0-54 0,-2 11-36 15</inkml:trace>
  <inkml:trace contextRef="#ctx0" brushRef="#br0" timeOffset="38888.92">30656 6811 3109 0,'0'-26'47'0,"0"2"32"0,0 4 31 15,0 2 12-15,0 5-44 0,0 1-27 0,0 5 11 16,0 2 21-16,0 5 17 0,0 6 53 0,0 6-30 16,7 6 45-16,-1 5-12 0,-2 5-46 0,3 8 30 15,-1 2-68-15,1 4 25 0,-1 4 8 0,-2 0-38 16,1 3-5-16,2 2-39 0,-4 0 0 0,2 1-21 16,-2-3 4-16,1 0 3 0,0-3-21 0,0-2 15 15,0-5-11-15,-4-3 16 0,0-3-8 16,0-6-34-16,0-3-72 0,0-3-89 0,0-6-79 15,0-1-78-15,0-7-41 0,-7-2-123 0,2-5-113 16,-1 0-133-16,3-7-20 0</inkml:trace>
  <inkml:trace contextRef="#ctx0" brushRef="#br0" timeOffset="39138.85">31137 6782 4271 0,'0'-12'18'16,"0"1"0"-16,0 2 59 0,0 4 11 0,9 5-20 15,-4 0 12-15,-2 0-42 0,5 0 28 0,-3 0 36 16,0 5 21-16,-2 6-3 0,0 3 6 0,0 5-8 16,1 8-34-16,-1 5 0 0,3 3-52 0,-3 5-26 15,-2 4 3-15,3 3-12 0,-3 1 15 0,2-1-4 16,-1-1-2-16,0 0-96 0,-1-3-87 15,3-1-154-15,0-4-167 0,1-4-91 0,-4-3-188 0,2 0-113 16,1-6 0-16</inkml:trace>
  <inkml:trace contextRef="#ctx0" brushRef="#br0" timeOffset="39545.01">31860 6953 3909 0,'4'-15'-10'0,"1"0"7"0,0 1-4 0,-1 0 4 16,3 4 8-16,-2-3 46 0,-1 1 63 0,1 0 54 15,-2 5 13-15,0 0-49 0,-1 1-38 0,-2 1-72 16,0 3-11-16,-9 0-8 0,1 0-14 0,0 2 11 16,-5 0 10-16,-1 8-4 0,-3 1-17 15,-3 2 16-15,2 3-10 0,-2 1 13 0,-2 6 17 16,2 1-12-16,2 3 12 0,3 3-14 0,2 2-3 15,2 0-5-15,5 1-17 0,1 0 19 0,5 1-24 16,0-2-11-16,0 1-18 0,9-5-79 0,7 2-16 16,0-4-38-16,4-3 14 0,2-1 24 0,7-5 17 15,-2-2 56-15,4-4 0 0,-2-4 50 0,6-5 25 16,-1 0-17-16,-2-7 14 0,0-3-9 0,-6-4-8 16,3-4 18-16,-8-4-8 0,-1-3-10 0,-5-3 8 15,-3-3-10-15,-6-3 2 0,-6-4 3 0,0-3-8 16,-8-1-11-16,-2-1-18 0,-3-1-15 15,-4 2 4-15,-3 2-2 0,-2 2 3 0,0 7-28 16,3 5-62-16,-3 7-61 0,-1 7-43 0,2 3-30 16,-1 9-46-16,3 0-52 0,-5 13-72 0,7 1 19 15</inkml:trace>
  <inkml:trace contextRef="#ctx0" brushRef="#br0" timeOffset="39951.55">32492 7038 3156 0,'16'-23'9'0,"3"0"-2"16,0-3 14-16,0 2 22 0,-2 0 44 16,1 1 37-16,-3 2 45 0,-4 3 69 0,-3 0-60 15,0 5-43-15,-5 1-53 0,-3 3-82 0,0 3 0 16,-11 2 3-16,3 4-6 0,0 0-4 0,-6 6 28 15,-2 5 50-15,-1 3 20 0,-1 3 29 0,-2 5 10 16,1 3-26-16,2 4-16 0,-1 6-10 0,7 0-19 16,2 2-8-16,3 5-9 0,2 2-19 15,3 1-1-15,1-1-4 0,6 0-4 0,5 0 6 0,3-2-29 16,7-5 9-16,1-4-2 0,4-2-4 16,6-6 0-16,0-3-53 0,3-6 16 0,0-4-16 15,3-5 11-15,-3-3 23 0,1-4-6 0,0 0 6 16,-3-11 6-16,0-4 13 0,1-2-8 0,-3-6 9 15,-2-4-15-15,-3-7 12 0,-3-3 11 0,-1-6-3 16,-5-6 19-16,-6-3-7 0,1-3-15 0,-9-5-9 16,-3 2-4-16,0 1-1 0,-10 3-5 0,-3 3 5 15,-2 8-5-15,-3 4 0 0,-2 10 12 0,-9 12-9 16,-1 12-78-16,-5 5-113 0,-10 18-231 0,-4 13-364 16,-8 8-274-16</inkml:trace>
  <inkml:trace contextRef="#ctx0" brushRef="#br0" timeOffset="51149.22">28433 7871 547 0,'0'0'36'0,"0"0"15"0,5 0 7 15,-5 0 16-15,0 0-32 0,0 0 6 0,0 0 2 16,0 0 4-16,0 0 18 0,0 0-18 0,11 0 5 15,-2 0-25-15,4 0-24 0,3 0 0 0,2 0-14 16,2 0 8-16,3 0-8 0,7 0 2 0,-3 0 0 16,5 0-8-16,3 0 14 0,0 0-4 0,3 0 2 15,1 0 6-15,4 0-2 0,1 0-6 0,3 0-4 16,1 0 8-16,1 0-10 0,-1-5 14 0,1 5-5 16,-1-3-6-16,0 3 8 0,-1-3-16 0,-1-1 13 15,1 2-4-15,0 1 13 0,-2 0-11 16,1-2-4-16,0 1 2 0,0-1-15 0,4 1 27 15,-2-1-8-15,3-1 3 0,4 1 3 0,0 0-8 16,2-1-13-16,2 1 3 0,3-1 14 0,-2-1 0 16,0 1 11-16,1 1-15 0,-1-1-9 0,-1-1-5 15,-2 1 14-15,-1 0 16 0,0 1-12 0,-4-1-2 16,-1 2-8-16,-2-1-8 0,0 0 18 0,0 1 0 16,-3-1-4-16,2 2-2 0,-3-2 0 0,1 2 2 15,0-2 4-15,4 2 5 0,-1 1-20 0,7-2 5 16,-1 0 0-16,3 1 0 0,6-1 20 15,2 0-14-15,1 1 2 0,1 0 0 0,2-1-16 16,0 0 20-16,-2 0-10 0,-1 2 10 0,0-2-6 16,0-1-10-16,-4 1 12 0,-1 0-11 0,-2 0 30 15,-3 2-13-15,-5-1-12 0,0-1-6 0,-6 1-7 16,-3 1 13-16,-2-1 16 0,-1 0 5 0,-1-1-13 16,0 0-10-16,3 1 2 0,-2 0 0 0,7 0 4 15,0-2 15-15,1 1-5 0,0 1-2 16,2-1-8-16,-2 2 0 0,3-1-6 0,-3-1 10 0,-1 2 2 15,-4 0 7-15,-4 0-7 0,0-1-15 16,-2 0 11-16,-5 0-12 0,-2 1 31 0,-4 0 20 16,-3 0-8-16,1-1 11 0,-4 0 9 0,-1 1 3 15,0 0 13-15,-2 0-9 0,1 0-24 0,-3-1 1 16,-2 1-9-16,3 0 19 0,-7 0-4 0,4 0 4 16,-2 0-4-16,-1 0-8 0,-1 0 13 0,0 0-14 15,3 0 12-15,-4 0-17 0,1 0-1 0,-3 0 1 16,1 0-5-16,-4 0 12 0,2 0-17 0,-4 0-6 15,-1 0-7-15,0 3-8 0,0-3-10 0,0 0-56 16,0 0-72-16,-4 0-121 0,4 0-210 0,-5 0-19 16</inkml:trace>
  <inkml:trace contextRef="#ctx0" brushRef="#br0" timeOffset="52696.14">28572 9033 956 0,'0'-3'30'0,"-4"-1"40"15,-1 2 65-15,5-4 50 0,0 1 46 0,0-1 9 16,0 0-20-16,0 2 1 0,-6 0-38 0,6-3 15 15,0 1-20-15,-9 0-41 0,5 0-33 16,-1 1-60-16,-1 0-23 0,3 1-2 0,-2 0-5 16,-2 0-11-16,-1 2-8 0,-2 1-12 0,-3 1 17 15,-3 0 10-15,-1 7 4 0,-5 1 19 0,-4 3-14 16,0 4 15-16,-4 2 2 0,3 2-22 0,1 4 13 16,2 2-18-16,6 0 10 0,2 3 17 0,3 0-24 15,5-1 17-15,3 2-12 0,4-2-2 0,1 3 19 16,0-1-12-16,9-2 3 0,5-2-6 0,4 0-14 15,2-3-5-15,6 0-7 0,4-2 0 0,0-1 12 16,3-2-10-16,0-3 2 0,0-2-6 16,1-2-16-16,-3-3-19 0,-2 0-9 0,-6-3-3 0,4-2-4 15,-4-2 33-15,-5 0 8 0,-1 0 3 16,-2-6 4-16,0-2 2 0,0-3-4 0,-4-3 9 16,2-1 0-16,-2-4-7 0,-1-2 12 0,-1-4-9 15,-5-2-1-15,1-1 10 0,-5-2 0 0,0-1-4 16,0 0 13-16,-8 1-18 0,-1-1-3 0,-2 2 9 15,-5 4 3-15,3 0 0 0,-3 6-2 0,-1 1 16 16,3 5-33-16,-5 2 19 0,2 3-9 0,1 3-19 16,-1 1-23-16,0 3-89 0,2 1-54 15,0 0-71-15,3 0-36 0,1 0-19 0,4 0-27 16,1 7-34-16,0-3-49 0</inkml:trace>
  <inkml:trace contextRef="#ctx0" brushRef="#br0" timeOffset="53151.86">29387 8965 2085 0,'0'-8'4'16,"-8"0"30"-16,-2 0 28 0,1 1 55 0,1-1 4 15,1 1 18-15,0 1-23 0,0 2-53 0,1 0 9 0,1 0-43 16,-1 4-6-16,-3 0 0 0,1 0-18 0,-1 6 4 16,-1 1 21-16,2 3 9 0,-4 3 5 15,2 4-2-15,0 1-23 0,0 4 0 0,2 3-7 16,-1 2-5-16,3-1 2 0,1 1-4 0,2-1 2 16,0 0-9-16,3 1 9 0,0-4-5 0,0 2-5 15,9-1 10-15,-1-2-9 0,6 0 0 0,1-1-1 16,3-3-8-16,2 0-17 0,2-1-10 0,1-4-4 15,4-2-23-15,0-3 22 0,0-2 15 0,0-2-9 16,2-1-15-16,-3-3 5 0,3 0-17 0,-4-7 17 16,-1 0 54-16,-8-6-10 0,2 1 24 0,-5-6-1 15,-2-1-4-15,-3-3 47 0,-5 0-20 0,0-3 14 16,-1-5-11-16,-2 2-46 0,0-2 7 0,-10-1-19 16,0-2 15-16,-5-1-3 0,1 1 2 0,-7 1 9 15,-1 1-6-15,0 3 1 0,3 4-15 0,-1 4-7 16,2 3-13-16,1 5-46 0,0 6-20 0,4 2-71 15,2 4-41-15,-2 0-48 0,4 10-68 0,-3 1-41 16,0 0-68-16,2 6 28 0</inkml:trace>
  <inkml:trace contextRef="#ctx0" brushRef="#br0" timeOffset="53573.63">30166 9006 2429 0,'3'-7'-11'0,"-3"-1"11"15,0-1-4-15,0 1 39 0,0-3 40 0,0 2 53 16,0 1 56-16,0 3-23 0,0 0-32 16,-3 1-52-16,0 3-56 0,0-1-11 0,-2 2 2 15,0 0-17-15,-1 0 7 0,-2 0-6 0,2 9-1 16,-2 2-2-16,-3-2 9 0,1 5 17 0,1 2-12 15,-2 2 17-15,1 4-5 0,2 0-12 0,3 4 5 16,1-1 5-16,-1 0-12 0,5 3-5 0,0 0 5 16,8-1-12-16,0-2 2 0,3 1 5 0,1-2-3 15,5-2-11-15,0-3-15 0,0-1-16 0,5-4 2 16,0-2 3-16,-1-3 19 0,5-3 5 0,-1-2 4 16,-2-4 2-16,1 0 8 0,3 0 7 0,-5-9 2 15,2-1 0-15,-1-2-5 0,-3-1-4 16,2-3-5-16,-5-4 12 0,-3 0-1 0,-1-3-1 15,-7-4-8-15,-6 1-5 0,0-5-1 0,0-1 15 16,-12-1 6-16,-3-2-10 0,0 1 2 0,-3 0-7 16,-1 5 1-16,2 0-6 0,-5 2-18 0,1 6-77 15,5 3-34-15,-3 4-71 0,2 5-39 0,1 0-1 16,2 9-53-16,0 0-2 0,2 6-66 0,0 5-25 16,2 2 63-16</inkml:trace>
  <inkml:trace contextRef="#ctx0" brushRef="#br0" timeOffset="54042.28">31069 8924 2001 0,'4'-12'10'15,"-4"1"13"-15,0 3 26 0,0-2 17 0,0 3 46 16,0-1 7-16,0 1-14 0,-7 0-11 0,2 4-45 16,0-1-4-16,1 0 2 0,-1 2 16 0,-2 0 6 15,-2 2-7-15,-2 0-16 0,0 0-12 16,-3 7-1-16,-2 0-3 0,-2 2 8 0,1 3-15 16,1-1 1-16,1 5-6 0,-1 4 1 0,3 1 7 15,-1 2 5-15,6 5-9 0,0-2 4 0,-1 2 5 16,5 3-24-16,4 1 15 0,0-3-10 0,0 1-17 15,8-2 20-15,1-1 4 0,3-2-12 0,3-2 10 16,0-2-15-16,2-3 3 0,4-3 0 0,-1-3 9 16,1-3-2-16,0-1-14 0,2-3 5 0,1-5-11 15,1 0 16-15,-3 0-16 0,4-10 13 0,-1 0 2 16,-2-4-21-16,3 0 9 0,-5-4 5 0,-3-2-5 16,-2-4-5-16,-2-2 20 0,-6-4-24 15,-8-1-1-15,0-3 18 0,0-2-25 0,-8-1 20 16,-1 0-8-16,-8 2 3 0,-4 1 12 0,0 3-3 15,-1 5-4-15,0 1-13 0,0 6-14 0,3 4-37 16,2 3-70-16,1 5-51 0,2 4-68 0,-2 3-74 16,2 0-34-16,1 6-42 0,2 2-46 0,2 2 1 15</inkml:trace>
  <inkml:trace contextRef="#ctx0" brushRef="#br0" timeOffset="54495.29">31874 8901 2161 0,'8'-8'6'0,"0"-2"9"15,-8 2 2-15,0 0 22 0,0 2 6 0,-5-2 29 16,-3 2 14-16,-1 0-14 0,1 1 10 0,-4 1 4 15,2 2 14-15,-3 1-8 0,-3 1-28 0,0 0-34 16,-1 0-25-16,-1 8 12 0,-1 4 9 0,2 0 11 16,0 2-6-16,1 4-12 0,-3 2 24 0,6 4-40 15,-3 2 16-15,7 2-2 0,1 0-31 16,2 0 33-16,3 3-23 0,3-1 2 0,0 0 7 16,4-1-5-16,4-2 6 15,2 0 1-15,1-3-9 0,3-1 2 0,2-3-2 0,3 0 0 16,-2-3 15-16,7-1-20 0,-1-6 10 0,4 1-3 0,-2-4-16 15,2-2 16-15,1-3-16 0,0-2-3 0,0 0-9 16,1-12 0-16,-2 2 17 0,-2-1-5 0,-2-4-3 16,0-1-6-16,-3-3-28 0,-2-2-12 0,-6-2 2 15,1-4-19-15,-4-2 18 0,-2-3 12 0,-7-3 12 16,0 2 4-16,0-1 1 0,-14-1 15 0,-1 2-11 16,-2 0-5-16,0 4-29 0,-2 5-47 0,-1 2-32 15,2 5-44-15,-3 2-7 0,2 5-60 16,0 5-27-16,5 5-49 0,-3 0-61 0</inkml:trace>
  <inkml:trace contextRef="#ctx0" brushRef="#br0" timeOffset="54917.55">32388 8911 1826 0,'1'-12'31'0,"-1"-2"8"0,0 3 14 0,0 0 28 16,-6 1-9-16,-1 0 46 0,-1 2 27 0,4-1-36 15,-4 5-15-15,2 1-61 0,-2 2-33 0,3-2 9 16,-6 2-16-16,3 1 16 0,2 0-11 0,-2 0 2 16,-2 8 9-16,4 2-13 0,1 2 15 0,0 1-7 15,2 6 7-15,2 2 14 0,1 3-21 0,0 1 17 16,9 3-12-16,2 1-9 0,2 0 18 0,1 1-16 15,7 0 5-15,-4-1-2 0,5-3-17 0,-1-2 10 16,-2-1 0-16,1-3 4 0,1-2 3 0,0-1 1 16,-1-8-8-16,0 1-5 0,-2-3 7 0,2-3-7 15,-1-4 14-15,-3 0 14 0,1 0-10 16,0-8 30-16,-3-3-41 0,-3 0 2 0,-2-6-2 16,1 1-30-16,-6-4 42 0,0-2-17 0,-4-3 1 15,0-3-10-15,0-2 10 0,-13 0 4 0,4-1-5 16,-4 0 3-16,-1 0-7 0,-1 4-7 0,0 0 20 15,-1 6-10-15,-1 2-21 0,-1 4-25 0,1 5-82 16,1 2-48-16,-2 5-54 0,3 3-64 0,0 0-16 16,1 6-31-16,-2 3-52 0,5 1 72 0</inkml:trace>
  <inkml:trace contextRef="#ctx0" brushRef="#br0" timeOffset="55308.02">32957 8810 1934 0,'13'-15'14'0,"0"-1"3"16,-1 3-6-16,-4 1 1 0,2 2 13 0,-1 1 35 16,-5 3 75-16,0 1 11 0,-4 1-15 0,0 3-33 15,0 1-69-15,0 0 4 0,-8 6 35 0,3 2 24 16,-3 6 15-16,2 2-6 0,-2 5-43 0,0 5-8 15,-1 3-10-15,1 6-12 0,1 0-2 16,4 1-17-16,0 1-2 0,1 0 3 0,2-2-1 16,0-2 1-16,10-1 4 0,-1-2 8 0,5-3-13 15,2-3 8-15,2-2-17 0,1-6-2 0,3-1 11 16,5-3-6-16,-2-5 21 0,0-4-14 0,2-3-1 16,-3 0-6-16,3-6-13 0,-4-3 12 0,-1-5-9 15,-1-3 10-15,0-1-1 0,-4-5-4 0,-3-4 11 16,-1-4 8-16,0-6 22 0,-5-5 17 0,-5-2 0 15,-3-3 0-15,0-3-19 0,0-4-10 0,-11-1-4 16,-3 1-16-16,-1 4-7 0,-4 2-15 0,2 5 12 16,-5 7-21-16,-4 7-54 0,0 10-55 15,-4 11-142-15,-5 8-120 0,-5 11-127 0,-1 11-186 16,-5 9 61-16</inkml:trace>
  <inkml:trace contextRef="#ctx0" brushRef="#br0" timeOffset="56120.61">27761 9057 2447 0,'-8'-6'6'0,"-3"1"5"0,-1-3 20 15,-1 1 17-15,2 1 56 0,1 0 46 0,1 0-2 16,-4 4 0-16,5-2-52 0,4 4-49 0,-1 0-4 16,-3 0-7-16,-1 11 0 0,-3 0 17 0,3 3-12 15,-5 0 0-15,-2 5 1 0,-1 4-10 0,0 2-5 16,0 2-13-16,4 4 1 0,1 0 2 0,4 1 8 16,2-1 0-16,6 2 3 0,0 1 7 0,0-3-13 15,8-2 20-15,5-2-14 0,0-1-23 16,4-2 16-16,3-3-6 0,3-3-5 0,4-4 7 15,2-3-4-15,1-4-23 0,1-3 5 0,1-4 17 16,1-6-9-16,-1-5 20 0,0-3-26 0,-2-3-19 16,-4-5 14-16,-5-2-5 0,0-3 18 0,-7-6 8 15,-3-2-6-15,-11-5-12 0,0-1 5 0,0-6-10 16,-14 3 0-16,-5-1-2 0,-7 0-11 0,-5 2-45 16,-7 3-36-16,-5 5-69 0,0 5-103 0,-5 6-67 15,-2 10-108-15,2 6-69 0,-4 8-95 0,4 0 53 16</inkml:trace>
  <inkml:trace contextRef="#ctx0" brushRef="#br0" timeOffset="57340.53">3949 9319 1696 0,'-8'-7'53'0,"0"-1"36"16,-3 1 31-16,2-2 88 0,2-3 45 0,-2 4 21 16,3-3 16-16,-1 3-32 0,1-3-93 15,1 4-45-15,1 2-35 0,2 0-60 0,-1 2 0 16,3 3-15-16,0 0 32 0,0 6 23 0,0 2 3 15,7 9 23-15,0 5-37 0,1 4-5 0,-3 6-8 16,3 7-18-16,-1 3-13 0,1 2-2 0,-1 3 2 16,-1 1-10-16,0-3 5 0,-1-1-7 0,0-1-11 15,0-3-33-15,-2-5-110 0,2-1-96 0,-2-6-134 16,0-4-88-16,1-3-12 0,0-2-45 0,0-4 20 16,1-5 0-16</inkml:trace>
  <inkml:trace contextRef="#ctx0" brushRef="#br0" timeOffset="57559.22">4349 9306 2482 0,'8'-19'22'0,"1"1"0"16,-2 3 70-16,-2 1 71 0,-2 2 32 0,0 2 47 16,-1 1-42-16,-1 0-50 0,1 3-29 0,-2 3-37 15,3 0-11-15,-3 3 39 0,4 0-4 0,-2 11 1 16,6 3-6-16,0 5-26 0,2 9-26 0,5 3 13 15,0 4-14-15,-3 2-34 0,1 3 8 0,-2 0-18 16,-3 2-14-16,-2 1 8 0,-3-2-5 16,-1 1-38-16,-2-2-91 0,0 2-108 0,0-3-141 15,0-2-173-15,-5-2-80 0,5-3-101 0,-8-3-14 16</inkml:trace>
  <inkml:trace contextRef="#ctx0" brushRef="#br0" timeOffset="57965.42">5307 9288 2905 0,'9'-19'-12'0,"-4"3"14"16,-5 1 35-16,0 3 26 0,0 0 45 0,0 2-3 15,-9 0 10-15,1 3-9 0,0 1-36 0,-1 1 6 16,1 3-44-16,-3 2-13 0,-3 0 11 0,-1 6 5 15,-3 2-3-15,0 4 13 0,-4 6 3 0,2 2-5 16,-3 4-11-16,1 3 1 0,3 3-13 0,2 2-12 16,1 1 12-16,6 4-15 0,2-1 6 0,8 1-9 15,0 1-7-15,0 1 5 0,12-3 5 0,2 0 0 16,3-3 11-16,5-2-9 0,5-4 1 0,-1-4-3 16,8-4 6-16,1-4-16 0,3-5-3 15,3-10 18-15,0 0-10 0,0 0 13 0,-3-5-10 16,-1-6-11-16,-1-4 10 0,-5-2 1 0,-8-1-6 15,-1-5 9-15,-5-3-22 0,-6-4-12 0,-6-2 15 16,-5-4-23-16,0-2 21 0,-13-2-16 0,-5-2-22 16,-6 0-12-16,-6 4-20 0,-2 1 45 0,-4 4-4 15,-1 4-13-15,1 8-18 0,1 3-65 0,2 6-36 16,0 6-39-16,3 6-57 0,4 0-22 0,4 8-51 16,0 5-51-16,6 2-29 0,2 2-59 0</inkml:trace>
  <inkml:trace contextRef="#ctx0" brushRef="#br0" timeOffset="58371.54">6155 9399 2517 0,'22'-23'17'0,"0"-2"-1"16,-5 3 11-16,-5-3 86 0,-3 0 31 0,0-1 48 15,-2 1 49-15,-1 2-44 0,-3 3-3 0,-1 2-53 16,-2 2-33-16,0 4-40 0,0 3-48 0,-13 1 1 15,-1 5-24-15,-2 3 6 0,-3 0 2 0,-3 10 3 16,0 4 7-16,-5 0-7 0,2 8 13 0,1 0-8 16,2 3 0-16,1 3 10 0,4 2-26 0,6 1 21 15,3 1 3-15,8 2-13 0,0 1 10 16,6 2 8-16,4 1-18 0,9-1-11 0,3 3 3 16,2-5-15-16,6 2-4 0,3-3 25 0,2-4-4 15,3-3-7-15,0-5 16 0,-2-4-14 0,2-4 6 16,-3-5 20-16,-1-4-20 0,-2-5 7 0,-6 0 0 15,-1-8-20-15,-3-4 15 0,-2-4-5 0,-2-4 5 16,-3-5 1-16,-2-3-4 0,-3-5 4 0,-4-4-4 16,-6-2 3-16,0-4-13 0,0-1-5 0,-14 1-2 15,-4-1 7-15,-7 1-2 0,-3 3-1 0,-2 4-7 16,-2 5-29-16,-3 5-17 0,4 5-21 16,-1 7-59-16,5 6-37 0,0 8-56 0,4 0-80 15,-1 11-67-15,3 4-83 0,4 3-60 0,4 6-114 16</inkml:trace>
  <inkml:trace contextRef="#ctx0" brushRef="#br0" timeOffset="58887.48">7284 9343 3629 0,'-5'-6'-8'0,"-3"1"8"0,0-1-2 0,-3 0-13 15,-2 1 30-15,1-2-10 0,1 2 35 0,-4-2 42 16,1 2-20-16,0 0 11 0,-2 3-25 0,2 0-35 16,-2 2 2-16,2 0 3 0,0 9-10 0,1 3 20 15,-1 2-10-15,1 2-8 0,2 5 11 0,2 3-8 16,1 2 5-16,3 1 8 0,3 1-11 0,1 4-2 16,1 1-5-16,0-2-3 0,8 0-5 15,0 0-3-15,4-1-9 0,1-2-4 0,6-2 11 16,2-5-18-16,4 0-6 0,5-8-9 0,5-4-19 15,4-3 11-15,-1-6 11 0,2 0-3 0,-1-8 3 16,2-6 27-16,-6-3 5 0,0-3 21 0,-5-4-8 16,-5-3-10-16,-6-3 10 0,-5-2-20 0,-4-4 15 15,-10-1-7-15,0-4-1 0,-6-1 11 0,-6 0-3 16,-6 1-5-16,-3-1-20 0,-6 3 15 16,0 3 5-16,0 4-5 0,-3 6 7 0,2 4-22 15,1 6 0-15,0 5-10 0,0 11-15 0,5 0-58 16,0 0-68-16,0 13-116 0,-2 1-117 0,3 6-114 15,4 6-115-15,0 3-5 0</inkml:trace>
  <inkml:trace contextRef="#ctx0" brushRef="#br0" timeOffset="59293.67">8271 9319 2153 0,'0'-18'-2'16,"-8"2"6"-16,-4 0 0 0,-2 2-8 0,5 1 60 16,-7-1 41-16,2 2 83 0,-2 2 61 15,0 4-30-15,0 2-27 0,2 1-74 0,2 3-43 16,-3 0-38-16,2 0-17 0,-1 4-12 0,0 4-3 16,-2-1 10-16,0 3 5 0,-1 0 3 0,1 3 4 15,-1 2 0-15,0 1-4 0,2 5 9 0,0 0-10 16,3 4 11-16,1 1-3 0,4 1 5 0,3 3-13 15,4 1 1-15,0 2-10 0,11-1-10 0,0 0 12 16,7-4-21-16,2 1 7 0,4-2-3 0,4-2 10 16,6-4 12-16,1-4-2 0,3-5-5 0,2-3-10 15,0-5-3-15,0-4 1 0,-1 0 5 0,-1-10 7 16,-6-2 4-16,-4-4 13 0,-3-1-7 16,-9-4-5-16,1-1-8 0,-7-3-12 0,-3-3 8 15,-3-2-23-15,-4-2 20 0,0-2-2 0,-14-2-10 16,-2-2 27-16,-3 1-37 0,-8-3 22 0,-1 1 5 15,-5 5-15-15,-1 3 15 0,1 4-46 0,3 5-24 16,0 6-44-16,0 8-42 0,3 3-91 0,2 5-81 16,1 5-97-16,5 7-107 0,2 5-60 0</inkml:trace>
  <inkml:trace contextRef="#ctx0" brushRef="#br0" timeOffset="59699.79">9002 9338 3328 0,'0'-27'0'0,"0"2"-8"0,-8-1 13 16,-1 4-3-16,0-2 5 0,-1 3 3 0,-4-1-3 16,3 7 12-16,-2 3 13 0,-1 3 2 0,1 3 4 15,-4 2-8-15,1 4-21 0,-4 0 6 0,-1 11-12 16,0 4-8-16,-1 2 7 0,0 4 3 0,0 3 5 15,5 3 27-15,1 2-23 0,3 1-2 16,5 1-2-16,2 0-22 0,6 0 17 0,0-1 0 16,16-1 0-16,1 1-13 0,2-1 6 0,3-2-6 15,5-2 8-15,3-2 0 0,5-4 0 0,0 1 8 16,1-7-11-16,2-3 11 0,1-3-13 0,-4-7-3 16,3 0 8-16,-3 0 5 0,-3-10 3 0,-2-1-1 15,-5-2-17-15,-3-4 3 0,-1 0 4 0,-5-3 1 16,-5-3 22-16,-2-2-23 0,-9-3 11 0,0-4-25 15,0 0 2-15,-16 0 10 0,-4-1 2 0,-4 0 28 16,-5 2-28-16,-1 2 1 0,-4 5-8 0,-1 4-12 16,2 6-3-16,-2 5-50 0,5 9-42 15,0 0-128-15,2 6-84 0,2 5-74 0,2 3-120 16,2 3-58-16,6 5 34 0</inkml:trace>
  <inkml:trace contextRef="#ctx0" brushRef="#br0" timeOffset="60075.08">10022 9324 3491 0,'0'-30'5'0,"0"-1"-3"0,0 0-4 0,-11 5 7 16,-3 0-10-16,-2-3 5 0,-1 0-3 0,1 7-14 15,-3 4 8-15,0 5 11 0,-2 4-4 16,-1 4 19-16,-4 5-5 0,-1 0-10 0,-2 8 13 15,-1 5-10-15,0 3 20 0,0 5-1 0,5 4 8 16,1 4 10-16,4 1-17 0,5 1 0 0,1 3 10 16,6 1-21-16,8-1 9 0,0 1 7 0,7 0-10 15,6 1 3-15,4 1 2 0,3-4-7 0,8 0-13 16,2-2 5-16,5-3-8 0,5-2-7 0,5-4 5 16,2-5 8-16,3-3-11 0,3-6 6 0,0-8 9 15,2 0-17-15,-4 0 5 0,-5-12 16 0,-3-3-19 16,-6-4 26-16,-5-4-21 0,-9-1-9 15,-6-6 2-15,-9-4-18 0,-8-1 30 0,0-5-7 16,-10-1 3-16,-5-3 9 0,-6-4-27 0,-6-1 8 0,-5 1-16 16,1 0-50-16,-3 4 1 0,-1 4-61 15,2 7-33-15,3 6-32 0,-2 8-78 0,2 9-49 16,4 10-62-16,0 0-69 0,3 16-71 0,4 4 10 16</inkml:trace>
  <inkml:trace contextRef="#ctx0" brushRef="#br0" timeOffset="60512.45">11831 9238 3589 0,'-6'-6'10'0,"1"2"0"0,2 0-3 15,1 2 11-15,2-2 6 0,0 0 64 0,0 4 52 16,9 8 26-16,1 2 1 0,1 7-27 0,3 3-34 16,1 8-37-16,2 4-15 0,-1 7-41 0,1 1-5 15,-1 5-2-15,-2 3-14 0,-1 4 10 0,-1-2-101 16,0 2-87-16,-3-1-117 0,1-1-196 0,-2-2-79 15,-4-2-134-15,3-3-129 0</inkml:trace>
  <inkml:trace contextRef="#ctx0" brushRef="#br0" timeOffset="60919">12788 9384 3260 0,'12'-21'-5'0,"-3"1"3"0,-4-2-5 16,-5 4 19-16,0 1 43 0,0 0 32 0,-7 2 20 16,-3 1 15-16,-3 2 0 0,-1 5-44 0,-2 0 10 15,-6 3-45-15,-6 4-31 0,-2 0 16 0,-7 0-33 16,-2 9 31-16,-2 3 0 0,1 3-3 16,-4 4 11-16,6 2-11 0,3 4 1 0,4 2 15 15,4 4 2-15,9 3-12 0,3 0-11 0,7 3-26 16,8 0-10-16,0 2 7 0,8 0 6 0,7 1-3 15,3-3 24-15,9-2-16 0,4-2-8 0,6-4 19 16,5-4-17-16,1-3 12 0,6-7 9 0,0-4-15 16,0-5-13-16,0-6 16 0,0 0-5 0,-6-10-6 15,-1-3 18-15,-2-5-10 0,-5-1 3 0,-5-4 5 16,-5-2-6-16,-3-5-7 0,-9-2-13 0,-5-5 18 16,-8 1-26-16,0-6 28 0,-13 1-4 0,-9-4-6 15,-4 3 18-15,-8-1-31 0,-2 3 3 16,-4 2-10-16,-4 6-9 0,3 9-20 0,-2 2-2 15,4 8-69-15,1 6-49 0,3 7-47 0,0 0-106 16,3 12-65-16,2 2-107 0,4 5-119 0,4 3-21 16</inkml:trace>
  <inkml:trace contextRef="#ctx0" brushRef="#br0" timeOffset="61138.14">13355 9255 4526 0,'10'-29'13'15,"-1"3"-2"-15,-2 2 2 0,-3 5 9 0,5 1-14 0,-2 8 0 0,-1 10 64 0,3 0 44 0,0 8 37 16,3 6 41-16,-2 9-52 0,4 4-29 16,-1 6-41-16,-2 7-31 0,2 4-17 0,-7 6-24 15,2 3 6-15,-3 1-18 0,1 2-9 0,-1 1-86 16,-4 2-124-16,4-3-119 0,-2-3-170 0,2-4-135 15,0-3-114-15,-2-3-134 0,3-4 62 0</inkml:trace>
  <inkml:trace contextRef="#ctx0" brushRef="#br0" timeOffset="61513.05">14045 9291 3599 0,'8'-23'5'15,"-4"4"-5"-15,-2-1-5 0,1 5 10 0,0 2-5 16,2 3 70-16,-5-1 20 0,0 5 26 0,0 0 42 16,0 1-66-16,-8 5-12 0,0 0-46 0,-1 0-34 15,-1 0 3-15,-1 7 2 0,-3 1-2 0,0 1-1 16,-2 3 3-16,0 3-5 0,2 3 13 0,3 5-7 16,1 3 2-16,3 2 0 0,4 4 5 0,3 1-16 15,0 3 6-15,7 1-8 0,1-1-11 16,7 3 16-16,3-3-13 0,3-1 5 0,1-3 3 0,7-2-1 15,2-3 14-15,4-4 0 0,4-4 3 16,-1-6 2-16,0-3-8 0,0-6 0 0,-2-4-5 16,-1 0 6-16,-5-8-6 0,-1-6-3 0,-7-5 3 15,-1-1-3-15,-7-6-7 0,-2-1 12 0,-5-4 1 16,-7-4-11-16,0-4 5 0,-8 0-7 0,-8-3 7 16,0-1 9-16,-11-1-6 0,-3 1 0 0,-3 2-8 15,-2 1 2-15,0 5-28 0,-2 4-51 0,2 6-13 16,-2 2-62-16,4 10-35 0,0 6-36 0,1 7-129 15,-3 0-120-15,2 15-116 0,2 2-155 0</inkml:trace>
  <inkml:trace contextRef="#ctx0" brushRef="#br0" timeOffset="61731.84">15152 9180 4526 0,'3'-29'21'0,"1"2"-4"0,-4 2-23 0,0 4 1 16,0 3-17-16,-7 2 14 0,7 7 35 0,0 9 27 15,0 0 45-15,0 15 39 0,7 7-4 0,1 5-22 16,2 8-42-16,-2 6-38 0,4 6-1 0,0 3-1323 16</inkml:trace>
  <inkml:trace contextRef="#ctx0" brushRef="#br0" timeOffset="63810.26">15147 9228 1184 0,'-5'3'9'0,"4"-2"8"0,-1-1-7 0,2 0 19 0,0 0 2 0,0 0 45 0,0 0 35 0,0 0-10 16,0 0 9-16,0 0-29 0,0 0-22 0,0 6-3 16,3-1-31-16,2-2-23 0,-2 0-8 0,-3-1-7 31,0 1 7-31,0-1 2 0,0 2 4 0,0 1 8 0,0 2 5 0,0 5-1 0,0 3 1 0,-8 3-11 15,3 5 2-15,-3 3-4 0,-1 1 2 0,4 2 0 16,2 2 8-16,-2 1-10 0,2 1 0 16,3-2 2-16,0 0-10 0,0-2 16 0,0 0-14 15,6-1-43-15,-1-4-23 0,0-2-18 0,0-4-6 16,-1-5 10-16,-4-5 11 0,0-2 4 0,0-6 4 16,0 0 30-16,0-7 28 0,0-4-7 0,0-2 24 15,0-3 9-15,0-4-19 0,0-2 26 0,-6-3-3 16,0-5-9-16,1 1 17 0,-1-4 16 0,2 1 17 15,0-2 7-15,-1 2 21 16,5 0-11-16,0-1-5 0,0 2 10 0,0 0 2 0,0 4 4 0,0-3 27 16,6 3 25-16,-1 3-27 15,-5 3-17-15,0 4-41 0,0 4-43 0,0 2-8 0,0 4-10 16,0 4-7-16,0 3 4 0,0 0 68 0,-6 11 25 16,1 6 11-16,1 3 8 0,0 7-71 0,-2 6-10 15,1 6-6-15,0 1-9 0,-1 5 5 0,3-1-9 16,1 1-5-16,2-1 2 0,0-2-9 0,0-4 5 15,5-3-10-15,1 0 19 0,2-3-14 0,-3-4-2 16,2-5 9-16,-4-4-23 0,1-4 14 0,-1-5-15 16,0-2-3-16,-1-5-3 0,-2-3-7 0,0 0-42 15,0-8 65-15,0-4 5 0,2-4 16 0,-2-4 58 16,0-5-60-16,0-5 11 0,0-4-18 16,0-5-59-16,0-4-5 0,0-1 1 0,-5-3 99 15,0 1 94-15,2 1 14 0,0 4-4 0,3 3-63 16,-1 3-40-16,1 10 3 0,0 5-26 0,0 5-12 15,0 5 5-15,0 4-24 0,0 6 31 0,0 0-10 16,0 6 0 0,0 6 13-16,0 2-13 0,4 7 5 15,2 5-94-15,-1 6-123 0,3 4-113 0,-1 1-134 16,-1 3-74-16,1 1-78 0</inkml:trace>
  <inkml:trace contextRef="#ctx0" brushRef="#br0" timeOffset="64263.28">15877 9238 1851 0,'0'-10'12'0,"-8"0"38"16,-1-1 28-16,3 1 49 0,2 2 31 0,-4 0-21 15,-1 1 44-15,-2 0 2 0,1 2-26 0,-2 2 21 16,-1 1-58-16,-2 2-49 0,0 0-6 0,-4 0-24 16,0 10 13-16,-3-1 4 0,0 3-9 0,-2 4-8 15,0 2-31-15,1 2 3 0,2 4 1 0,4 3 4 16,1 4 9-16,5-1-10 16,3 0 6-16,2 4-18 0,3-3-3 0,1 2-2 0,1-1-2 0,1 0 12 15,0-2-10-15,10 1 0 0,2-3 2 16,2 0-2-16,6-3 0 0,4-3 3 0,4-3-6 15,9-4-12-15,-1-2 0 0,4-5-7 0,4-3-5 16,-3-5 14-16,2 0 4 0,-7-7-6 0,1-3-8 16,-7-4 8-16,-4-3 8 0,-6-4 14 0,-2-4-4 15,-3-2 4-15,-6-5 1 0,-1-1-20 0,-5-5 24 16,-3-2-27-16,0-1-5 0,-6-2 20 0,-5-1-9 16,-7 1 1-16,-2 1 8 0,-2-2-5 0,-5 5 5 15,-2 3 0-15,-1 5 0 0,0 2-4 16,0 7-21-16,5 6 8 0,-2 4-53 0,6 7-45 15,1 5-102-15,1 0-74 0,1 12-62 0,1 3-84 16,4 4-9-16,0 2-64 0,1 4 43 0</inkml:trace>
  <inkml:trace contextRef="#ctx0" brushRef="#br0" timeOffset="64716.3">16681 9200 2517 0,'8'-9'0'0,"-5"-1"-3"0,-3 0 26 0,0 1 64 16,-7 1 17-16,-1 1 21 0,2-2-16 0,-5 1-46 15,1 2 17-15,-1 1 2 0,-3 2 28 0,1 1-12 16,-4 2-45-16,0 0-20 0,-4 0-30 0,1 8-6 15,0 2 20-15,-1 4-2 0,0 2 0 0,3 4-3 16,1 4 3-16,1 2-3 0,2 7 0 0,6 1-7 16,2 0 5-16,6 4 7 0,0-2-4 0,0 4 4 15,9-2-19-15,4 1-1 0,3-3-12 0,4-2 13 0,1-2 9 0,6-1-7 0,1-4 13 32,2-4-18-32,5-4-3 0,3-4 3 0,0-7-2 0,-2-4 4 0,1-4-9 0,-1 0 17 0,-1-10-15 15,-2-7-19-15,-3-2 17 0,0-2-18 0,-4-4 6 31,0-4 19-31,0-3-20 0,-9-5-4 0,0-2 7 16,-4-6-4-16,-5-3 9 0,-8-2-2 0,0-3 17 0,-12-1-10 0,-1 1 5 0,-6 2 7 0,-3 6-3 16,-1 4 10-16,-2 8-14 0,0 7 4 0,1 5-47 15,5 10-56-15,-3 5-76 0,0 6-98 0,3 0-40 16,-2 10-29-16,4 4-41 0,1 3-29 16,-1 4-52-16</inkml:trace>
  <inkml:trace contextRef="#ctx0" brushRef="#br0" timeOffset="65122.83">17555 9188 2606 0,'22'-21'6'0,"-3"-2"-8"0,-3 1 4 0,-1 3 0 15,-5 2-13-15,-3 2 7 0,-4 3-1 16,0 2 57-16,-1 4 25 0,-2 6-3 0,0 0 10 0,0 0-63 31,-10 0 28-31,-1 11 9 0,-2 3-7 0,-1 2 12 16,-5 6-47-16,1 4-16 0,-2 5 7 15,-2 3 19-15,1 6 19 0,4-1 10 0,2 3-12 16,3-1-21-16,3-1-20 0,4 2 25 0,5-1-11 16,0-1 1-16,6-2 12 0,7-1-19 0,3-2 4 15,5-1 13-15,7-4-15 0,6-4-9 0,6-4 4 16,4-3-2-16,8-7-10 0,0-4 15 0,3-8 2 15,0 0-24-15,0-9 31 0,-3-4-6 0,-3-5-4 16,-5-3 23-16,-2-6 8 0,-6-2 4 0,-7-5 21 16,-4-4 0-16,-8-5-12 0,-6-4 8 0,-3-3 0 15,-8 0 5-15,-8-5 1 0,-7-1-18 0,-5 1-12 16,-5 2-3-16,-5 6-37 0,-3 4 3 0,-5 5 0 16,-1 9-13-16,1 5 5 0,-2 11 1 15,-1 7-73-15,0 6-92 0,-1 11-97 0,3 6-150 16,-4 8-134-16,2 8-91 0,0 4-129 0</inkml:trace>
  <inkml:trace contextRef="#ctx0" brushRef="#br0" timeOffset="65841.41">20062 9249 2850 0,'-10'-7'4'0,"-3"2"7"0,1 0-11 0,-3 4 3 15,2-2-8-15,-2 1-2 0,-4 2 7 0,-1 0-16 16,0 8 16-16,-3 3-2 0,2 2 25 0,-3 4 28 16,4 5-1-16,4 2-1 0,3 5-17 0,8 0-11 15,5 2-11-15,0 2-8 0,14-1 2 0,2 2-8 16,6-1 4-16,7-3 9 0,2 1-11 0,4-3 4 16,5-2-4-16,4-5-5 0,-1-3 19 0,2-4-10 15,2-5 3-15,-3-9-3 0,0 0-7 16,-4 0 12-16,-2-11-4 0,-4-3 8 0,-2-4-15 15,-5-3 13-15,-3-3-2 0,-2-1-16 0,-8-5 18 16,0 0-25-16,-7-3 16 0,-7-4 2 0,0-2-11 16,-12-3 16-16,-6-2 14 0,-8 4 19 0,-4 0 10 15,-3 1 4-15,-3 8-42 0,-3 5-2 0,-3 5-13 16,4 10-6-16,0 2 16 0,2 9-7 0,1 0 7 16,5 10-19-16,0 5-89 0,1 5-107 0,6 2-129 15,2 5-119-15,8 2-71 0,2 5-90 0</inkml:trace>
  <inkml:trace contextRef="#ctx0" brushRef="#br0" timeOffset="66265.34">21313 9271 3241 0,'19'-35'-5'0,"-3"0"5"0,-5 3-10 15,-11 0 15-15,0 5-7 0,0-1-3 0,-12 5 8 16,-6 1-3-16,-2 4 64 0,-6 3 23 0,0 7 20 16,-4 1-12-16,-5 7-56 0,-2 0-22 0,-1 8-14 15,2 4 12-15,-3 7-3 0,5 3-2 0,3 6 7 16,2 2-12-16,7 6 15 0,3 2-10 0,3 2 7 16,8 1-2-16,8 0-12 0,0 2 12 0,0-2-8 15,8-3-2-15,6 1-7 0,5-4 2 0,5-1-25 16,5 0-3-16,1-5 11 0,5-2-6 0,4-5 13 15,2-2 5-15,2-7 5 0,2-2 8 0,2-11-13 16,-2 0 22-16,1 0-11 0,1-12-4 16,-5-3 15-16,-3-4-24 0,-3-1 14 0,-2-3-19 15,-8-4-5-15,-3-3 17 0,-4-3-18 0,-6-3 16 16,-9-2 0-16,-4-3-21 0,0-4 11 0,-14 0 12 16,-8-1-10-16,-3 4 2 0,-4-1-2 0,-6 7 3 15,-1 5 4-15,-4 5 13 0,1 10-12 0,-2 5-13 16,1 11-34-16,5 0-76 0,2 11-37 0,3 4-101 15,2 4-67-15,6 5-42 0,6 5-34 0,5 1-47 16,6 5-69-16</inkml:trace>
  <inkml:trace contextRef="#ctx0" brushRef="#br0" timeOffset="66640.24">22234 9341 3062 0,'17'-29'4'0,"-4"2"13"0,-4 2-3 0,0 1 10 16,-2 2-1-16,-7 2-4 0,0 4 30 0,0 0 4 15,-7 3 14-15,1 2 32 0,-2 2-24 0,-1 1-4 16,-4 0-7-16,-3 3-42 0,-2 2-2 0,-2 3 0 16,-2 0-20-16,0 9 20 0,1 3-5 0,-2 5 5 15,-1 2 10-15,5 4-20 0,5 3 10 0,3 3-7 16,2 3 9-16,4 3-1 0,5 1-6 0,0-1-3 15,14 2-19-15,3-1 7 0,7 0-10 16,4-4 0-16,6 0 12 0,0-3-14 0,6-3 27 16,2-4-23-16,3-6-7 0,-3-4 10 0,0-4-28 15,-4-4 28-15,-3-4 10 0,-4-8-5 0,-2-5 7 16,-6-2-7-16,-1-2-7 0,-2-5-18 0,-3-3-15 16,-8-3-10-16,-1-3-12 0,-2-4 20 15,-6-2-9-15,0-1-30 0,0-2-8 0,-14-1-19 0,-2 2 15 16,-3 0 16-16,-1 6-5 0,-1 5-53 15,-1 2-75-15,-1 9-41 0,-4 3-65 0,4 8-31 0,1 6-25 16,4 0-77-16,1 6 44 0</inkml:trace>
  <inkml:trace contextRef="#ctx0" brushRef="#br0" timeOffset="67031.17">23128 9279 3081 0,'10'-23'-3'0,"-1"-1"10"0,-4 1-7 0,1 1-2 15,-4 5 9-15,-2 3-9 0,0 2 2 0,0 3-5 16,0 3-4-16,0 3-12 0,0 3 16 0,0 0-9 16,-5 0 19-16,0 11 9 0,1 3-12 0,-4 4 24 15,2 6-12-15,-1 2 0 0,-1 8-7 16,-1 4-2-16,1 2-8 0,2 3 3 0,-2 2 12 15,2 1-5-15,2 0-7 0,4-2 7 0,0 0-7 16,10-3-9-16,-1-3 2 0,6-3-5 0,2-5 5 16,3-4 16-16,4-5 1 0,3-6-3 0,3-3 0 15,5-8-7-15,3-4 9 0,-2 0-11 0,2-12-3 16,0-4 31-16,-1-2-7 0,-3-4 36 0,-4-2 24 16,-4-6-12-16,-3-3-2 0,-1-5-9 0,-6-4-15 15,-3-4-26-15,-7-6 2 0,-6-1-17 16,0-4-9-16,-8 3 11 0,-6-2-2 0,-4 0 7 0,-7 3-12 15,-3 7-2-15,-1 7-1 0,-4 8-47 16,0 5-51-16,0 10-71 0,-5 6-123 0,-1 10-79 16,0 0-86-16,1 15-119 0,0 7-4 0</inkml:trace>
  <inkml:trace contextRef="#ctx0" brushRef="#br0" timeOffset="67484.16">24435 9240 2868 0,'0'-8'-12'16,"0"2"14"-16,-8 1 1 0,0-2 1 0,0 3 10 15,-5-1-16-15,2 0-10 0,-5 2 35 0,-1 3 40 16,0 0 4-16,-7 0 24 0,1 7-44 0,-2 2-24 16,-2 4-18-16,1-1 9 0,-1 6 10 0,2 2 2 15,0 5 15-15,7 0-17 0,-3 5 14 0,7 1-33 16,3 1 19-16,0 2 7 0,8 0-26 16,3 1 19-16,0-2-26 0,8 0-8 0,6-1 12 15,2-1 3-15,7-1 7 0,6-3-4 0,2-1-1 16,7-4-2-16,2-4 0 0,-1-5-10 0,4-3 2 15,3-6-2-15,-8-4 5 0,-2 0 15 0,-2-7-15 16,-3-4 5-16,-4-3-8 0,-3-4 3 0,-7-3 8 16,0-4-4-16,-5-2 14 0,-2-4-28 0,-6-4 12 15,-4-3-9-15,0-3-5 0,-14-1 10 0,-1 0-18 16,-5-2 13-16,-4 2-3 0,2 3 1 0,-7 3-1 16,2 6-9-16,1 4-20 0,0 8-23 15,6 5-7-15,-2 6-60 0,1 7-58 0,7 0-57 16,-3 10-93-16,0 2-49 0,4 3-71 0,4 4-90 0</inkml:trace>
  <inkml:trace contextRef="#ctx0" brushRef="#br0" timeOffset="67907.19">25205 9293 3119 0,'12'-19'0'0,"-4"2"-5"0,0 0-2 0,-5 3 2 16,-3 6 5-16,0-3 9 0,0 3 22 0,0 2 11 16,-5 1 8-16,1 2 19 0,-3 3-21 0,4-2 2 15,-3 2-23-15,-4 0-20 0,2 0 1 16,-1 10-13-16,-5-2 29 0,1 9-7 0,-1 2 10 16,0 4 7-16,-5 6-22 0,4 3 6 0,1 4-1 15,6 1-22-15,5 1 17 0,3-1 0 0,0 0-17 16,7-1 23-16,3-3-21 0,5-1 8 0,2-1-5 15,4-3 0-15,2-4 5 0,4-2-12 0,5-4 7 16,-1-4 2-16,3-5-2 0,-3-3 5 0,3-6 13 16,-3 0-18-16,2-6-3 0,1-4 3 0,-7-7-10 15,-1-1-17-15,1-7-2 0,-2-3-44 0,-4-3 5 16,-2-7 5-16,-8-4 19 0,-2-3 25 0,-4-3 0 16,-5-3 14-16,-8 1-7 0,-7 1 21 15,-1-1-13-15,-8 6-1 0,-3 5 3 0,0 6-6 16,-3 6 13-16,0 10 5 0,-1 4-20 0,2 13-2 15,-2 0 8-15,1 10 8 0,0 6-6 0,0 5-5 16,3 7-75-16,3 2-114 0,3 5-97 0,2 2-98 16,8 2-57-16,6 2-41 0,5-2-24 0</inkml:trace>
  <inkml:trace contextRef="#ctx0" brushRef="#br0" timeOffset="68532.03">26172 9218 1761 0,'-3'-5'22'16,"0"-1"34"-16,-2 0 23 0,0 2 2 0,1 0 1 15,-3-1-32-15,1 0-11 0,-5 2 31 0,0-1-9 16,-5 3 37-16,2 1-11 0,-5 0-34 0,0 0-16 16,-2 8 29-16,1 2 11 0,-1 4 9 0,2 3 23 15,3 3-47-15,1 4-13 0,0 1 16 0,4 3-30 16,5 2-11-16,0 3-8 0,6-2-30 0,0 0 19 15,0-2-12-15,9 0 16 0,-1-1 7 16,5-2-16-16,-1-2 3 0,4-3-1 0,3 0-11 16,3-4 23-16,5-4-7 0,1-4 0 0,3-3-2 15,0-6-17-15,2 0 22 0,-1-5-15 0,0-4 19 16,-6-3 7-16,1-6-23 0,-6-3 2 0,0-1-14 16,-4-4 9-16,-4-2-21 0,-4-4 33 0,-1-3-11 15,-7 0-15-15,-1-3 37 0,0 0-44 0,-12 1 29 16,-1 3-8-16,-2 4-7 0,-5 2 22 0,2 4-24 15,1 8 11-15,-5 6-46 0,2 10-104 0,-3 0-58 16,0 0-94-16,-1 12-89 0,1 4-29 16,-1 3-93-16,7 1 36 0</inkml:trace>
  <inkml:trace contextRef="#ctx0" brushRef="#br0" timeOffset="68750.74">26820 9054 4324 0,'5'-5'0'0,"-2"5"-8"0,1 0-14 15,-3 6 14-15,2 7-5 0,1 1 40 0,3 11 66 16,3 6 25-16,-1 7 62 0,4 10 4 0,-5 4-51 16,1 7-24-16,-1 5-78 0,2 2-19 0,-4 5-15 15,-3 0-3-15,-3 3 20 0,0 1-39 16,0 0-103-16,0-2-179 0,0 1-182 0,-8-6-285 15,-3-2-262-15,-1-2 48 0</inkml:trace>
  <inkml:trace contextRef="#ctx0" brushRef="#br0" timeOffset="70298.09">3712 11157 2333 0,'-26'0'-5'0,"3"0"5"0,4 0-2 16,3 0-9-16,1-4 9 0,5-2 0 0,3 2-4 15,3 2 8-15,4 0 4 0,0 0 1 0,9 0 4 16,6-1 6-16,5-1-2 0,10 1 9 0,5-1 16 16,14-2 4-16,11-1 0 0,10-1-14 0,11 1-8 15,14-2-13-15,10 0-6 0,12-1 6 0,6 2-5 16,12-1 1-16,7 0-8 0,11-1 3 15,4-1-6-15,9 0 69 0,8 0 14 0,9-3-12 16,7 0 3-16,8-1-59 0,7-4-18 0,7 3 7 16,10-3 11-16,5-4 12 0,9 1 41 0,1-1 7 15,2 0-4-15,3 2-20 0,1 2-24 0,-3-3-9 16,-3 4-10-16,-9 2 0 0,-8 1-9 0,-10 5-4 16,-12-2 4-16,-16 2 16 0,-15-1 0 0,-18 6-9 15,-18-2 12-15,-17 2-19 0,-18 0 7 0,-13-1 5 16,-11 5-3-16,-16-2-9 0,-9 2-2 0,-12-2 6 15,-5 3-6-15,-8-2 21 0,-6 1-12 0,-3-1-12 16,-7 2-9-16,-1 0-72 0,-5 0-62 0,0-1-86 16,-8 1-101-16,-2 0-53 0,-7 0-98 0,-2 6-41 15</inkml:trace>
  <inkml:trace contextRef="#ctx0" brushRef="#br0" timeOffset="70735.49">5739 12537 4711 0,'-5'-10'10'0,"0"-1"-10"15,2 4-5-15,3 2-9 0,-3 1-16 0,3 2 27 16,0 2-2-16,0 0 24 0,5 14-6 0,1 7-2 16,-1 6 14-16,2 9-3 0,0 5 22 15,-1 9-11-15,-1 7-8 0,3 2-16 0,-3 2-1 16,-2 1-5-16,5 1-6 0,-5-1-17 0,2-1-94 16,3 0-82-16,-3-4-115 0,4-1-111 0,-1-2-130 15,3-4-86-15,2-4-128 0,3-5-6 0</inkml:trace>
  <inkml:trace contextRef="#ctx0" brushRef="#br0" timeOffset="71142.41">6831 12710 3609 0,'21'-44'2'0,"-7"6"-2"0,-6 1-5 15,-8 7 15-15,-8 3 65 0,-4 1 15 0,-3 1 31 16,-5 4 11-16,-7 5-46 0,0 4-11 0,-3 5-15 15,-3 7-31-15,-5 0-16 0,-5 0 0 0,-2 7-10 16,0 8 7-16,-2 0-12 0,4 4 4 0,-1 3 1 16,6 2-22-16,3 3 30 0,3 1-22 0,7 0 9 15,4 3 4-15,6-2-23 0,5 0-44 0,5-1-38 16,5-1-28-16,8 0-29 0,4-2 10 0,5-2-8 16,4-4 8-16,4-5 20 0,5-3 17 0,0-6 29 15,5-5 30-15,-2 0 14 0,3 0 36 0,-3-8 8 16,-3-2 29-16,0 1 22 0,-4-1 37 15,1 0 54-15,-5-2 10 0,-2-1 40 0,-2-4-22 16,-3-3 0-16,0-4-23 0,0-3-2 0,-2-6 2 16,-3-2-6-16,-1-3 49 0,-2-1-36 0,-3 1 42 15,-2 3-29-15,-2 4-44 0,0 3-4 0,0 6-49 16,0 7-33-16,0 5-20 0,0 10 0 0,0 0 27 16,0 7 34-16,0 12 6 0,0 6-15 0,5 9-39 15,-2 6-9-15,3 9-13 0,-3 7 0 0,-1 4 7 16,-2 4-22-16,0 0 15 0,0 1-46 0,0 2-87 15,6-1-97-15,2-1-150 0,1-3-138 0,1-1-104 16,1-3-142-16,-2 0-70 0,6-3-72 0,5-7 95 16</inkml:trace>
  <inkml:trace contextRef="#ctx0" brushRef="#br0" timeOffset="71595.42">7266 12836 3511 0,'8'-51'2'15,"2"3"-2"-15,1 7-2 0,0 3-3 0,3 6-8 16,0 1 8-16,-1 2 3 0,4 3 4 0,-2 5 25 16,5 2 0-16,2 1-2 0,-2 2-1 0,3 2-14 15,-1 1 5-15,3 3 0 0,-1 1 15 0,2 0 7 16,0 4-10-16,1 0 3 0,0 1 0 0,-2 3-17 16,-2 1-3-16,2 0 20 0,-3 0-25 15,0 6 13-15,-1 2 10 0,1 2-18 0,-2 3 15 16,-2 0-2-16,1 5 20 0,-5 3 6 0,-2 3 11 15,-5 4 2-15,-7 4-33 0,0 2-1 0,-7 3-23 16,-5 1 8-16,-4 2 13 0,-6 0-15 0,-3 0 2 16,-4 1-23-16,-1 0-9 0,2 0 19 0,-4-3-5 15,2 0 10-15,0-1-7 0,3 0-9 0,0-3 16 16,4-2 1-16,1-1 4 0,5-5-18 0,2-2-5 16,7-1-10-16,0-5-24 0,6-1 8 0,2-4-11 15,0-4-4-15,10 0 21 0,4-4 12 16,5-1 16-16,6-1 0 0,4-3 10 0,7 0-5 15,7-7-5-15,4 0 20 0,7-1-12 0,3-2 15 16,5-1 3-16,1-1 38 0,2-2 17 0,-1 1 31 16,0 0-5-16,-3 1-35 0,-2 2-11 0,-10-1-48 15,-2 4 11-15,-10 1-17 0,-7 1 12 0,-7 2-4 16,-10 2-20-16,-5 0-25 0,-2-1-97 0,-6 1-82 16,0 1-112-16,0 0-135 0,0 0-88 0,-9 0-119 15,1 0-133-15</inkml:trace>
  <inkml:trace contextRef="#ctx0" brushRef="#br0" timeOffset="72330.28">12513 11033 2438 0,'-21'2'11'0,"2"-2"-5"15,3 0 1-15,3-4 4 0,0-5-11 0,1 1 29 16,6 1-10-16,6 0 1 0,0 0 72 0,14 4-18 16,10 0 54-16,12-2 21 0,13 1-54 15,19 0 1-15,19-1-49 0,21 1-2 0,20 3-24 16,22-3 1-16,16 2 7 0,19 0-22 0,19-3 3 16,13 1 2-16,15-1 10 0,7-5-8 0,11 0-4 15,7 0-1-15,5-6-9 0,0 1 8 0,-1-2 1 16,-4 0 8-16,-4 2-7 0,-8-2 12 0,-10 2 15 15,-8 2 2-15,-12 1 20 0,-11 5-5 0,-10 4 6 16,-14 3-18-16,-20 0-32 0,-14 0-2 0,-17 7-23 16,-19 3 5-16,-18 0 27 0,-19-3-19 0,-17 0 2 15,-15-3 0-15,-9 1-30 0,-13-1 13 0,-10 1-28 16,-9 2-101-16,0 1-74 0,-12 0-183 0,-6 7-115 16,-9 2-71-16,-8 3-119 0</inkml:trace>
  <inkml:trace contextRef="#ctx0" brushRef="#br0" timeOffset="73002.3">10566 12414 2187 0,'5'-17'19'0,"-5"1"63"15,0-1 23-15,0 3 93 0,0-1 32 0,0 1-8 16,-7 1 19-16,0 4-84 0,4 1-45 0,3 4-64 16,-3 4-40-16,3 0 49 0,0 0 26 0,0 14 77 15,0 7 8-15,0 9-50 0,6 8-40 0,-3 9-46 16,3 6-19-16,-3 8-8 0,2 4 11 0,-2 2-8 16,-3 1 19-16,0-3-1 0,0-2-2 15,0-3-24-15,-8-3-45 0,2-1-85 0,0-3-95 0,0 0-113 16,1-5-150-16,-2-2-74 0,4-2-94 15,3-6-105-15</inkml:trace>
  <inkml:trace contextRef="#ctx0" brushRef="#br0" timeOffset="73392.85">11389 12659 3194 0,'23'-38'4'0,"-2"1"3"0,-9 0 3 0,-3 4 4 15,-9 2 32-15,0 0 2 0,-7 2 16 0,-3 3 19 16,-3 7-25-16,-2 3 23 0,-4 4-2 0,2 3-14 16,-5 5-10-16,1 4-25 0,-1 0 8 0,-2 13-15 15,-3 5 2-15,2 7 0 0,0 7-27 16,-1 7 12-16,3 5-10 0,-1 4 0 0,2 2 0 16,6 2-2-16,2 2 14 0,4 0 11 0,5 1 0 15,5-1-12-15,0-1-6 0,9 0-8 0,0-1-10 16,8-2 3-16,2-4 0 0,5-2-13 0,1-5 10 15,4-3 3-15,2-6 7 0,3-6-7 0,1-6 10 16,2-8 3-16,0-3-6 0,-3-7 11 0,1 0-8 16,0-12 5-16,-5-2-5 0,-1-4 8 0,-6-3-1 15,-4-5-4-15,-5-4-6 0,-4-2-2 0,-10-2-2 16,0-1 9-16,-8-2-2 0,-5 4 8 0,-6-1 4 16,-6 6-12-16,-2 3-5 0,-3 4 0 15,-3 6-3-15,1 5 3 0,2 10 13 0,0 0-13 16,0 0 5-16,2 14-33 0,1 3-57 0,3 4-85 15,0 1-82-15,4 2-86 0,-1 3-73 0,6 2 0 16,5 0-63-16,5 1-19 0,5-3 14 0</inkml:trace>
  <inkml:trace contextRef="#ctx0" brushRef="#br0" timeOffset="73908.69">12166 12764 3090 0,'29'-62'4'0,"4"0"37"16,-4 1 30-16,-1 2 69 0,2 1 10 0,-5 3 25 16,-6 6-17-16,-4 3 0 0,-5 9-17 15,-10 6-64-15,0 8-4 0,0 5-75 0,-15 6 7 16,-6 12-5-16,-3 0-8 0,-7 9 3 0,-7 7-8 16,-2 7 18-16,-4 6-5 0,-2 9 8 0,3 2 5 15,1 5-13-15,4 3 10 0,8 2-2 0,6-3-8 16,10 1 6-16,14-1-4 0,0-2-2 0,0-1 6 15,14-3-12-15,5-2 1 0,8 0-6 0,6-3 6 16,5-3 5-16,10-2-13 0,2-1 5 0,7-3 5 16,5-3 6-16,1-3-3 0,2 2 8 0,-5-4-18 15,-3-2 2-15,-5-1 10 0,-11 1-12 16,-6-3 2-16,-10-1 11 0,-7-1-3 0,-10-1 7 16,-4 1 14-16,-4-1-23 0,-8 1 15 0,-3 0 3 15,-9 2-8-15,-5 0 32 0,-7-1 16 0,-6 1 5 16,-6-1 11-16,-4-1-10 0,-4-1-21 0,0-2 16 15,0 0 20-15,-2-3-3 0,2-1 32 0,4-3-16 16,3-2-17-16,3 0 21 0,6 0-16 0,4-8-3 16,5-3-17-16,5-2-28 0,8-4-16 0,3-5-2 15,11-1 0-15,0-8 0 0,19-2-15 0,8-6-9 16,6-2 18-16,8-5-18 0,8-1 12 0,8-2 9 16,3-1-15-16,5 1 15 0,-2 0-12 15,2 0 6-15,-7 2-3 0,-4 3 0 0,-8 3 6 16,-4 1-15-16,-8 3 9 0,-8 6-18 0,-6 4-31 15,-6 1-61-15,-3 4-93 0,-4 3-83 0,-7 6-93 16,0 1-76-16,0 3-87 0,0 3-72 0,-7 2-23 16,-1 4-28-16,-3 0 38 0</inkml:trace>
  <inkml:trace contextRef="#ctx0" brushRef="#br0" timeOffset="74627.27">20517 10885 2247 0,'-12'1'0'0,"9"-1"-9"0,3 0 3 16,7 0-5-16,10-7 7 0,5 0 21 0,11-1 66 16,15-1 83-16,13 1 44 0,14 1 16 0,17-1-47 15,16 2-64-15,21 1-27 0,14 1-4 0,19 1-18 16,15 0 1-16,12 2-35 0,20-3-8 0,11-1-7 15,13 1-4-15,8-1 49 0,9-3 3 0,5-1 10 16,6 2 3-16,1-4-48 0,4 3-18 16,-2-1 1-16,-11 3-18 0,-7 0 15 0,-10 0-2 15,-10 1-10-15,-16-3 12 0,-18 3 5 0,-20-3 24 16,-18-1 30-16,-17-3-7 0,-19 2 6 0,-16-2-18 16,-19 2-16-16,-11-1-5 0,-14 4-11 0,-13 0-2 15,-12 1-19-15,-6 1 1 0,-9 1-14 0,-6 4 8 16,-6-2-8-16,-6 2-3 0,0 0-84 0,-13 11-134 15,-7 2-121-15,-10 4-238 0,-10 2-135 16,-12 7-118-16</inkml:trace>
  <inkml:trace contextRef="#ctx0" brushRef="#br0" timeOffset="75518.08">15102 12348 2256 0,'0'-16'-5'0,"0"-1"5"0,-9 2 2 0,1-2-4 16,5 2 28-16,-2 0 0 0,-1 3-9 0,1 4-2 16,-1 2-17-16,4 6 59 0,1 0 77 15,1 14 83-15,0 7 31 0,0 8-36 0,0 11-32 16,0 8-64-16,0 7 6 0,0 11-18 0,0 0-29 15,3 3-2-15,5-1-48 0,-2 0-2 0,0-5-18 16,3-6-8-16,1-1-2 0,0-6 8 0,1-1 5 16,0-6-8-16,-1-4 23 0,-2-5-31 0,-2-2 8 15,3-5-10-15,-2-7-3 0,-6-3 28 0,2-5-15 16,-1-4 18-16,-2-2-28 0,0-4 7 0,0-2 3 16,0 0-7-16,0-10 14 0,-6-4-14 15,-1-5 1-15,-2-8 19 0,3-5-3 0,-4-6-17 16,-1-8 14-16,0-5-12 0,1-5-10 0,2-4 18 15,1-2-24-15,0-1 21 0,1-1 3 0,1 1 2 16,2 3 10-16,0 0-10 0,-3 7 60 0,2 1 17 16,3 8 9-16,-1 7 8 0,1 3-52 0,-1 9-2 15,2 6-10-15,0 5-17 0,0 6-7 0,0 3-19 16,0 5 40-16,0 8 14 0,0 5 24 0,5 10 3 16,-2 4-27-16,3 11-13 0,-3 6-14 0,2 8-8 15,1 4-9-15,-1 2 20 0,0 3-8 0,-2-1 11 16,2-2 0-16,-2 0-25 0,-2-5 9 0,-1-4-64 15,0-2-89-15,0-3-119 0,0-4-162 16,0-2-178-16,0-1-142 0,-6-3-141 0,6-5 97 16</inkml:trace>
  <inkml:trace contextRef="#ctx0" brushRef="#br0" timeOffset="76502.5">27790 10250 2552 0,'-18'6'11'0,"3"0"-9"16,3-1 30-16,3-4 67 0,4-1 20 0,2 0 28 15,3 0-14-15,0 0-53 0,7-5-4 0,3 5 8 16,6-4 17-16,6-1-3 0,8-2-3 0,12 3-13 16,11-6-12-16,14 1-15 0,15 0-25 0,14-3-7 15,20 2-28-15,15-4 17 0,17 0-2 0,19-2 5 16,16 0-7-16,19 1-5 0,21-2-1 15,14 1-2-15,15-1 0 0,9-1 0 0,11 0 10 16,1-1-12-16,2 1 10 0,-10 1-1 0,-11 1-20 16,-25 1 16-16,-15-1-8 0,-28 0 7 0,-23 2 8 15,-25 0-5-15,-20-1 52 0,-20 1 2 0,-17 0 14 16,-8 1-6-16,-13 0-43 0,-8 0-6 0,-5 2-18 16,-7 2 6-16,-7 0 2 0,-4 2-16 0,-7 3 15 15,-5 0-38-15,-7 1-52 0,-2 3-94 0,-8 0-86 16,0 0-51-16,0 7-107 0,-17 4-59 0,-1 3-109 15,-6 2-133-15</inkml:trace>
  <inkml:trace contextRef="#ctx0" brushRef="#br0" timeOffset="77315.27">18105 12366 3433 0,'-11'-11'-15'0,"-1"1"11"15,-3-2 26-15,0 1 9 0,0-3 72 0,0 1 21 16,0 2-19-16,-2 2-10 0,-1 5-42 0,-4 4 27 15,-1 0-5-15,-6 7 26 0,-2 4 22 0,-4 6-24 16,-5 8 16-16,0 3-13 0,0 9-23 0,2 4-30 16,-1 4 7-16,8 4-6 0,1 4 0 0,6 0 0 15,8 1-22-15,4 0 3 0,12-3-26 0,0-1 12 16,6-1-2-16,11-5-7 0,4-4 12 0,7-3-11 16,9-3-7-16,6-7 1 0,7-4 8 15,7-4-11-15,0-8 3 0,8-2-5 0,3-9-1 16,-2 0 11-16,2 0 9 0,-6-11-2 0,-2-5-15 15,-5-2-12-15,-3-5 4 0,-2-7-4 0,-11-3 12 16,-3-6-5-16,-7-8 2 0,-10-3 5 0,-9-6-16 16,-10-4 11-16,-13-5-25 0,-16 1 0 0,-10 1-75 15,-13 4-135-15,-17 10-221 0,-13 14-405 0,-17 20-305 16</inkml:trace>
  <inkml:trace contextRef="#ctx0" brushRef="#br0" timeOffset="91121.88">19822 12696 3289 0,'-19'7'7'0,"3"1"-5"16,-1-1-14-16,6-4-7 0,0 1 12 0,8-4 0 15,-2 0 2-15,4 0 15 0,-1-5-15 0,2 5 0 16,0 0 32-16,0-4-18 0,6 2 6 0,3-1-4 15,4 0-13-15,9 2 9 0,5-3-5 0,10 1 5 16,7-1-9-16,13-1 0 0,9 0 12 0,8 0-6 16,7 0 8-16,6-1 3 0,7 0-20 15,2 0 5-15,5-2-2 0,3 2 6 0,1-2-4 16,-3 0 0-16,-2 2 0 0,-5-1-71 0,-8 1-55 16,-8 3-71-16,-11 0-65 0,-12 1-2 0,-9 1-14 15,-11 0-1-15,-7 1 12 0,-12 0-3 0,-9 0 16 16,-8 4 10-16,-9 1-45 0,-4 1 48 0</inkml:trace>
  <inkml:trace contextRef="#ctx0" brushRef="#br0" timeOffset="91371.82">19979 12969 2517 0,'-22'8'92'0,"6"-4"-6"0,3 0 15 16,5-2 42-16,8 1-54 0,0 0 47 0,0-3 9 15,0 3-23-15,10-3-37 0,2 1-34 0,3-1-24 16,7 0-22-16,5-6 0 0,6-1-22 0,8-2 14 16,6-2 11-16,7 0-8 0,7 2 19 0,4-2-26 15,5-1-1-15,6 0 4 0,6 0 1 0,5-1 10 16,5 2-19-16,1 0 12 0,2 0-68 16,0-1-47-16,0-1-54 0,-5-1-90 0,-8 0-26 15,-6 2 11-15,-11 1 26 0,-5 0 25 0,-8 1 30 16,-12 2-12-16,-9 1-55 0,-9 2-28 0,-5 4-68 15</inkml:trace>
  <inkml:trace contextRef="#ctx0" brushRef="#br0" timeOffset="91793.6">20259 12397 3260 0,'-5'-10'2'0,"-2"0"-11"0,2 3-6 0,0 1 6 15,-2 1 11-15,2 0 34 0,1 1 19 16,-6 2 8-16,6 2-8 0,-3 0-16 0,4 0-17 16,1 7-20-16,-1 2 6 0,0 1-11 0,-2 3 8 15,-2 2 22-15,0 4-15 0,-2 3 6 0,-5 6-1 16,-1 1-17-16,-2 4 2 0,-2-1-7 0,-3 2 7 15,-4-1-9-15,0-1 7 0,-4 0 17 0,-5-1-29 16,0 0 24-16,-2-2-21 0,-1 0-6 0,-2 1 37 16,0-3-22-16,2 1 10 0,1-3 2 0,3-1-34 15,2-4 19-15,5-4 6 0,4-1 2 0,5-4 2 16,5-2-7-16,5-5 10 0,3 0-30 0,5 0 33 16,0-3 39-16,10-1-12 0,3 0 37 15,9 3-12-15,3-1-47 0,5 0 17 0,8 4-37 16,5-1-6-16,9 1 6 0,4 2-3 0,4-2 17 15,0 2-2-15,5 2-12 0,-1 0-95 0,1 2-82 16,-5 2-86-16,-1 1-134 0,-8-1-53 0,-2 2-43 16,-7 0-92-16,-2 0 21 0</inkml:trace>
  <inkml:trace contextRef="#ctx0" brushRef="#br0" timeOffset="92340.73">22725 12350 2543 0,'-13'-22'2'15,"1"2"75"-15,1 1 22 0,4 3 50 0,7 1 16 16,0 0-67-16,0 5-26 0,0 2-50 0,0 4-20 16,0 4-23-16,0 0 52 0,0 0 56 15,0 12 7-15,5 2 32 0,-2 10-33 0,2 5-39 16,3 8 1-16,-1 7-18 0,0 9-12 0,0 8-2 15,-6 2-10-15,-1 5 9 0,0 2-6 0,0-1-11 16,-9 0-8-16,-1 0-7 0,2-1 28 0,-3-2-16 16,0 0 8-16,3 0-5 0,4-3-20 0,0-2 13 15,4-2-51-15,0-3-49 0,8-6-65 0,8-2-88 16,0-4-53-16,6-5-43 0,2-7-37 0,1-3-7 16,4-6 32-16,2-3 19 0,3-8 34 15,2-3 14-15,2-9 46 0</inkml:trace>
  <inkml:trace contextRef="#ctx0" brushRef="#br0" timeOffset="92762.5">23266 13266 1464 0,'-16'-44'42'0,"-6"1"30"0,-5 3 37 15,-1 1 27-15,-7 5-1 0,-6 1 3 0,-4-3 16 16,-5 5-18-16,-2 1 39 0,-3 3-19 0,-1 1-13 16,-1 1-1-16,2 1-75 0,1 2-6 0,3 5-33 15,-1 0 5-15,3 5-9 0,2 2 2 0,1 1-19 16,3 3-9-16,5 4 4 0,5 2-12 0,5 0 22 15,4 0-7-15,5 6-12 0,5 0 7 0,6-1-14 16,0 3 2-16,7 0 19 0,1 1-7 16,4 0 0-16,9 1-28 0,0-1-31 0,5 2-28 15,8-2-3-15,2 1-43 0,8-2 13 0,2-2 6 16,2 2-39-16,4-3 44 0,4-2-13 0,1-1-4 16,3-2 23-16,-1 0-7 0,1-7 17 0,1 0 29 15,0-3 26-15,-3 0 44 0,-1 0-2 0,-5-3 45 16,-5 2 27-16,-5-2 38 0,0 0 73 0,-6-3-9 15,-1 0 59-15,-2-2 3 0,0-2-30 0,-3-1-8 16,-1 1-42-16,0 0-15 0,-4 2 25 0,-1 2-24 16,-3 5-5-16,-3 1-18 0,-5 3-43 0,2 2-12 15,-4 5-40-15,-1 0-17 0,-2 0-9 0,1 0 4 16,1 0 1-16,2 8 1 0,1 2-8 16,1 3 3-16,2 2-9 0,2 1 1 0,1 2 5 15,0 4-2-15,1-1-22 0,0 2-86 0,-3 1-114 16,0-2-111-16,3-2-156 0,-6-2-59 0,0 0-70 15,2-4-113-15</inkml:trace>
  <inkml:trace contextRef="#ctx0" brushRef="#br0" timeOffset="93044.1">23283 12221 2887 0,'-22'-17'11'0,"1"3"0"16,0 2-16-16,-1 0 10 0,5 5-16 0,0-2 1 15,1 0 22-15,2 5-12 0,5 1 2 0,1 3-7 16,3 0-6-16,5 5 4 0,0 5-11 16,13 0 27-16,1 3-16 0,6 5-7 0,2 1-55 15,7 1-20-15,2 1 17 0,4-3-8 0,0-2 58 16,3 0 2-16,-3-6 9 0,2-4 11 0,-6 0 13 16,-1-6-4-16,-4 0 0 0,-5-6 4 0,-3-1 4 15,-6-2 53-15,-3-4 7 0,-9-3-10 0,0-3 8 16,0-2-55-16,-15-1-15 0,-7 0 6 0,-3-1-8 15,-5 0-8-15,-5 3 3 0,-3 2-3 0,-2 6-2 16,0 7 0-16,3 5-69 0,-1 0-86 16,3 15-86-16,2 5-103 0,6 3-76 0,3 5-64 15,7 5 24-15</inkml:trace>
  <inkml:trace contextRef="#ctx0" brushRef="#br0" timeOffset="93653.34">23762 12534 3119 0,'5'-14'2'0,"-5"-2"26"0,0 2 24 0,0 0 32 16,0-1 24-16,-5 0-16 0,-1 3-15 0,6 3-35 15,0 2-30-15,0 4-4 0,0 3-8 0,6 0 14 16,2 8 1-16,5 3 0 0,4 6-7 0,3 3 4 16,3 0-12-16,2 8-5 0,1 0 5 15,-1 3-12-15,-3 0 12 0,-1 0-8 0,-4-1 1 16,-4-3 7-16,-5 1-10 0,-3-3 12 0,-1-3-2 15,-4-1 0-15,0-5 15 0,-12 1-20 0,0-4 0 16,0-5-32-16,-2 1-34 0,1-5-4 0,-5-4-36 16,3 0-4-16,0-7-14 0,-2-3-2 0,4-4-22 15,1-6-1-15,1-4 2 0,1-3 0 0,7-4 65 16,3-3 12-16,6 0 44 0,6 0 19 0,3-2-8 16,6 5 25-16,1 1-9 0,5 2 4 15,3 0 2-15,2 3-4 0,2 3 16 0,1 0 33 16,8 2 53-16,-4-1 77 0,3 0 19 0,2 2 16 15,-3 1-20-15,0-2-53 0,-5 0 6 0,-3 0-41 16,-3 2 16-16,-3 0 4 0,-3-1-27 0,-2 2 58 16,-3 1-34-16,-4 1-12 0,0 4 19 0,-5 1-41 15,-1 2-1-15,0-1-16 0,-5 3-24 0,-3 2-27 16,-1 0-9-16,0 0 1 0,0 2-19 0,-12 0 3 16,2-1-6-16,1 2-8 0,-5 0 21 0,1 1-15 15,-1 0 15-15,-1 5 1 0,-2 4-19 0,1 1-37 16,-3 2-43-16,3 4-60 0,-1 2 1 0,6 2 26 15,0 1 17-15,11 4 14 0,0-1 17 16,14 2 21-16,7-1 16 0,7-1 51 0,5 2-7 16,5-4 5-16,2 0-10 0,1-2 8 0,-2 0 4 15,-4-2-7-15,-2 1 15 0,-6-2-22 0,-6-1 2 16,-4 1 10-16,-4-3-5 0,-7 1 7 0,-6 0-2 16,0-1 15-16,-9 3-5 0,-2-3-5 0,-5 1-3 15,-3 1-17-15,-5-1 5 0,1 0 20 0,-1-1-5 16,-5 0-10-16,6 0-76 0,-4-2-88 0,3-1-130 15,3-1-88-15,-1-2-60 0,4 0-38 0,1-4-30 16,3-1-29-16</inkml:trace>
  <inkml:trace contextRef="#ctx0" brushRef="#br0" timeOffset="93840.79">24805 12452 2905 0,'37'-41'74'0,"-4"0"46"15,-3-3 51-15,-4 1 80 0,-1-1 19 0,-3 3 20 16,-9 4-12-16,1 5-17 0,-6 6-84 0,-1 7-73 15,-1 6-37-15,-6 6-53 0,0 7-14 0,0 0 14 16,0 11 11-16,0 5-14 0,0 7 12 0,0 6-3 16,0 6-15-16,0 8 15 0,4 2-23 0,1 5 0 15,2 0-5-15,-1 0-18 0,2 0-85 0,0 0-104 16,0-4-116-16,1 0-148 0,0-4-80 0,-1-1-82 16,1-2-61-16,-3-3-33 0,1-2 138 15</inkml:trace>
  <inkml:trace contextRef="#ctx0" brushRef="#br0" timeOffset="93981.85">25018 12681 3482 0,'-21'-31'17'16,"-1"-3"74"-16,0 5 29 0,4 2 30 0,5 0 30 15,1 3-56-15,2 5-9 0,10 1-28 0,0 2-66 16,10 1-13-16,6 2-24 0,11 0-11 0,10 0-67 16,13 0-100-16,8 0-113 0,9 1-214 0,9 3-139 15,6 1-173-15,8 2 51 0</inkml:trace>
  <inkml:trace contextRef="#ctx0" brushRef="#br0" timeOffset="95294.45">26595 12341 4250 0,'-13'0'-6'16,"-8"-4"9"-16,-1-1 5 0,-10-1 47 0,-5 1 36 15,-1-1-1-15,-4 2 10 0,3 2-44 0,-1 2-29 16,6 0-10-16,0 6-14 0,4 1-3 0,3 3 3 15,2-1-1-15,4 8 14 0,4-1 1 0,4 6-15 16,6 0 1-16,7 5-19 0,0 3-14 0,0-1-35 16,11 2-55-16,-3-1-73 0,5-1-41 0,0-2-23 15,5-4 3-15,-1-3 38 0,4 0-1 0,-4-3-1 16,4-3 55-16,-3-2 40 0,-1-2 50 0,0-2 71 16,-4-1 2-16,-4-3 70 0,2-2 58 15,-3-1 34-15,-2-1 37 0,1 0-53 0,-1-6-9 16,-1 0-19-16,-2-2 16 0,2-2-3 0,-2 0-7 15,0-2 8-15,0-2-41 0,1-2-16 0,-2-2-34 16,1 2-30-16,1-5-3 0,2-1 5 0,-1-5-13 16,1 0 15-16,3-5 25 0,-1 0 30 0,1 1 20 15,0 1-15-15,0 2-18 0,-1 5-41 0,-1 3-21 16,-2 5 10-16,2 5-18 0,-2 1-3 0,0 5 21 16,-2 2-10-16,2 2-1 0,0 0 1 0,2 0-20 15,1 6-2-15,3 0-34 0,3 5-43 0,-1-1-55 16,4 5-82-16,3 1-56 0,3 1-88 15,-1 2-39-15,3 1 12 0,0 2 27 0,-2 1 37 16,1-2 34-16,-1-1 25 0,-2 0 27 0,1 0 87 16,0-4 58-16,-2-1 56 0,2-1 50 0,0-3 49 15,-2-1 54-15,2-4 32 0,-3-1 52 0,2-2 29 16,0-3-6-16,-3 0 36 0,2 0-11 0,-2-4-19 16,-2-2 21-16,3 1 9 0,2-2-8 0,-5-1 6 15,2-1-27-15,-3-1-33 0,-3-2-29 0,1-2-13 16,-1 0-12-16,-2-2-27 0,-3-1-9 0,-3-2-38 15,-2-1-4-15,0-2 31 0,-1-2 5 0,-1-2 24 16,0 1 17-16,0-1-11 0,0 2 8 0,0 2 7 16,0 3-43-16,-6 2-38 0,-1 5-38 15,2 4-28-15,1 2 0 0,-4 6 6 0,2 0 16 16,-2 0-2-16,-2 13 13 0,-2 2-8 0,-3 4 3 16,0 5-1-16,2 2-10 0,-3 4-8 0,5 2-30 15,1-1-46-15,1 1-20 0,6 0-55 0,3-3 5 16,0-4 13-16,6-2-16 0,4-3 35 0,-1-4 7 15,2-2-2-15,3-4 29 0,-1-2 33 0,4-4 25 16,0-4 40-16,1 0 8 0,1-4-8 0,0-6-4 16,2-1-3-16,1-2 12 0,-1-5-12 0,1-2 17 15,-2-4-17-15,-1-3 1 0,0-4 18 0,0-5 10 16,-5-3 24-16,-1-4 17 0,-2-6 18 16,-5-3-3-16,-2-6 21 0,-4 0-1 0,0-5-15 15,-9 3 45-15,1-1 10 0,-1 3 36 0,1 4 30 16,0 8-44-16,2 8-23 0,-2 5-62 0,0 9-49 15,0 8-23-15,2 8-30 0,-3 8 16 0,-1 0 12 16,-1 13 17-16,-2 6 16 0,-1 3-16 0,0 9 2 16,0 3-25-16,1 7 3 0,4 3 3 0,4 3-6 15,5 3 3-15,0 2-33 0,8-1-58 0,4 1-67 16,6-4-68-16,4-2-58 0,1 0-42 0,7-4-11 16,4-5-42-16,-1-2-1 0,3-1 42 0,2-6 11 15,5-2 71-15,-4-3 32 0,6-4 49 16,-3-5 59-16,1-1 51 0,3-7 58 0,-3 1 30 15,0-3 81-15,-3-3 48 0,0-1 71 0,-3 0 37 16,-1-5-25-16,-4 1 24 0,-4-1-17 0,-3-1-16 16,-3 0-8-16,-4 0-44 0,-3-4-29 0,-3 2 3 31,-4-1-29-31,-1-1-9 0,-5-1 20 0,-2-1-32 16,0 1 6-16,0-4 14 0,-7 0-38 0,2-1 5 15,-4 1-9-15,1-2-41 0,-1 1 16 0,-5-1-15 16,-1 3 19-16,1 1-3 0,-2 2-16 0,-2 1-8 15,-3 3-31-15,0 1 6 0,-1 3-25 0,-1 3 16 16,-1 0 6-16,2 0-6 0,-4 9 15 0,1 3-12 16,2 0 5-16,2 5 1 0,0 3-8 15,3 1-1-15,5 4-5 0,1 0-30 0,3 5-11 16,6-4-67-16,3 1-26 0,0-1-48 0,11-3 7 16,2-1 8-16,1-3-4 0,3-5 26 0,5 1-10 15,-2-6 41-15,3-2 22 0,1-4 46 0,-1-3 18 16,3 0 34-16,-2-7 2 0,3-3 10 0,-4-3 0 15,1-4-11-15,-3-4 13 0,-1-3 17 0,0-5 43 16,-5-4 36-16,-1-4 23 0,-3-9 8 0,-1-2-3 0,-5-8-34 0,0-7 41 0,-1-5 9 0,-4-4 35 16,0-1 46-16,0-1 10 0,0 3 53 0,0 5-43 15,0 8-29-15,0 10-50 0,0 9-94 0,0 12-10 16,0 7-28-16,-9 9-18 0,4 11 10 0,-2 0 27 16,-1 8-6-16,2 6 7 0,-3 12-10 0,1 5-31 15,0 6-8-15,-3 10-7 0,4 9 6 16,3 3-18-16,-1 7 12 0,5 2-25 0,0 1-49 15,8 2-89-15,0-2-109 0,3-3-158 0,1-1-129 16,4-2-105-16,-2-5-155 0,4-2-110 0,-2-4 6 16</inkml:trace>
  <inkml:trace contextRef="#ctx0" brushRef="#br0" timeOffset="95606.89">28591 12114 4451 0,'8'-18'-11'0,"-2"5"-5"0,-2 6-3 0,-1 2-5 16,2 0 19-16,-1 5-3 0,3 0 8 0,2 8 5 16,2-1-10-16,1 3 16 0,6 2-11 15,3 5 0-15,-4 0 13 0,7 4-19 0,-1 2 9 16,-2 1-8-16,1 2-3 0,0 3 0 0,-1 0-3 16,-8 3 16-16,-2 0-20 0,-4 0 23 0,-2-1 2 15,-5 3-7-15,0-2 8 0,-12-2-22 0,-1-2 6 16,-2-2 2-16,-3-3 11 0,-3-3 5 0,4-3 1 15,-5-4 7-15,1-2-8 0,4-3 9 0,-1-7 4 16,2-1-15-16,1 0 5 0,4-9-5 0,-3-5-3 16,2-4-6-16,3-5-7 0,0-6 8 15,2-4-11-15,2-5 5 0,5-5 9 0,0-2-1 16,8-3-5-16,5 3-3 0,1-1-40 0,5 4-26 16,4 1-33-16,2 6-40 0,2 1-54 0,6 8-89 15,-2 2-137-15,1 6-150 0,1 3-122 0,-1 3-88 16</inkml:trace>
  <inkml:trace contextRef="#ctx0" brushRef="#br0" timeOffset="96435.14">29433 12218 3940 0,'-12'0'-8'0,"0"0"13"0,-1 0 8 0,2 0-21 16,5-6 16-16,-4 3-31 0,7 3 7 0,2-1 19 15,-1 1-21-15,2 0 36 0,0 0-33 0,0 0 15 16,6 4-5-16,2 3-53 0,-2 2-12 0,4 2-68 16,2 1-28-16,3 1 13 0,0-2-8 0,5 3 29 15,-3-2-14-15,1-3 20 0,-1-1 35 0,0-1 28 16,-1-4 58-16,-2 1 57 0,-1-4 9 0,0 0-3 16,-3-7 40-16,2-2-12 0,-4-1 18 0,-4-5 44 15,2 1 15-15,-1-5-13 0,-2-2 27 0,-3-2-43 16,0-4-15-16,0-2 9 0,0-2 8 15,-6 0 46-15,-2-1 0 0,0 5-17 0,0 1-31 0,-4 4-42 16,1 5-39-16,-4 5-20 0,0 5-21 16,-1 7 13-16,-5 0 7 0,-2 13 5 0,-4 5 3 31,-3 4-6-31,-2 3-3 0,2 3-11 0,-1 6 15 16,1 2-6-16,4 1-6 0,5 1 3 0,6-1-26 15,5 2 0-15,10-3 6 0,0 0-9 0,7-3 15 16,5-3-38-16,6-2-40 0,2-3-40 0,4-2-91 15,1-5-49-15,5-1-32 0,0-6-16 0,1-2 11 16,-1-3 10-16,1-2 43 0,-1-4 25 0,-3 0 49 16,0-9 73-16,-4-2 25 0,4 1 25 15,-4-4 38-15,0-2-3 0,1-2 3 0,-2-2 34 16,-1-1 19-16,1-1 50 0,-3-2 58 0,-2-1 2 0,-1-1 22 16,-7-2-40-16,1 0-14 0,1 0 9 15,-5-3-52-15,-1-3 0 0,2 3-11 0,-3-2-3 16,5 0 12-16,3 1 22 0,-3 3 7 0,4 2-18 15,0 3-6-15,-1 4-37 0,-1 4-31 16,0 4-39-16,2 4 14 0,-4 6-1 0,3 2 10 0,0 0 24 16,-1 5-39-16,2 5 32 0,-2 2-21 0,2 5-17 15,1 4 35-15,-3 5-37 0,1 2 11 0,-4 4 14 16,0 1-34-16,-1 0 25 0,-4 3-16 0,-3-1-1 16,0 0 10-16,0-2-57 0,0-1-24 0,-6-3-38 15,2 0-59-15,0-6-2 0,-3-1-21 16,2-4-30-16,1-4 33 0,1-2-4 0,-2-3 42 15,2-2 32-15,3-7 11 0,-2 0 39 0,1 0 5 16,-1-10 47-16,0-3 16 0,1-6 17 0,-3-6 20 16,3-2 25-16,-2-6 42 0,-2-4 34 0,4-3 38 15,-4-3 25-15,3-2 34 0,1-1 1 0,1 0 10 16,0 5 6-16,5 2-13 0,4 4 9 0,0 5-7 16,4 2-62-16,4 5 0 0,4 0-33 0,1 7-10 15,7 3 3-15,2 3-32 0,7 2-14 0,3 8-32 16,4 0 23-16,2 0-15 0,-1 9 9 0,-1 6-12 15,-2 1-12-15,-5 6-26 0,-4 5-13 16,-7 5 10-16,-6 5-29 0,-8 2 13 0,-4 7-16 16,-9 2-73-16,0 4-67 0,-15 1-86 0,-6-1-147 15,-6 1-127-15,-8-3-154 0,-10-1-244 0,-12 2-237 16,-6-2 133-16</inkml:trace>
  <inkml:trace contextRef="#ctx0" brushRef="#br0" timeOffset="96841.29">26433 13443 5936 0,'-63'-18'15'0,"11"1"6"0,11-1 1 0,7 4 6 15,12-2-7-15,22 0 23 0,0 1 53 16,27 4 19-16,17 0 14 0,18 1-25 0,16 2-27 15,16 2-20-15,20 0-19 0,16 3-10 0,15 0-29 16,13 3-3-16,10 0-4 0,4 9-6 0,5 0 13 16,1-1-19-16,-4 2 9 0,-10 1 0 0,-12-2-16 15,-13 1 4-15,-16-2-17 0,-18 0 13 0,-15 0-3 0,-18-1-6 0,-18-1-35 0,-15 0-26 0,-13 0 27 16,-14 1 12-16,-12-2 45 0,-18 5 24 16,-14-2-12-16,-17 3 4 0,-22 3-8 0,-17 0 4 15,-17 6-6-15,-17 1 15 0,-14 1-9 0,-13 3 0 16,-7-2 0-16,-4 4 0 0,-2 0 25 0,0-1 13 15,6 1 28-15,6-1 4 0,7-1-16 0,17 0-12 32,13-2-22-32,17-1-8 0,19-4 14 0,20-2-3 15,19-1-4-15,22-4 0 0,22 0 1 0,22-2-4 0,28-5 0 0,26-2-29 0,30-2-16 0,24 0-77 32,32-10-92-32,23-2-76 0,23-1-149 0,18 0-164 0,21 2-364 0,6 11-425 0</inkml:trace>
  <inkml:trace contextRef="#ctx0" brushRef="#br1" timeOffset="110708.84">28204 8701 1632 0,'0'-7'0'16,"0"1"4"-16,0 2-4 0,0 1 10 0,0 2 51 16,-8 0 21-16,5-2 22 0,0 1-9 0,0 0-36 15,-1 2-17-15,3 0-17 0,1 0 9 0,0 0-19 16,0 0-6-16,0 7 12 0,0 2 13 0,6 6 33 16,-3 6 11-16,-3 4 12 0,4 8-28 0,-4 7-27 15,0 12 0-15,0 2 38 0,0 9 22 16,0 2 7-16,4 5 8 0,4 1-54 0,-3 3-12 15,3 1 3-15,-2-2-43 0,2 1-1 16,0-4 4-16,3-1-14 0,1-2 21 0,3-1-10 0,-1-5-8 16,-1-3 4-16,0-5-7 0,-3-7 11 0,0-4-4 15,-4-6-42-15,-1-6-18 0,-2-8-87 0,-3-4-71 16,0-5-99-16,0-6-79 0,-8-7-81 0,0 0-89 16</inkml:trace>
  <inkml:trace contextRef="#ctx0" brushRef="#br1" timeOffset="111677.8">28153 8579 1672 0,'-8'-9'6'0,"1"2"-6"0,-1 0 8 0,4 2 0 16,4-2 41-16,0 1 29 0,0 0 5 0,0 0 37 16,0 2-53-16,0 0-7 0,7 0-10 15,0 2-17-15,1 0 23 0,2-1-6 0,1 1 17 16,2 1-23-16,1-2-11 0,5 2 4 0,5 0-21 16,2 1 83-16,3 0-14 0,7 0-8 0,7 0 4 15,4 0-81-15,8 0 9 0,3 0 7 0,7 0-4 16,4-8-3-16,1-1-2 0,4 5 0 0,3-3-12 15,3-2 7-15,0-2 1 0,4 3-13 0,3-3 24 16,-1 1-2-16,2-1-3 0,2-1-2 0,2 0-2 16,-1 1-21-16,0 3 20 0,0-2-8 0,-2 5-1 15,1-1 12-15,-3 0-23 0,-3 1 16 0,1 0-5 16,-1 0 12-16,-2-1 12 0,2 0-24 0,-2 1 19 16,-3-3-21-16,2 1 3 0,-2 0 6 15,-3 0-25-15,-2 1 18 0,0-2-4 0,-2-1 18 16,-3 3 7-16,-1 0-18 0,-3 0-5 0,-2 1-7 15,-1 0 0-15,-5 0 19 0,-2 0 4 0,1 1 7 16,-4 0-16-16,-3 0 12 0,1 0-17 0,-3 0-7 16,0-2 33-16,-3 1-32 0,-3-1 20 0,2 3-4 15,-3 0-22-15,2 1 13 0,-2-3-1 0,3 2 3 16,-1 1 9-16,-1 1 7 0,1-1-16 0,0 1 4 16,-1 0 0-16,3 1-2 0,0 0 12 0,0 0-3 15,-1 0-11-15,3 0 6 0,-3 0-11 0,-2 0 12 16,1 0-3-16,-3 0 7 0,-3 0 3 0,-1 0-10 15,-2-4 5-15,-3 4-18 0,-1-4 9 16,-3 0 2-16,1 1-3 0,-2 2 12 0,1-2-4 16,-4 1 2-16,2-1-4 0,-4 1-3 0,1-1 11 15,1-1-25-15,3 2 9 0,-1-4 19 0,0 4-4 16,3-3 18-16,3 1-2 0,0 0-17 0,0 2-9 16,0-3 7-16,0 2 9 0,0-1-6 0,-3 1-1 15,-1 2-16-15,0-2 0 0,-5 1 7 0,-1 1-7 16,-1 1 7-16,-6-3-12 0,0 3 3 0,-3 0 9 15,-2 0 2-15,-1 0 12 0,2 0-16 0,-4-1 4 16,-1 0-4-16,3-1-7 0,-4 2 27 16,4 0-22-16,-2-3 37 0,2 3-15 0,-1 0-18 15,-1-1 31-15,2 1-31 0,2 0 9 0,-1 0 15 16,3 0-29-16,1 0 1 0,0 0-1 0,1 0-12 16,0 0 24-16,2 4-9 0,-1 0 4 0,-1 1-4 15,1-1-3-15,-3-1 13 0,-1 0-8 0,-5 2 16 16,2 0 3-16,-2 0 12 0,-2 0 15 0,-3 2-8 15,0 3 10-15,0-3-4 0,0 5 10 0,0 1-15 16,-5 1-15-16,-1 3 1 0,1 2-15 0,-3 1 24 16,2 1 6-16,-1 2-10 0,3 3-1 15,-1 2 1-15,2 2 13 0,-2 3-8 0,4 1-2 16,1 4 2-16,0 3-32 0,0 2 7 0,0-1 0 16,9 1-15-16,-4 0 15 0,-2 0-12 0,2-1-1 15,-2-3 1-15,-3-1 4 0,3-1 1 0,-1-1 4 16,-2-3 1-16,1-1-8 0,-1-3 15 0,0 0-10 15,4 0-5-15,-4-3 13 0,2-1-5 0,1-1-6 16,1-2 11-16,-4 0-20 0,3-2 9 0,-2 1 11 16,1-5-13-16,0 2 15 0,1-2-17 0,-3 0 12 15,0-1 3-15,2-3-21 0</inkml:trace>
  <inkml:trace contextRef="#ctx0" brushRef="#br1" timeOffset="113054.41">28251 10106 1245 0,'7'0'41'0,"2"0"-16"0,1 0 45 0,3 0 29 16,2-5 11-16,0 1 75 0,5-2-11 0,3 0 17 16,4 0-25-16,3-2-47 0,2 0-27 0,3-1-41 15,5 2-25-15,2-2-21 0,9 1 60 0,4 0-15 16,7-1 4-16,1 0 37 0,8-1-77 0,10 1 6 15,2-2-6-15,9 1-17 0,5 1 8 16,4 0 2-16,7 0 9 0,2-2-21 0,4 3 19 16,4-1 9-16,0 3 10 0,0-1 18 0,-1-1-21 15,-2 2 6-15,-4 0-32 0,-2 1-8 0,-6-1 8 16,-5-2-13-16,0 1 9 0,-5-1 9 0,-1-2-9 16,-5 0 10-16,3-2 1 0,-1-1-11 0,-1-1 0 15,4 0-11-15,-2-1 6 0,0 2 5 0,-1-2 7 16,2 2 2-16,-2 1-13 0,-3 1 6 0,1 2-2 15,-4 2 10-15,-3-1 27 0,-5 2-1 0,-3-3 14 16,-8 5 22-16,-4-2-19 0,-1 0 0 16,-6 1-7-16,-2 0-27 0,-3 0 1 0,-3 0 0 15,0-1-11-15,-2 3 6 0,-1 0-8 0,-2-1-9 16,1 1 11-16,0 0-9 0,-5 1 0 0,-1 2 8 16,0 0-11-16,-5 0-7 0,-2 0 15 0,2 0-7 15,-1 0-3-15,-2 0 20 0,-2 0-8 0,-3 0-4 16,3 0 2-16,-1 0-8 0,3 0-7 0,-4 0 10 15,6 0 15-15,-2 0-10 0,2-4-5 0,4 1 3 16,0 0-13-16,3 3 10 0,1 0 5 0,1-2 2 16,0-1 1-16,1 3-3 0,-3 0 12 0,1 0-5 15,-4 0 8-15,0 0 0 0,-1 0-10 0</inkml:trace>
  <inkml:trace contextRef="#ctx0" brushRef="#br0" timeOffset="168833.95">6609 16164 1885 0,'-10'-21'8'0,"-1"1"33"0,0-4 48 16,-2-1 97-16,1-1 75 0,-1 1 32 0,2 1 22 15,0 2-28-15,3 1-55 0,3 2-1 0,0 6-60 16,4 1-63-16,-1 4-23 0,1 3-80 0,1 1 3 15,0 4-16-15,0 0 3 0,0 0 42 16,0 11 34-16,4 7 25 0,3 7-3 0,1 7-27 16,1 7-42-16,1 9-7 0,1 7-4 0,1 3-8 15,1 6 9-15,0-1-22 0,-1-2 24 0,-4-1-40 16,2-4-88-16,1-4-76 0,-2-2-128 0,0-4-77 16,-2-3-102-16,-1-4-95 0,1 0-100 0,1-7-43 15</inkml:trace>
  <inkml:trace contextRef="#ctx0" brushRef="#br0" timeOffset="169334.18">7494 16086 3609 0,'10'-18'-3'0,"-3"4"-4"0,-7-3 49 16,0 5 46-16,-9 1 62 0,-2 1-1 0,-3-3-34 15,1 1-24-15,-3 0-49 0,-1 1 40 0,0 2-2 16,-1-1-8-16,-2 4-16 0,2 1-42 0,-2 3 7 16,-1 2-15-16,2 0-4 0,-3 10 6 0,-2 6-10 15,2 3-1-15,1 4 8 0,-2 3-2 0,1 4 0 16,1 3-14-16,-1 3-5 0,6 1 8 0,4-4-11 16,2 3 0-16,5-3-16 0,1 0-47 15,4-1-22-15,0-4-65 0,12-2-1 0,1-2-10 16,6-3-10-16,3-4 51 0,2 0 0 0,4-6 39 15,4-2 23-15,0-4 23 0,2-3 21 0,1-2 29 16,-4 0 13-16,-1-8 0 0,-1-1-2 0,-2 0 3 16,-2-4 11-16,-4-2 62 0,-2 0 40 15,-2-2 37-15,-4-3 19 0,-1-1 12 0,-5-2-16 0,-4 1 12 16,0-1-5-16,-3-1-5 0,0-1 22 0,-6 4-15 16,-1-3 16-16,-1 4-7 0,-4 2 0 0,4 0-24 15,0 5-49-15,2 1-50 0,3 3-28 16,1 5-38-16,2 2 2 0,0 2 0 0,8 0 6 15,0 12 10-15,0 7 15 0,0 3 3 0,3 6-12 16,0 7 2-16,2 5-14 0,1 7-10 0,-3 3-3 16,0 2 22-16,-2 1-25 0,-1-1-3 0,-4-2-28 15,0 2-107-15,-4-4-110 0,0 0-119 0,0-3-162 16,0-2-90-16,0-2-146 0,0-1-82 0,0-4-18 16,0-2 57-16</inkml:trace>
  <inkml:trace contextRef="#ctx0" brushRef="#br0" timeOffset="169787.24">8071 16073 2804 0,'11'-25'-7'0,"-3"4"11"16,0 2-4-16,-2 4 19 0,-4 3 45 0,1 0 8 15,-3-1 18-15,5 2 8 0,3 0 2 0,4 0-2 16,1-1 10-16,4-1 19 0,4 0-25 0,5 0-5 15,5-1-42-15,2-1-25 0,2 3 3 0,4 1-8 16,-2 2 18-16,1 0-20 0,-2 3-7 0,2 3 2 16,-5 0 23-16,0 3 11 0,-1 0 0 0,0 8 31 15,-4 0-9-15,-1 2 0 0,-3 5-2 0,-4 5-37 16,-1 3-17-16,-3 5-2 0,-3 3-13 0,-4 3 2 16,-4 4 9-16,-5 2-11 0,0 4 10 15,0 0-7-15,-10 2-6 0,-5-1 0 0,-3 0 10 16,-4-2 7-16,-3 1-1 0,-5-1-5 0,-2-1-16 15,-3-2 7-15,1 0-4 0,-3-5 21 0,1-2-11 16,1-1-11-16,2-4 6 0,3-3-12 0,6-2 15 16,0-5-6-16,4-2-3 0,1-3 3 0,8-1-5 15,3-4 10-15,0-1 1 0,8-4-9 0,0-3-3 16,0 0 9-16,8 0-6 0,3-6 12 0,8-1-7 16,6 0-13-16,8-3 0 0,7-1 11 0,10 1 11 15,9-2-16-15,6 1 19 0,5 0-30 0,2 1 2 16,4-1 8-16,-1 2-13 0,-1 2 0 0,-5 3-71 15,-4-4-35-15,-3 5-95 0,-9-1-85 16,-6 2-4-16,-8 2-102 0,-9 0-26 0,-3 0-9 16,-8 0-46-16,-6 0-15 0,-4 0 19 0</inkml:trace>
  <inkml:trace contextRef="#ctx0" brushRef="#br0" timeOffset="170224.95">11319 16129 3270 0,'-15'-18'38'0,"2"3"20"16,-2 2 17-16,3 1 42 0,-1 3-16 0,3 3-22 16,-1 2-4-16,3 4 22 0,5 0 11 0,3 16 34 15,0 3 14-15,0 9-66 0,0 6-21 0,5 7-18 16,1 6-38-16,-1 8-2 0,-1 2-6 0,0 0-8 16,-4 3-2-16,0-1-67 0,0-1-133 15,0-1-139-15,0-2-208 0,0-6-126 0,0 1-139 0,0-3 16 16</inkml:trace>
  <inkml:trace contextRef="#ctx0" brushRef="#br0" timeOffset="170662.34">12421 15958 3156 0,'28'-52'14'0,"-8"4"-5"0,-7 5 10 15,-13 7 60-15,0 5 23 0,-12 3 56 0,-4 7 4 16,-3 3-70-16,-6 8-12 0,-2 4-1 0,-5 6 19 16,-7 0 69-16,-4 5-18 0,-6 6-27 0,-2 7-34 15,-2 3-47-15,-2 4-9 0,1 6-26 16,3 5 10-16,5 6-18 0,3 1-1 0,7 3 11 16,4 7-11-16,7 0 14 0,6 4-3 0,8 3 3 15,3 3 5-15,8-5-7 0,0 4 10 0,16-3-17 16,3-2-10-16,8-3-8 0,4-3-22 0,4-1-11 15,3-6 6-15,4-2-3 0,2-5-11 0,-2-5 9 16,4-3-3-16,-3-4 12 0,1-9 23 0,-3-1 3 16,1-7 10-16,-8-3 11 0,1-5-6 0,-6 0 9 15,-3-8-6-15,-2-2-2 0,-5-6 18 16,-5-4 3-16,-1-4-5 0,-4-3-6 0,-9-4-24 16,0-5-7-16,0-3 10 0,-17-1 0 0,-1-3 8 15,-7 4 32-15,-5 1-6 0,-1 1 17 0,-4 6-11 16,-3 5-26-16,2 7 4 0,-1 6-18 0,1 6 11 15,-1 7-3-15,0 0-11 0,-1 12 6 0,0 4-22 16,1 4-76-16,4 5-101 0,1 3-114 0,2 1-163 16,7 3-127-16,4-1-102 0,8 3-98 0</inkml:trace>
  <inkml:trace contextRef="#ctx0" brushRef="#br0" timeOffset="171162.7">13439 16156 3531 0,'35'-41'2'0,"-7"1"5"15,-4 2 50-15,-10 6 43 0,-2 1 64 0,-12 4 19 16,0 1-5-16,0 2-15 0,-15 2-40 0,-4 3 17 16,-5 2-5-16,-9 2-19 0,-8 3-19 0,-3 4-36 15,-5 3-46-15,-5 5 2 0,0 0-14 0,-1 12-6 16,1 4 6-16,5 3-12 0,2 5 6 0,7 3 9 15,7 2-23-15,5 3 28 0,7 3-5 0,10 1-32 16,11 1 29-16,0 1-51 0,14 0-5 0,10 0-6 16,9 0-32-16,5-1 12 0,9-1-4 0,4-2 10 15,3-1-2-15,5-1-13 0,-1 1 8 16,-1-2 6-16,-4-4 40 0,-5 3 15 0,-4-2 25 16,-7-2 7-16,-6-2-16 0,-6-1 24 0,-7 1-31 15,-4-4 10-15,-6-1 13 0,-8-1-21 0,0-3 21 16,0 1-13-16,-12 1 0 0,-3-3 29 0,-3 1 19 15,-2-4 31-15,-3 2 12 0,-1-3 1 0,-3 0-17 16,0-3-6-16,0 1 28 0,0-6-20 0,0 0 7 16,1-2 0-16,0 0-30 0,4-7 1 0,3 0 14 15,0-3-3-15,3-1-14 0,2-4-6 0,5-1-37 16,2-3-21-16,7-5-8 0,0-1 6 16,8-5-4-16,4-3 18 0,8-4-17 0,7-4-4 15,4-5-2-15,7-4-11 0,4-1 11 0,7-4-34 16,3-2-3-16,3 1-39 0,2 3-48 0,0 2-29 15,-2 8-53-15,-1 3-37 0,-5 11-52 0,-3 3-91 16,-10 6-118-16,-6 6-109 0,-5 3-79 0,-7 7 32 16</inkml:trace>
  <inkml:trace contextRef="#ctx0" brushRef="#br0" timeOffset="171787.51">15906 15812 2850 0,'0'-22'62'15,"-7"0"31"-15,1 2 63 0,-2 2 36 0,5 0-15 16,-2 5-15-16,-3 1-66 0,-1 4-28 0,3 3-58 16,-1 5 49-16,2 0 46 0,2 12 65 0,3 7 21 15,0 6-42-15,0 7-39 0,8 11-53 0,0 7 9 16,-1 7-36-16,0 5 17 0,1 6-16 0,-1 0-34 16,-1-1 34-16,-1 2-34 0,4-4 20 15,-2 3 11-15,-3-6-31 0,4-4 25 0,-2-1-33 16,-1-2-3-16,2-5 17 0,-3-3-17 0,-2-4 3 15,3-4 5-15,-2-5-2 0,-1-6 8 0,0-6 16 16,-2-3-2-16,0-7-27 0,0-6-40 0,0-6-16 16,-9 0 5-16,3-13 12 0,-1-6 52 0,-1-8-11 15,-4-6-2-15,1-9 18 0,-3-6-32 0,-1-8 22 16,1-9-3-16,1-4-9 0,2-6 28 0,2-5-8 16,4 0 5-16,2-3 22 0,3-1-22 0,0 5 22 15,0 4-14-15,8 4-16 0,1 10 11 0,-1 8-22 16,-1 7 17-16,1 10-14 0,-1 9-3 0,-2 8-3 15,-2 5-16-15,0 7-32 0,-3 1-71 0,0 6-112 16,0 7-124-16,0 5-140 0,0 7-128 16,0 6-102-16,5 5-46 0</inkml:trace>
  <inkml:trace contextRef="#ctx0" brushRef="#br0" timeOffset="172256.5">18431 15831 3859 0,'-11'-16'17'16,"3"0"39"-16,-2 3 21 0,1 3 15 0,9 2-22 15,0 2-26-15,0 2-36 0,0 4 21 0,0 0 67 16,0 13 33-16,0 5 46 0,8 8-17 0,-2 7-53 16,2 6-44-16,0 10-36 0,5 4-5 0,-4 6-6 15,-1-2-11-15,5-1 0 0,-5 1-45 0,1-2-99 16,0-3-112-16,-1-2-136 0,-1-2-141 0,-4-7-129 15,2-1-96-15,-5-4-108 0</inkml:trace>
  <inkml:trace contextRef="#ctx0" brushRef="#br0" timeOffset="172803.28">18990 15846 2877 0,'0'-23'-34'0,"-9"2"6"16,1 2 3-16,2 0 9 0,-1-1 25 0,1 1-13 16,0 0 8-16,6 2 12 0,0 2 48 0,0 3 29 15,0 0-15-15,11 2-1 0,-3 3-39 0,-2-1-22 16,3 4-4-16,-1 1-8 0,1 1-1 16,0 2-12-16,2 0 20 0,0 0-11 0,0 0-18 15,7 0 32-15,-3 0-19 0,3 0 5 0,1 5 26 16,-2-1-26-16,4 1 2 0,-1-1-4 0,-1 2 2 15,3 0 12-15,0 2-12 0,-1 0 12 0,0 0-5 16,-3 1-5-16,2 3 19 0,-2 1-9 0,-1-3 3 16,-2 5 6-16,0 0-6 0,-5 2-1 0,0 1 3 15,-4 1-12-15,-1-1 7 0,-2 3-2 0,-3 3-13 16,0-2 20-16,-11 3-17 0,-2 0 0 0,-5 2 9 16,-4-1-18-16,-3 0 14 0,-3 2-5 15,-4 0-3-15,1 0 20 0,-3-1-17 0,-1-1 7 16,-2 2 1-16,1-3-20 0,-2 2 14 0,-3-1 3 15,3-2-8-15,0-2 23 0,1-1-13 0,6-6 7 16,2 0 43-16,6-5 37 0,6-1 15 0,0-6 11 16,8-3 4-16,0 0-50 0,5-12 14 0,0 2-11 15,2-5-19-15,2-2 5 0,0-4 6 0,8-1 6 16,3-1-32-16,3 0-6 0,3 0-13 0,6 2 20 16,4 0 32-16,4 3 12 0,4 1 20 0,4 5-24 15,4 4-28-15,3 2-14 0,0 6-22 0,1 0-6 16,-2 7 9-16,-3 5-15 0,2 3 12 15,-6 4-12-15,-3 2 4 0,-1 2-4 0,-8 0-56 16,0 2-77-16,-4 2-103 0,-1 0-99 0,-3-2-72 16,1 0-78-16,-3-3-69 0,0 0-36 0,-2-3-78 15,7-3-32-15</inkml:trace>
  <inkml:trace contextRef="#ctx0" brushRef="#br0" timeOffset="173257.84">19884 15949 3184 0,'0'-41'16'0,"1"5"3"0,-1 5 12 16,2 5 10-16,0 7 10 0,-1 2 2 0,1 2 2 16,1 3-4-16,0 1-19 0,1 5-3 0,1-2-14 15,3-1-13-15,1 2-9 0,4 2 4 0,0-1 1 16,3 2-3-16,5-1 15 0,2 1-12 0,4 4-3 16,3-1 12-16,0 1-7 0,0 0 10 15,2 0-3-15,0 0-7 0,-2 0-5 0,-4 0 5 16,4 0 0-16,-4-5 5 0,-1 1 2 0,-1-2-9 15,0 0 12-15,-4 1-3 0,2-3-2 0,-1-1-2 16,-3 0-6-16,-1-1 8 0,-3-3 60 0,0-2 10 16,-4-1 67-16,-4-3 11 0,2 4-5 0,-7-4 17 15,-1 0-37-15,0 0 26 0,0 1-20 16,-9 1-6-16,1 3-5 0,-2 1-27 0,0 1-22 0,0 3-14 16,4 1-37-16,-4 3-3 0,1 5 0 0,2 0 21 15,-1 11 23-15,-1 3 25 0,-2 9 17 0,-2 9-19 16,-1 11 9-16,5 9-18 0,-3 11-38 0,2 5 15 15,3 7-21-15,2 5-22 0,2-3 13 0,3 1 0 16,0-1-10-16,0-2 19 0,7 0-12 0,-3-3 6 16,1-4-13-16,-2-2-12 0,5-4 10 15,-5-1-25-15,2-5 12 0,-2-3 9 0,2-3-12 16,-2-4 3-16,0-7 0 0,2-1-16 0,-4-6-5 16,1-3-48-16,0-7-68 0,-2-4-79 0,0-5-70 15,0-5-42-15,0-3-83 0,0-5-67 0,0 0-58 16,-10-12-113-16,2-2-35 0,0-5-34 0,2-6 13 15</inkml:trace>
  <inkml:trace contextRef="#ctx0" brushRef="#br0" timeOffset="173554.65">19855 16281 4187 0,'-23'0'2'0,"2"5"9"15,7 0 42-15,3-2 26 0,2 1 30 0,2-4 33 16,6 0 14-16,1 0 10 0,0 0 23 0,0 0-1 16,6 0-2-16,6 0-21 0,6-4-28 0,7 1-32 15,8-1-50-15,11-2-9 0,7 2-22 0,13-3-11 16,5 2-7-16,4-4-9 0,5 3-4 0,4-1-8 16,-2-2 12-16,1 1 6 0,1 0-3 0,-2-2-3 15,-2 0 3-15,-6-1 9 0,-3 1-15 16,-9-2 24-16,-9 3-14 0,-6 1-20 0,-8-1 13 15,-11 3 0-15,-5 2 0 0,-3-1-40 0,-10 4-62 16,-5-2-85-16,-3 2-85 0,0 1-58 0,0 0-67 16,-7 0-54-16,-1 8-72 0,-6-4-120 0,2 4-117 15,-9-1-95-15</inkml:trace>
  <inkml:trace contextRef="#ctx0" brushRef="#br0" timeOffset="174101.4">22762 15918 2923 0,'-15'0'2'15,"1"-1"12"-15,3 0 21 0,1 1 23 0,10-2 77 16,0 0 13-16,-9 2 31 0,9 0-1 0,0 0-79 16,0 0 1-16,0 0 10 0,0 0 30 0,14 0 41 15,10 0 18-15,11 0-35 0,9 0-39 16,15 0-28-16,9 0-42 0,14 0-27 0,9 0-11 0,8 0-19 15,5 0 15-15,8 0-16 0,5 0 3 16,3 0 3-16,0 0-14 0,-1 0 17 0,1 0-6 16,-6 0-3-16,-8-6-8 0,-8 2-6 0,-11-1-33 15,-11 0-44-15,-11 0-32 0,-10 3-67 0,-10-2-25 16,-14 4 18-16,-7-1-28 0,-6 1 16 0,-9 0-5 16,-9-1-60-16,0-1-68 0,-21-1-32 0,-2 1-53 15,-9 2-16-15,-9 0 18 0,-11 0-22 0</inkml:trace>
  <inkml:trace contextRef="#ctx0" brushRef="#br0" timeOffset="174366.96">22915 16154 3165 0,'-24'4'7'16,"5"0"2"-16,0 0 20 0,6-2 31 0,6 2 24 15,1-4 15-15,2 0 11 0,1 0 8 0,3 0-13 16,0 0 50-16,10 0-12 0,5 5 27 0,9-5-18 16,8 4-67-16,10-4-16 0,10 0-69 0,10 2-5 15,9-2 19-15,8 0-14 0,4 0-3 0,5 0 0 16,1 0-5-16,1 0 3 0,-2 0-1 16,-1-3 14-16,-4 0-26 0,-4 1-62 0,-10 0-92 15,-5 0-80-15,-8-3-87 0,-7 0-31 0,-7 2-66 16,-11-4-58-16,-2 2-35 0,-12-4-50 0,-1 1 56 15</inkml:trace>
  <inkml:trace contextRef="#ctx0" brushRef="#br0" timeOffset="174757.49">23386 15582 3748 0,'-24'-24'10'0,"-1"3"12"0,1 5 4 0,2 3 47 15,5 7 27-15,0-3 24 0,4 3 18 16,0 3-48-16,7 2-25 0,3-1-42 0,1 1-9 16,2 1 20-16,0 0 5 0,0 7 3 0,0 5 2 15,-6 1-20-15,-1 8-26 0,-2 1 20 0,-2 5-16 16,0 3-1-16,-5 4 14 0,2 1-14 0,-4 2 3 16,1-1-2-16,0-1-3 0,-5 0 2 0,-4 2 3 15,1-3-2-15,-4 1-1 0,-1-3 6 0,-3 2-22 16,-1-3 20-16,-1-4-7 0,2 0-4 0,-1-3 13 15,3-5-17-15,4 0 6 0,8-4-5 0,-2-5 7 16,8-1-4-16,3-5 15 0,3 1 12 16,7-4 3-16,0 2 22 0,0-3-19 0,0 0 25 15,8 0 17-15,5 0 18 0,1 0 32 0,10 0-31 16,2 4-25-16,6 1-24 0,9 0-43 0,7 0 3 16,1 3 3-16,8 0-15 0,4 1 9 0,-1 3 0 15,4-2-11-15,1 4 22 0,-2 2 1 0,-1-1-35 16,-4 2-100-16,-3 0-114 0,-3 2-117 0,-4 0-125 15,-6 1-64-15,-4-1-106 0,-6 0-81 0,-4 0-121 16,-1 2 159-16</inkml:trace>
  <inkml:trace contextRef="#ctx0" brushRef="#br0" timeOffset="175226.63">25745 15271 3194 0,'3'-22'69'0,"-3"2"97"16,0-1 85-16,0 3 56 0,0 2-20 0,0 3-46 15,0 1-58-15,0 3-24 0,0 5-48 0,0 1-38 16,0 3 24-16,0 0-3 0,0 8 69 0,0 9 28 15,0 4-33-15,-8 5-23 0,-1 7-72 0,1 9-38 16,2 7-7-16,-2 5-12 0,-1 3 3 16,-3 3-12-16,6 2-3 0,-2 2 6 0,2-3-6 15,1 4 18-15,4-5-30 0,1 2-88 0,0-5-66 16,0-4-109-16,8-1-103 0,2-4-53 0,3-3-67 16,6-3-44-16,-1-7-61 0,4-4-2 0,8-3-5 15,4-6 35-15,5-4 94 0</inkml:trace>
  <inkml:trace contextRef="#ctx0" brushRef="#br0" timeOffset="175976.45">26360 16198 2213 0,'51'-34'138'0,"0"1"72"0,-6-1 55 0,-4-2 52 16,-3 0-65-16,-4 0 11 0,-6 1-13 0,-3 2 19 15,-4-1-22-15,-5 5-26 0,-1-2 6 0,-5 2-22 16,-4-1-26-16,-2 2-2 0,-4 0-7 16,0 3-20-16,-8 0-15 0,-4 4-53 0,2 4-43 15,-3 1-11-15,-3 4-19 0,3 3 4 0,-4 4-1 16,1 3-27-16,-3 2 27 0,-2 0-15 0,-1 6-3 15,0 2 18-15,-3 2-21 0,3 2 3 0,-2 3 6 16,1 2-3-16,-1 1-19 0,5 5 1 0,-2 0-34 16,5 2-63-16,1 0-26 0,2 0-54 0,4 3-26 15,2-2-14-15,7-1 3 0,0 1-2 0,0 0 46 16,13 1 25-16,-4-2 22 0,6-2 77 0,0 0-7 16,1-2 54-16,5-2 12 0,-1-4-7 15,1-2 18-15,-1-1-6 0,2-4 13 0,-1-2-5 16,0-4 8-16,-4 1-1 0,-4-3 11 0,0 0 52 15,-3 0-8-15,2-7 24 0,-4-1 27 0,1-3-34 16,-1-2 12-16,0-2 3 0,2-4-26 0,0-1 1 16,-2-4 8-16,0-4-18 0,3-3-11 0,-1-2-9 15,-2-3 4-15,-1-1 11 0,0 0 24 0,-3 3 5 16,0 3-4-16,-1 5-21 0,-2 4-39 0,-1 5-16 16,0 9-22-16,0 2 2 0,0 6 4 0,-6 0-10 15,6 0 10-15,-3 10-1 0,-4 5 6 0,6-1 17 16,1 4-8-16,0 4 0 0,0 3 9 0,0 3-39 15,0 0-30-15,8 2-52 0,-2-2-83 0,2 1-11 16,5 1-42-16,-5-4-34 0,5 0 4 0,0-2-15 16,5-2 30-16,4-1 37 0,2-7 19 15,-1 0 16-15,1-6-5 0,5-5 20 0,-1-3 31 16,-1 0 35-16,-2-7 60 0,0-5 25 0,-4 0 17 16,1-4 13-16,-1-2 23 0,-1-4 33 0,-2-4 72 15,-1 0 41-15,-1-4 10 0,0-2 19 0,0-3-4 16,-1-1 4-16,0 0-16 0,0-3 29 0,0 0-54 15,2 0 0-15,1 1 16 0,0 1-45 0,3 1 31 16,-4 1-30-16,5 8-15 0,-4 1-7 0,3 7-12 16,-9 4 9-16,-1 4-20 0,-4 4-31 0,-7 4-18 15,0 3-34-15,0 0-3 0,0 0 14 0,-8 4-5 16,-3 4 12-16,3 1-9 0,0 2-30 0,-2 1 9 16,1 7 0-16,1 0-6 0,1 6 18 15,3 1-9-15,4 4-24 0,0 3 18 0,9 3-3 16,4 3 0-16,6-2 0 0,5 1-3 0,1 1 0 15,0-1-11-15,10-1 11 0,-5-3-6 0,-1 0-5 16,-1-5 8-16,-3-1 9 0,1-3-9 0,-4-3 1 16,-8-3 5-16,-2-3-32 0,-5-4-14 0,-4-1-32 15,-3-3-19-15,0-2-27 0,-11-3-35 0,-5 1 19 16,-3 0-47-16,0-4 25 0,-8 1-10 0,-3-1-41 16,-1 0 3-16,-1 0-33 0,-1-9-11 0,1 0-52 15,1 0-74-15,4-4-103 0,5 0-96 16,2-4-7-16</inkml:trace>
  <inkml:trace contextRef="#ctx0" brushRef="#br0" timeOffset="176195.83">27945 15558 4021 0,'28'-29'49'0,"-3"5"77"0,-3 2 30 16,-7 5 69-16,-1 5 16 0,-6-1-11 0,-3 7-10 15,-2-2-29-15,0 4-35 0,-3-1-70 0,0 5-8 16,0 0 0-16,0 11-23 0,0 1 9 0,0 8-15 15,0 5-37-15,0 5-8 0,5 10-7 0,2 3 9 16,-2 4 9-16,-2 5-21 0,1-1 0 0,0 2-73 16,0-1-93-16,-3-4-122 0,3 0-167 0,0 0-97 15,-1-4-111-15,-1-2-80 0,2-2-33 16,0-6-68-16,4-2 162 0</inkml:trace>
  <inkml:trace contextRef="#ctx0" brushRef="#br0" timeOffset="176352.05">28073 16073 3818 0,'-26'-31'84'0,"-2"1"69"0,-2 2 54 16,1 0 85-16,6 3-33 0,-3 0-22 0,3 2-43 16,7 4-82-16,3 3-40 0,5 1-57 0,8 3-7 15,0 2-2-15,13-1-11 0,1 0 11 0,11 2-12 16,9-3-35-16,4 0-82 0,12 1-97 0,9 1-110 16,4 0-121-16,10 1-98 0,1 1-112 0,2-2-76 15,3-1-107-15,3 3 152 0</inkml:trace>
  <inkml:trace contextRef="#ctx0" brushRef="#br0" timeOffset="177415.56">30153 15715 3718 0,'7'-22'20'0,"-6"0"32"0,-1-1 79 0,0-2 73 15,0 1 14-15,0 0 4 0,-9 3-54 0,1 1-47 16,-5 5-27-16,0 4 4 0,-4 1 8 0,-3 3-20 16,-3 3-3-16,-5 3-43 0,-5 1-25 0,-4 0-4 15,0 7-16-15,-1 5 13 0,0-1-5 16,1 6-17-16,2 4 14 0,4-1-21 0,4 5-5 16,3 1-8-16,6 1-35 0,1 0-25 0,7 0-30 15,10 0-46-15,0-1-45 0,0 1-20 0,9-2-30 16,0 0 11-16,12 0 26 0,1 1 3 0,5-4 53 15,2 2 53-15,5-3 53 0,1-2 50 0,3-5 11 16,-3 0 0-16,-4-4 15 0,-1-3-6 0,-6-1 10 16,-6-3 33-16,-1-1 34 0,-6-2 36 0,0 0 33 15,-2 0 6-15,0-9-14 0,-3 0 19 0,0-2-15 16,3-2 12-16,0-1-16 0,-1-5-25 0,2-2-7 16,-2-1-15-16,4-3-7 0,2-2-30 0,-2-3 5 15,6 0-35-15,-4-3 0 0,2 0 0 16,0 0-14-16,-1-1 3 0,0 4 2 0,-1 5-2 15,-5 1-8-15,3 7-7 0,-6 5-24 0,0 2 16 16,-1 5-2-16,-4 3 2 0,1 2 12 0,0 0-6 16,-2 0-9-16,1 5-2 0,1 3 8 0,-1 0-13 15,3 7 1-15,0-1-51 0,2 7-49 0,1 0-69 16,1 2-64-16,1 0-8 0,4 3-51 0,-4 0-10 16,4-1-57-16,1 2-31 0,2-2 15 0,5 0 14 15,2 0 52-15,2-2 44 0,2-2 44 0,3-2 51 16,2-1 80-16,4-3 48 0,-1-4 50 0,0 1 40 15,0-6 35-15,0-2 35 0,0-4 46 0,-2 0 29 16,0 0 50-16,-6-10 25 0,0 0 23 16,0-1 27-16,-4-2-17 0,-2 0 16 0,-4-1-27 15,-1-3-18-15,-8 1-45 0,0 1-4 0,-2-2-38 16,-4 0 14-16,2-1-2 0,-2 4-38 0,-2-4-4 16,0 2-75-16,0 0-27 0,0 0-15 0,0 1-9 15,-9 2 2-15,-1 1 1 0,-1-1-22 0,-5 4-1 16,-1 0-2-16,-4 4-1 0,-2 1 6 0,-3 2-13 15,1 2 2-15,-1 0-6 0,0 8 9 0,0 1 20 16,3 3-9-16,2 3 2 0,4 1-7 0,2 3-28 16,3 2-24-16,4 4-35 0,5 0-50 15,3 0-47-15,0 4 12 0,8-2-28 0,1 0 24 16,5-3 16-16,4 0-19 0,2-5 43 0,4-2-35 16,0-4 30-16,6-4-2 0,-3-9 6 0,3 0 71 15,0 0 15-15,2-10 48 0,-2-5 14 0,1-1-10 16,-1-3 13-16,2-5 62 0,-4-2 39 0,6-5 40 15,-6-3 44-15,-1-4-35 0,0-6-14 0,-7-5-11 16,-2-3-17-16,-3-6 4 0,-7-3-2 0,-8-1 28 16,0-6-27-16,0 5 34 0,-8 1 20 0,-6 3 6 15,-2 5 7-15,-2 8-44 0,-6 6-29 0,1 9-49 16,-2 6-11-16,-2 7-35 0,-3 9-4 0,2 9-15 16,-2 0-3-16,2 14 14 0,-1 7-8 0,2 6 3 15,3 8 5-15,1 4-8 0,1 7 3 0,5 2-1 16,7 3-44-16,3 0-49 0,7 4-81 15,8-1-129-15,10 1-73 0,0-1-72 0,10-6-106 16,2 2-11-16,6 2-43 0,7-7 1 0,3-3 35 16,6-4 125-16</inkml:trace>
  <inkml:trace contextRef="#ctx0" brushRef="#br0" timeOffset="177837.33">31743 15917 2482 0,'31'-15'85'0,"-1"0"55"0,-4-4 31 15,-4 0 57-15,-5-3-48 0,-1 0 3 0,-5-2-12 16,-5-1-17-16,-6 0 13 0,0 2-25 0,0 1 30 15,-9 1 0-15,1 2-14 0,-8 3-11 0,2 0-40 16,-3 4-24-16,-4 1-30 0,-1 3-25 0,-3 2-11 16,-2 3-17-16,-2 3-11 0,-1 0 11 0,1 0-3 15,1 8 3-15,-1 1 3 0,4 6-17 0,0 0 11 16,0 3-5-16,6 3 0 0,-2 0 11 16,2 6-12-16,3 0-5 0,1 0-8 0,7 2-40 15,0 0-45-15,4 0-50 0,4-3-26 0,0-2-13 16,9 1 19-16,2-6 58 0,4 0-10 0,5-4 17 15,5-3-14-15,3-3-38 0,4-3 32 0,3-6 29 16,4 0 53-16,-4-5 34 0,3-7 16 0,-2-1 4 16,1-5-13-16,-6-5 28 0,3-4 52 0,-4-5 13 15,-2-5 33-15,-4-5 47 0,-4-4-40 0,-2-5 39 16,-6-6-4-16,-2-2-13 0,-4-4 21 16,-6-2-2-16,0-2 56 0,0-2 15 0,-6 2 10 15,-2 2 23-15,-5 3-33 0,0 8-68 0,1 7-38 16,-2 10-60-16,1 6-51 0,-1 12-19 0,6 7 12 15,-2 12-18-15,-1 0 12 0,2 17 22 0,-4 6-6 16,-3 8 15-16,2 8-2 0,-5 10-4 0,2 5 3 16,2 5-18-16,7 3-16 0,1 1-37 0,7 3-51 15,0-1-78-15,14-2-109 0,-1 1-84 0,5-4-98 16,0 0-97-16,-1-3-51 0,0-2-111 0,0-4-87 16,-2-1-57-16</inkml:trace>
  <inkml:trace contextRef="#ctx0" brushRef="#br0" timeOffset="178165.38">32140 15729 3550 0,'0'-38'-5'0,"0"5"10"0,-5 6-5 15,0 2 10-15,-2 6 19 0,3 0 28 0,-2 5 35 16,2 3 22-16,4 4 23 0,0 7-35 0,0 0-29 16,0 0-32-16,7 0-36 0,0 0-7 0,5 0-4 15,2 0-7-15,3 5 8 0,4-3 10 0,2 3 3 16,1 1 0-16,5-2-8 0,-2 4 0 0,-1 3 8 15,3-1 2-15,-6 5 1 0,-2-1-6 0,-3 4-13 16,-4 2 16-16,-2 0-6 0,-4 2-2 16,-3-2 11-16,-5 4-19 0,0 0 5 0,0-1 17 15,-9 1-20-15,-5-2 17 0,-2 0-3 0,-5-2-19 16,-1-3 25-16,-4-1-7 0,1-3-1 0,-2-1 9 16,4-5-15-16,-1 0 6 0,5-4 4 0,0-3 9 15,5 0-6-15,1 0 3 0,2-7-14 0,3-2-18 16,2-2 9-16,6-6-9 0,0-2 0 0,0-6 0 15,12-3-18-15,5-4-21 0,3-4-63 0,7-5-55 16,3-1-65-16,1 0-60 0,4 0-7 16,2 4-64-16,0 4-28 0,3 7-19 15,0 6-41-15,-1 5-67 0</inkml:trace>
  <inkml:trace contextRef="#ctx0" brushRef="#br0" timeOffset="178977.7">32828 15591 2256 0,'-13'11'-5'0,"0"-1"9"0,0-1-6 16,1-1 6-16,2-4 7 0,-2 0-19 0,0-1 14 16,4 0-19-16,1 2 9 0,0-1 19 0,4 0-11 15,0 0 3-15,1-2 8 0,2 2-18 0,0 1 8 16,0 1 21-16,7-2-26 0,-7 2 10 0,3 0-1 16,3 2-7-16,3-1 5 0,-1 1-7 0,4 1 0 15,-2-3 4-15,3 0 5 0,3-2 4 0,-2 1 0 16,-1-2-2-16,1-3 67 0,-3 0 24 0,0 0 53 15,-1 0 41-15,-1-8-36 0,-2 4 24 0,0-3-16 16,-3 0-9-16,-3-4-5 0,-1 3-1 16,0-7-25-16,0 0-23 0,-8 1 25 0,1-3-34 15,-1 0 4-15,3 0 21 0,-3-1-37 0,0 4 1 16,0-1 1-16,0 4-20 0,-3 1-7 0,-3 2 0 16,-1 4-9-16,-2 4-1 0,-3 0 14 0,-1 0-9 15,-1 12-5-15,-3 1-17 0,1 3-27 0,2 4 10 16,0 2-12-16,1 2 0 0,5 2 5 0,1-1-2 15,7 3 3-15,0 1 5 0,8-2 1 0,0 1-15 16,4-3 3-16,8 2-35 0,3-1-14 16,9-4-49-16,-2 0-38 0,5-3-38 0,5-3-36 15,0-2 2-15,1-5-24 0,0-5 33 0,0-4-13 16,2 0 20-16,-5-6 21 0,-1-4 22 0,-3-3 42 16,0-4 28-16,-3-2 57 0,-3 0 7 0,-3-3 29 15,-3-4 37-15,-5-1 9 0,-2-2 48 0,-3 0 45 16,0 0-5-16,-4 0 20 0,0 0-24 0,0 2-21 15,0-1 21-15,0 3-38 0,0 3 13 0,0 4-5 16,0 2-18-16,0 2 31 0,7 0-36 0,-2 4 14 16,1 3-18-16,3 0-41 0,-5 3 20 0,4 1-46 15,-3 2-26-15,1-1 15 0,1 1-27 0,5 1 6 16,-4 0 4-16,3 0-1 0,5 0 0 16,-2 7 0-16,3 5 12 0,-1 1 9 0,2 8 5 15,-2 1-9-15,-1 4 13 0,-4 5-27 0,2 2 6 16,-7 1 26-16,-3 2-29 0,-3 1-18 0,0-3-14 15,0-1-51-15,-9 2-14 0,0-6-14 0,-3 0-45 16,3-4-1-16,-4-1-35 0,1-6 10 0,1-1-7 16,0-7 31-16,1-2 20 0,-1-4 32 0,3 0 58 15,2-4-4-15,1 0 39 0,-2 0 6 0,2-10 2 16,1 2 25-16,3-7 10 0,-1-1 0 0,1-5 7 16,1-7 0-16,0-4-9 0,8-2 33 15,-3-4 36-15,7 1 3 0,-3-2 64 0,9 1-24 16,-2 2-6-16,2 3 11 0,6 2-41 0,-1 5 21 15,3 2-25-15,4 1 13 0,4 2 13 0,-1 2-25 16,3-1-9-16,0 5-51 0,-1-2-35 0,-2 7 3 16,-3 0-6-16,0 4 29 0,-1 6 13 0,-2 0-4 15,-6 10 0-15,-3 5-11 0,-1 6-12 0,-4 5-30 16,-5 8 0-16,-8 6-38 0,0 7-27 0,-8 3-62 16,-9 4-108-16,-5 5-88 0,-8-3-140 0,-8 3-111 15,-10-2-171-15,-7 1-148 0,-7-3 30 0</inkml:trace>
  <inkml:trace contextRef="#ctx0" brushRef="#br0" timeOffset="179368.73">31100 16656 4898 0,'-60'-14'-6'0,"3"-3"12"15,5 0 8-15,6-4 59 0,10 7 61 0,5-8 29 16,7 4 56-16,3 3-48 0,7 1-34 0,9 4-31 15,5 2-57-15,16 2-10 0,11 2-2 0,12 2-3 16,15 2 4-16,16 0 2 0,13 0-3 0,20 7-12 16,14 2 13-16,13-1-13 0,11 2-16 0,3 1 13 15,4 1-22-15,2-2 19 0,-3 3-3 0,-6-2-19 16,-8-2 9-16,-16-2-9 0,-13-1 6 16,-17 1 10-16,-17-3-13 0,-13-2 9 0,-19-1-12 15,-15 2 3-15,-15-3 10 0,-8 0-17 0,-20 2 1 16,-16 0 9-16,-18 2-6 0,-17 2-3 0,-23 0 12 15,-19 1-19-15,-20 2 10 0,-22-1-3 0,-12-2 9 16,-14-1 0-16,-7-2 4 0,-7 4 5 0,7-2-2 16,5 0 12-16,12-1-19 0,16-1 3 0,18 4-9 15,26-1 3-15,19 1-3 0,24-1 3 0,27 0 3 16,22 3-9-16,19-2 6 0,29 5-6 0,26-2-32 16,25 1-34-16,28 1-95 0,28 1-108 0,24-1-139 15,25 2-108-15,20-2-100 0,72 3-143 0,-86 1-157 16,81 9-83-16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F674A4F-2B7A-4ECB-A400-260B2FFC03C1}" type="datetimeFigureOut">
              <a:rPr lang="en-US"/>
              <a:t>9/4/2023</a:t>
            </a:fld>
            <a:endParaRPr/>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1F2A70B-78F2-4DCF-B53B-C990D2FAFB8A}" type="slidenum">
              <a:rPr/>
              <a:t>‹#›</a:t>
            </a:fld>
            <a:endParaRPr/>
          </a:p>
        </p:txBody>
      </p:sp>
    </p:spTree>
    <p:extLst>
      <p:ext uri="{BB962C8B-B14F-4D97-AF65-F5344CB8AC3E}">
        <p14:creationId xmlns:p14="http://schemas.microsoft.com/office/powerpoint/2010/main" val="2411570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05000"/>
            <a:ext cx="9144000" cy="2667000"/>
          </a:xfrm>
        </p:spPr>
        <p:txBody>
          <a:bodyPr>
            <a:noAutofit/>
          </a:bodyPr>
          <a:lstStyle>
            <a:lvl1pPr>
              <a:defRPr sz="5400"/>
            </a:lvl1pPr>
          </a:lstStyle>
          <a:p>
            <a:r>
              <a:rPr lang="en-US"/>
              <a:t>Click to edit Master title style</a:t>
            </a:r>
            <a:endParaRPr/>
          </a:p>
        </p:txBody>
      </p:sp>
      <p:grpSp>
        <p:nvGrpSpPr>
          <p:cNvPr id="256" name="line" descr="Line graphic"/>
          <p:cNvGrpSpPr/>
          <p:nvPr/>
        </p:nvGrpSpPr>
        <p:grpSpPr bwMode="invGray">
          <a:xfrm>
            <a:off x="1584896" y="4724400"/>
            <a:ext cx="8631936" cy="64008"/>
            <a:chOff x="-4110038" y="2703513"/>
            <a:chExt cx="17394239" cy="160336"/>
          </a:xfrm>
          <a:solidFill>
            <a:schemeClr val="accent1"/>
          </a:solidFill>
        </p:grpSpPr>
        <p:sp>
          <p:nvSpPr>
            <p:cNvPr id="257"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9"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Subtitle 2"/>
          <p:cNvSpPr>
            <a:spLocks noGrp="1"/>
          </p:cNvSpPr>
          <p:nvPr>
            <p:ph type="subTitle" idx="1"/>
          </p:nvPr>
        </p:nvSpPr>
        <p:spPr>
          <a:xfrm>
            <a:off x="1522413" y="5105400"/>
            <a:ext cx="9143999" cy="1066800"/>
          </a:xfrm>
        </p:spPr>
        <p:txBody>
          <a:bodyPr/>
          <a:lstStyle>
            <a:lvl1pPr marL="0" indent="0" algn="l">
              <a:spcBef>
                <a:spcPts val="0"/>
              </a:spcBef>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Tree>
    <p:extLst>
      <p:ext uri="{BB962C8B-B14F-4D97-AF65-F5344CB8AC3E}">
        <p14:creationId xmlns:p14="http://schemas.microsoft.com/office/powerpoint/2010/main" val="674356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67" name="line" descr="Line graphic"/>
          <p:cNvGrpSpPr/>
          <p:nvPr/>
        </p:nvGrpSpPr>
        <p:grpSpPr bwMode="invGray">
          <a:xfrm>
            <a:off x="1522413" y="1514475"/>
            <a:ext cx="10569575" cy="64008"/>
            <a:chOff x="1522413" y="1514475"/>
            <a:chExt cx="10569575" cy="64008"/>
          </a:xfrm>
        </p:grpSpPr>
        <p:sp>
          <p:nvSpPr>
            <p:cNvPr id="16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idx="1"/>
          </p:nvPr>
        </p:nvSpPr>
        <p:spPr/>
        <p:txBody>
          <a:bodyPr/>
          <a:lstStyle>
            <a:lvl2pPr marL="548640">
              <a:defRPr/>
            </a:lvl2pPr>
            <a:lvl3pPr marL="777240">
              <a:defRPr/>
            </a:lvl3pPr>
            <a:lvl4pPr marL="1005840">
              <a:defRPr/>
            </a:lvl4pPr>
            <a:lvl5pPr marL="1234440">
              <a:defRPr/>
            </a:lvl5pPr>
            <a:lvl6pPr marL="1463040">
              <a:defRPr baseline="0"/>
            </a:lvl6pPr>
            <a:lvl7pPr marL="1691640">
              <a:defRPr baseline="0"/>
            </a:lvl7pPr>
            <a:lvl8pPr marL="1920240">
              <a:defRPr baseline="0"/>
            </a:lvl8pPr>
            <a:lvl9pPr marL="2148840">
              <a:defRPr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dirty="0"/>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dirty="0"/>
          </a:p>
        </p:txBody>
      </p:sp>
    </p:spTree>
    <p:extLst>
      <p:ext uri="{BB962C8B-B14F-4D97-AF65-F5344CB8AC3E}">
        <p14:creationId xmlns:p14="http://schemas.microsoft.com/office/powerpoint/2010/main" val="2614472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3" y="1905000"/>
            <a:ext cx="9144000" cy="2667000"/>
          </a:xfrm>
        </p:spPr>
        <p:txBody>
          <a:bodyPr anchor="b">
            <a:noAutofit/>
          </a:bodyPr>
          <a:lstStyle>
            <a:lvl1pPr algn="l">
              <a:defRPr sz="4400" b="0" cap="none" baseline="0"/>
            </a:lvl1pPr>
          </a:lstStyle>
          <a:p>
            <a:r>
              <a:rPr lang="en-US"/>
              <a:t>Click to edit Master title style</a:t>
            </a:r>
            <a:endParaRPr/>
          </a:p>
        </p:txBody>
      </p:sp>
      <p:grpSp>
        <p:nvGrpSpPr>
          <p:cNvPr id="255" name="line" descr="Line graphic"/>
          <p:cNvGrpSpPr/>
          <p:nvPr/>
        </p:nvGrpSpPr>
        <p:grpSpPr bwMode="invGray">
          <a:xfrm>
            <a:off x="1584896" y="4724400"/>
            <a:ext cx="8631936" cy="64008"/>
            <a:chOff x="-4110038" y="2703513"/>
            <a:chExt cx="17394239" cy="160336"/>
          </a:xfrm>
          <a:solidFill>
            <a:schemeClr val="accent1"/>
          </a:solidFill>
        </p:grpSpPr>
        <p:sp>
          <p:nvSpPr>
            <p:cNvPr id="256" name="Freeform 5"/>
            <p:cNvSpPr>
              <a:spLocks/>
            </p:cNvSpPr>
            <p:nvPr/>
          </p:nvSpPr>
          <p:spPr bwMode="invGray">
            <a:xfrm>
              <a:off x="12815888" y="2768600"/>
              <a:ext cx="468313" cy="19050"/>
            </a:xfrm>
            <a:custGeom>
              <a:avLst/>
              <a:gdLst>
                <a:gd name="T0" fmla="*/ 21 w 244"/>
                <a:gd name="T1" fmla="*/ 5 h 8"/>
                <a:gd name="T2" fmla="*/ 21 w 244"/>
                <a:gd name="T3" fmla="*/ 5 h 8"/>
                <a:gd name="T4" fmla="*/ 52 w 244"/>
                <a:gd name="T5" fmla="*/ 7 h 8"/>
                <a:gd name="T6" fmla="*/ 100 w 244"/>
                <a:gd name="T7" fmla="*/ 5 h 8"/>
                <a:gd name="T8" fmla="*/ 125 w 244"/>
                <a:gd name="T9" fmla="*/ 7 h 8"/>
                <a:gd name="T10" fmla="*/ 202 w 244"/>
                <a:gd name="T11" fmla="*/ 6 h 8"/>
                <a:gd name="T12" fmla="*/ 156 w 244"/>
                <a:gd name="T13" fmla="*/ 5 h 8"/>
                <a:gd name="T14" fmla="*/ 244 w 244"/>
                <a:gd name="T15" fmla="*/ 3 h 8"/>
                <a:gd name="T16" fmla="*/ 161 w 244"/>
                <a:gd name="T17" fmla="*/ 3 h 8"/>
                <a:gd name="T18" fmla="*/ 165 w 244"/>
                <a:gd name="T19" fmla="*/ 2 h 8"/>
                <a:gd name="T20" fmla="*/ 96 w 244"/>
                <a:gd name="T21" fmla="*/ 2 h 8"/>
                <a:gd name="T22" fmla="*/ 111 w 244"/>
                <a:gd name="T23" fmla="*/ 1 h 8"/>
                <a:gd name="T24" fmla="*/ 0 w 244"/>
                <a:gd name="T25" fmla="*/ 5 h 8"/>
                <a:gd name="T26" fmla="*/ 21 w 244"/>
                <a:gd name="T27"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44" h="8">
                  <a:moveTo>
                    <a:pt x="21" y="5"/>
                  </a:moveTo>
                  <a:lnTo>
                    <a:pt x="21" y="5"/>
                  </a:lnTo>
                  <a:cubicBezTo>
                    <a:pt x="42" y="5"/>
                    <a:pt x="59" y="7"/>
                    <a:pt x="52" y="7"/>
                  </a:cubicBezTo>
                  <a:cubicBezTo>
                    <a:pt x="94" y="6"/>
                    <a:pt x="94" y="8"/>
                    <a:pt x="100" y="5"/>
                  </a:cubicBezTo>
                  <a:cubicBezTo>
                    <a:pt x="127" y="4"/>
                    <a:pt x="155" y="6"/>
                    <a:pt x="125" y="7"/>
                  </a:cubicBezTo>
                  <a:lnTo>
                    <a:pt x="202" y="6"/>
                  </a:lnTo>
                  <a:lnTo>
                    <a:pt x="156" y="5"/>
                  </a:lnTo>
                  <a:cubicBezTo>
                    <a:pt x="168" y="2"/>
                    <a:pt x="230" y="6"/>
                    <a:pt x="244" y="3"/>
                  </a:cubicBezTo>
                  <a:lnTo>
                    <a:pt x="161" y="3"/>
                  </a:lnTo>
                  <a:lnTo>
                    <a:pt x="165" y="2"/>
                  </a:lnTo>
                  <a:cubicBezTo>
                    <a:pt x="146" y="3"/>
                    <a:pt x="109" y="2"/>
                    <a:pt x="96" y="2"/>
                  </a:cubicBezTo>
                  <a:cubicBezTo>
                    <a:pt x="98" y="1"/>
                    <a:pt x="97" y="1"/>
                    <a:pt x="111" y="1"/>
                  </a:cubicBezTo>
                  <a:cubicBezTo>
                    <a:pt x="10" y="0"/>
                    <a:pt x="84" y="5"/>
                    <a:pt x="0" y="5"/>
                  </a:cubicBezTo>
                  <a:cubicBezTo>
                    <a:pt x="5" y="5"/>
                    <a:pt x="12" y="5"/>
                    <a:pt x="21"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7" name="Freeform 6"/>
            <p:cNvSpPr>
              <a:spLocks/>
            </p:cNvSpPr>
            <p:nvPr/>
          </p:nvSpPr>
          <p:spPr bwMode="invGray">
            <a:xfrm>
              <a:off x="12380913" y="2755900"/>
              <a:ext cx="461963" cy="26987"/>
            </a:xfrm>
            <a:custGeom>
              <a:avLst/>
              <a:gdLst>
                <a:gd name="T0" fmla="*/ 162 w 241"/>
                <a:gd name="T1" fmla="*/ 4 h 12"/>
                <a:gd name="T2" fmla="*/ 162 w 241"/>
                <a:gd name="T3" fmla="*/ 4 h 12"/>
                <a:gd name="T4" fmla="*/ 127 w 241"/>
                <a:gd name="T5" fmla="*/ 7 h 12"/>
                <a:gd name="T6" fmla="*/ 68 w 241"/>
                <a:gd name="T7" fmla="*/ 6 h 12"/>
                <a:gd name="T8" fmla="*/ 53 w 241"/>
                <a:gd name="T9" fmla="*/ 9 h 12"/>
                <a:gd name="T10" fmla="*/ 79 w 241"/>
                <a:gd name="T11" fmla="*/ 9 h 12"/>
                <a:gd name="T12" fmla="*/ 18 w 241"/>
                <a:gd name="T13" fmla="*/ 11 h 12"/>
                <a:gd name="T14" fmla="*/ 101 w 241"/>
                <a:gd name="T15" fmla="*/ 10 h 12"/>
                <a:gd name="T16" fmla="*/ 195 w 241"/>
                <a:gd name="T17" fmla="*/ 12 h 12"/>
                <a:gd name="T18" fmla="*/ 226 w 241"/>
                <a:gd name="T19" fmla="*/ 11 h 12"/>
                <a:gd name="T20" fmla="*/ 215 w 241"/>
                <a:gd name="T21" fmla="*/ 11 h 12"/>
                <a:gd name="T22" fmla="*/ 213 w 241"/>
                <a:gd name="T23" fmla="*/ 7 h 12"/>
                <a:gd name="T24" fmla="*/ 172 w 241"/>
                <a:gd name="T25" fmla="*/ 7 h 12"/>
                <a:gd name="T26" fmla="*/ 241 w 241"/>
                <a:gd name="T27" fmla="*/ 4 h 12"/>
                <a:gd name="T28" fmla="*/ 123 w 241"/>
                <a:gd name="T29" fmla="*/ 0 h 12"/>
                <a:gd name="T30" fmla="*/ 162 w 241"/>
                <a:gd name="T31"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41" h="12">
                  <a:moveTo>
                    <a:pt x="162" y="4"/>
                  </a:moveTo>
                  <a:lnTo>
                    <a:pt x="162" y="4"/>
                  </a:lnTo>
                  <a:lnTo>
                    <a:pt x="127" y="7"/>
                  </a:lnTo>
                  <a:lnTo>
                    <a:pt x="68" y="6"/>
                  </a:lnTo>
                  <a:cubicBezTo>
                    <a:pt x="67" y="7"/>
                    <a:pt x="24" y="8"/>
                    <a:pt x="53" y="9"/>
                  </a:cubicBezTo>
                  <a:cubicBezTo>
                    <a:pt x="59" y="9"/>
                    <a:pt x="70" y="8"/>
                    <a:pt x="79" y="9"/>
                  </a:cubicBezTo>
                  <a:cubicBezTo>
                    <a:pt x="73" y="11"/>
                    <a:pt x="0" y="9"/>
                    <a:pt x="18" y="11"/>
                  </a:cubicBezTo>
                  <a:cubicBezTo>
                    <a:pt x="65" y="11"/>
                    <a:pt x="72" y="12"/>
                    <a:pt x="101" y="10"/>
                  </a:cubicBezTo>
                  <a:cubicBezTo>
                    <a:pt x="144" y="11"/>
                    <a:pt x="175" y="11"/>
                    <a:pt x="195" y="12"/>
                  </a:cubicBezTo>
                  <a:cubicBezTo>
                    <a:pt x="208" y="12"/>
                    <a:pt x="209" y="11"/>
                    <a:pt x="226" y="11"/>
                  </a:cubicBezTo>
                  <a:lnTo>
                    <a:pt x="215" y="11"/>
                  </a:lnTo>
                  <a:lnTo>
                    <a:pt x="213" y="7"/>
                  </a:lnTo>
                  <a:cubicBezTo>
                    <a:pt x="199" y="8"/>
                    <a:pt x="187" y="7"/>
                    <a:pt x="172" y="7"/>
                  </a:cubicBezTo>
                  <a:lnTo>
                    <a:pt x="241" y="4"/>
                  </a:lnTo>
                  <a:cubicBezTo>
                    <a:pt x="219" y="1"/>
                    <a:pt x="151" y="2"/>
                    <a:pt x="123" y="0"/>
                  </a:cubicBezTo>
                  <a:cubicBezTo>
                    <a:pt x="157" y="4"/>
                    <a:pt x="96" y="2"/>
                    <a:pt x="162" y="4"/>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8" name="Freeform 7"/>
            <p:cNvSpPr>
              <a:spLocks/>
            </p:cNvSpPr>
            <p:nvPr/>
          </p:nvSpPr>
          <p:spPr bwMode="invGray">
            <a:xfrm>
              <a:off x="12814300" y="2779713"/>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9" name="Freeform 8"/>
            <p:cNvSpPr>
              <a:spLocks/>
            </p:cNvSpPr>
            <p:nvPr/>
          </p:nvSpPr>
          <p:spPr bwMode="invGray">
            <a:xfrm>
              <a:off x="2738437" y="2795588"/>
              <a:ext cx="425450" cy="15875"/>
            </a:xfrm>
            <a:custGeom>
              <a:avLst/>
              <a:gdLst>
                <a:gd name="T0" fmla="*/ 77 w 222"/>
                <a:gd name="T1" fmla="*/ 5 h 7"/>
                <a:gd name="T2" fmla="*/ 77 w 222"/>
                <a:gd name="T3" fmla="*/ 5 h 7"/>
                <a:gd name="T4" fmla="*/ 56 w 222"/>
                <a:gd name="T5" fmla="*/ 6 h 7"/>
                <a:gd name="T6" fmla="*/ 222 w 222"/>
                <a:gd name="T7" fmla="*/ 5 h 7"/>
                <a:gd name="T8" fmla="*/ 200 w 222"/>
                <a:gd name="T9" fmla="*/ 3 h 7"/>
                <a:gd name="T10" fmla="*/ 137 w 222"/>
                <a:gd name="T11" fmla="*/ 4 h 7"/>
                <a:gd name="T12" fmla="*/ 149 w 222"/>
                <a:gd name="T13" fmla="*/ 3 h 7"/>
                <a:gd name="T14" fmla="*/ 109 w 222"/>
                <a:gd name="T15" fmla="*/ 0 h 7"/>
                <a:gd name="T16" fmla="*/ 106 w 222"/>
                <a:gd name="T17" fmla="*/ 0 h 7"/>
                <a:gd name="T18" fmla="*/ 0 w 222"/>
                <a:gd name="T19" fmla="*/ 7 h 7"/>
                <a:gd name="T20" fmla="*/ 77 w 222"/>
                <a:gd name="T21"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2" h="7">
                  <a:moveTo>
                    <a:pt x="77" y="5"/>
                  </a:moveTo>
                  <a:lnTo>
                    <a:pt x="77" y="5"/>
                  </a:lnTo>
                  <a:cubicBezTo>
                    <a:pt x="62" y="5"/>
                    <a:pt x="58" y="5"/>
                    <a:pt x="56" y="6"/>
                  </a:cubicBezTo>
                  <a:lnTo>
                    <a:pt x="222" y="5"/>
                  </a:lnTo>
                  <a:cubicBezTo>
                    <a:pt x="216" y="5"/>
                    <a:pt x="169" y="4"/>
                    <a:pt x="200" y="3"/>
                  </a:cubicBezTo>
                  <a:cubicBezTo>
                    <a:pt x="186" y="2"/>
                    <a:pt x="143" y="3"/>
                    <a:pt x="137" y="4"/>
                  </a:cubicBezTo>
                  <a:lnTo>
                    <a:pt x="149" y="3"/>
                  </a:lnTo>
                  <a:cubicBezTo>
                    <a:pt x="110" y="5"/>
                    <a:pt x="84" y="1"/>
                    <a:pt x="109" y="0"/>
                  </a:cubicBezTo>
                  <a:lnTo>
                    <a:pt x="106" y="0"/>
                  </a:lnTo>
                  <a:lnTo>
                    <a:pt x="0" y="7"/>
                  </a:lnTo>
                  <a:cubicBezTo>
                    <a:pt x="39" y="7"/>
                    <a:pt x="30" y="5"/>
                    <a:pt x="77"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0" name="Freeform 9"/>
            <p:cNvSpPr>
              <a:spLocks/>
            </p:cNvSpPr>
            <p:nvPr/>
          </p:nvSpPr>
          <p:spPr bwMode="invGray">
            <a:xfrm>
              <a:off x="-3646488" y="2800350"/>
              <a:ext cx="46038" cy="3175"/>
            </a:xfrm>
            <a:custGeom>
              <a:avLst/>
              <a:gdLst>
                <a:gd name="T0" fmla="*/ 0 w 24"/>
                <a:gd name="T1" fmla="*/ 1 h 1"/>
                <a:gd name="T2" fmla="*/ 0 w 24"/>
                <a:gd name="T3" fmla="*/ 1 h 1"/>
                <a:gd name="T4" fmla="*/ 21 w 24"/>
                <a:gd name="T5" fmla="*/ 0 h 1"/>
                <a:gd name="T6" fmla="*/ 0 w 24"/>
                <a:gd name="T7" fmla="*/ 1 h 1"/>
              </a:gdLst>
              <a:ahLst/>
              <a:cxnLst>
                <a:cxn ang="0">
                  <a:pos x="T0" y="T1"/>
                </a:cxn>
                <a:cxn ang="0">
                  <a:pos x="T2" y="T3"/>
                </a:cxn>
                <a:cxn ang="0">
                  <a:pos x="T4" y="T5"/>
                </a:cxn>
                <a:cxn ang="0">
                  <a:pos x="T6" y="T7"/>
                </a:cxn>
              </a:cxnLst>
              <a:rect l="0" t="0" r="r" b="b"/>
              <a:pathLst>
                <a:path w="24" h="1">
                  <a:moveTo>
                    <a:pt x="0" y="1"/>
                  </a:moveTo>
                  <a:lnTo>
                    <a:pt x="0" y="1"/>
                  </a:lnTo>
                  <a:cubicBezTo>
                    <a:pt x="21" y="0"/>
                    <a:pt x="24" y="0"/>
                    <a:pt x="21" y="0"/>
                  </a:cubicBez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1" name="Freeform 10"/>
            <p:cNvSpPr>
              <a:spLocks/>
            </p:cNvSpPr>
            <p:nvPr/>
          </p:nvSpPr>
          <p:spPr bwMode="invGray">
            <a:xfrm>
              <a:off x="2627312" y="2816225"/>
              <a:ext cx="63500" cy="4762"/>
            </a:xfrm>
            <a:custGeom>
              <a:avLst/>
              <a:gdLst>
                <a:gd name="T0" fmla="*/ 33 w 33"/>
                <a:gd name="T1" fmla="*/ 0 h 2"/>
                <a:gd name="T2" fmla="*/ 33 w 33"/>
                <a:gd name="T3" fmla="*/ 0 h 2"/>
                <a:gd name="T4" fmla="*/ 0 w 33"/>
                <a:gd name="T5" fmla="*/ 2 h 2"/>
                <a:gd name="T6" fmla="*/ 33 w 33"/>
                <a:gd name="T7" fmla="*/ 0 h 2"/>
              </a:gdLst>
              <a:ahLst/>
              <a:cxnLst>
                <a:cxn ang="0">
                  <a:pos x="T0" y="T1"/>
                </a:cxn>
                <a:cxn ang="0">
                  <a:pos x="T2" y="T3"/>
                </a:cxn>
                <a:cxn ang="0">
                  <a:pos x="T4" y="T5"/>
                </a:cxn>
                <a:cxn ang="0">
                  <a:pos x="T6" y="T7"/>
                </a:cxn>
              </a:cxnLst>
              <a:rect l="0" t="0" r="r" b="b"/>
              <a:pathLst>
                <a:path w="33" h="2">
                  <a:moveTo>
                    <a:pt x="33" y="0"/>
                  </a:moveTo>
                  <a:lnTo>
                    <a:pt x="33" y="0"/>
                  </a:lnTo>
                  <a:lnTo>
                    <a:pt x="0" y="2"/>
                  </a:lnTo>
                  <a:cubicBezTo>
                    <a:pt x="14" y="1"/>
                    <a:pt x="25" y="1"/>
                    <a:pt x="3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2" name="Freeform 11"/>
            <p:cNvSpPr>
              <a:spLocks/>
            </p:cNvSpPr>
            <p:nvPr/>
          </p:nvSpPr>
          <p:spPr bwMode="invGray">
            <a:xfrm>
              <a:off x="3103562" y="2741613"/>
              <a:ext cx="28575" cy="3175"/>
            </a:xfrm>
            <a:custGeom>
              <a:avLst/>
              <a:gdLst>
                <a:gd name="T0" fmla="*/ 15 w 15"/>
                <a:gd name="T1" fmla="*/ 0 h 1"/>
                <a:gd name="T2" fmla="*/ 15 w 15"/>
                <a:gd name="T3" fmla="*/ 0 h 1"/>
                <a:gd name="T4" fmla="*/ 15 w 15"/>
                <a:gd name="T5" fmla="*/ 0 h 1"/>
                <a:gd name="T6" fmla="*/ 0 w 15"/>
                <a:gd name="T7" fmla="*/ 1 h 1"/>
                <a:gd name="T8" fmla="*/ 0 w 15"/>
                <a:gd name="T9" fmla="*/ 1 h 1"/>
                <a:gd name="T10" fmla="*/ 15 w 15"/>
                <a:gd name="T11" fmla="*/ 0 h 1"/>
              </a:gdLst>
              <a:ahLst/>
              <a:cxnLst>
                <a:cxn ang="0">
                  <a:pos x="T0" y="T1"/>
                </a:cxn>
                <a:cxn ang="0">
                  <a:pos x="T2" y="T3"/>
                </a:cxn>
                <a:cxn ang="0">
                  <a:pos x="T4" y="T5"/>
                </a:cxn>
                <a:cxn ang="0">
                  <a:pos x="T6" y="T7"/>
                </a:cxn>
                <a:cxn ang="0">
                  <a:pos x="T8" y="T9"/>
                </a:cxn>
                <a:cxn ang="0">
                  <a:pos x="T10" y="T11"/>
                </a:cxn>
              </a:cxnLst>
              <a:rect l="0" t="0" r="r" b="b"/>
              <a:pathLst>
                <a:path w="15" h="1">
                  <a:moveTo>
                    <a:pt x="15" y="0"/>
                  </a:moveTo>
                  <a:lnTo>
                    <a:pt x="15" y="0"/>
                  </a:lnTo>
                  <a:cubicBezTo>
                    <a:pt x="15" y="0"/>
                    <a:pt x="15" y="0"/>
                    <a:pt x="15" y="0"/>
                  </a:cubicBezTo>
                  <a:lnTo>
                    <a:pt x="0" y="1"/>
                  </a:lnTo>
                  <a:lnTo>
                    <a:pt x="0" y="1"/>
                  </a:lnTo>
                  <a:lnTo>
                    <a:pt x="1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3" name="Freeform 12"/>
            <p:cNvSpPr>
              <a:spLocks/>
            </p:cNvSpPr>
            <p:nvPr/>
          </p:nvSpPr>
          <p:spPr bwMode="invGray">
            <a:xfrm>
              <a:off x="1227137" y="2836863"/>
              <a:ext cx="20638" cy="0"/>
            </a:xfrm>
            <a:custGeom>
              <a:avLst/>
              <a:gdLst>
                <a:gd name="T0" fmla="*/ 11 w 11"/>
                <a:gd name="T1" fmla="*/ 11 w 11"/>
                <a:gd name="T2" fmla="*/ 0 w 11"/>
                <a:gd name="T3" fmla="*/ 11 w 11"/>
              </a:gdLst>
              <a:ahLst/>
              <a:cxnLst>
                <a:cxn ang="0">
                  <a:pos x="T0" y="0"/>
                </a:cxn>
                <a:cxn ang="0">
                  <a:pos x="T1" y="0"/>
                </a:cxn>
                <a:cxn ang="0">
                  <a:pos x="T2" y="0"/>
                </a:cxn>
                <a:cxn ang="0">
                  <a:pos x="T3" y="0"/>
                </a:cxn>
              </a:cxnLst>
              <a:rect l="0" t="0" r="r" b="b"/>
              <a:pathLst>
                <a:path w="11">
                  <a:moveTo>
                    <a:pt x="11" y="0"/>
                  </a:moveTo>
                  <a:lnTo>
                    <a:pt x="11" y="0"/>
                  </a:ln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4" name="Freeform 13"/>
            <p:cNvSpPr>
              <a:spLocks/>
            </p:cNvSpPr>
            <p:nvPr/>
          </p:nvSpPr>
          <p:spPr bwMode="invGray">
            <a:xfrm>
              <a:off x="3660775" y="2713038"/>
              <a:ext cx="331788" cy="20637"/>
            </a:xfrm>
            <a:custGeom>
              <a:avLst/>
              <a:gdLst>
                <a:gd name="T0" fmla="*/ 173 w 173"/>
                <a:gd name="T1" fmla="*/ 0 h 9"/>
                <a:gd name="T2" fmla="*/ 173 w 173"/>
                <a:gd name="T3" fmla="*/ 0 h 9"/>
                <a:gd name="T4" fmla="*/ 99 w 173"/>
                <a:gd name="T5" fmla="*/ 2 h 9"/>
                <a:gd name="T6" fmla="*/ 89 w 173"/>
                <a:gd name="T7" fmla="*/ 1 h 9"/>
                <a:gd name="T8" fmla="*/ 64 w 173"/>
                <a:gd name="T9" fmla="*/ 2 h 9"/>
                <a:gd name="T10" fmla="*/ 79 w 173"/>
                <a:gd name="T11" fmla="*/ 2 h 9"/>
                <a:gd name="T12" fmla="*/ 0 w 173"/>
                <a:gd name="T13" fmla="*/ 8 h 9"/>
                <a:gd name="T14" fmla="*/ 78 w 173"/>
                <a:gd name="T15" fmla="*/ 7 h 9"/>
                <a:gd name="T16" fmla="*/ 98 w 173"/>
                <a:gd name="T17" fmla="*/ 6 h 9"/>
                <a:gd name="T18" fmla="*/ 159 w 173"/>
                <a:gd name="T19" fmla="*/ 2 h 9"/>
                <a:gd name="T20" fmla="*/ 173 w 173"/>
                <a:gd name="T21" fmla="*/ 0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73" h="9">
                  <a:moveTo>
                    <a:pt x="173" y="0"/>
                  </a:moveTo>
                  <a:lnTo>
                    <a:pt x="173" y="0"/>
                  </a:lnTo>
                  <a:lnTo>
                    <a:pt x="99" y="2"/>
                  </a:lnTo>
                  <a:cubicBezTo>
                    <a:pt x="109" y="2"/>
                    <a:pt x="74" y="2"/>
                    <a:pt x="89" y="1"/>
                  </a:cubicBezTo>
                  <a:cubicBezTo>
                    <a:pt x="84" y="1"/>
                    <a:pt x="57" y="1"/>
                    <a:pt x="64" y="2"/>
                  </a:cubicBezTo>
                  <a:lnTo>
                    <a:pt x="79" y="2"/>
                  </a:lnTo>
                  <a:cubicBezTo>
                    <a:pt x="41" y="5"/>
                    <a:pt x="64" y="6"/>
                    <a:pt x="0" y="8"/>
                  </a:cubicBezTo>
                  <a:cubicBezTo>
                    <a:pt x="40" y="9"/>
                    <a:pt x="57" y="8"/>
                    <a:pt x="78" y="7"/>
                  </a:cubicBezTo>
                  <a:lnTo>
                    <a:pt x="98" y="6"/>
                  </a:lnTo>
                  <a:lnTo>
                    <a:pt x="159" y="2"/>
                  </a:lnTo>
                  <a:lnTo>
                    <a:pt x="17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5" name="Freeform 14"/>
            <p:cNvSpPr>
              <a:spLocks/>
            </p:cNvSpPr>
            <p:nvPr/>
          </p:nvSpPr>
          <p:spPr bwMode="invGray">
            <a:xfrm>
              <a:off x="-1674813" y="2768600"/>
              <a:ext cx="1588" cy="0"/>
            </a:xfrm>
            <a:custGeom>
              <a:avLst/>
              <a:gdLst>
                <a:gd name="T0" fmla="*/ 0 w 1"/>
                <a:gd name="T1" fmla="*/ 0 w 1"/>
                <a:gd name="T2" fmla="*/ 1 w 1"/>
                <a:gd name="T3" fmla="*/ 0 w 1"/>
              </a:gdLst>
              <a:ahLst/>
              <a:cxnLst>
                <a:cxn ang="0">
                  <a:pos x="T0" y="0"/>
                </a:cxn>
                <a:cxn ang="0">
                  <a:pos x="T1" y="0"/>
                </a:cxn>
                <a:cxn ang="0">
                  <a:pos x="T2" y="0"/>
                </a:cxn>
                <a:cxn ang="0">
                  <a:pos x="T3" y="0"/>
                </a:cxn>
              </a:cxnLst>
              <a:rect l="0" t="0" r="r" b="b"/>
              <a:pathLst>
                <a:path w="1">
                  <a:moveTo>
                    <a:pt x="0" y="0"/>
                  </a:moveTo>
                  <a:lnTo>
                    <a:pt x="0" y="0"/>
                  </a:lnTo>
                  <a:lnTo>
                    <a:pt x="1"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6" name="Freeform 15"/>
            <p:cNvSpPr>
              <a:spLocks/>
            </p:cNvSpPr>
            <p:nvPr/>
          </p:nvSpPr>
          <p:spPr bwMode="invGray">
            <a:xfrm>
              <a:off x="-1673225" y="2767013"/>
              <a:ext cx="36513" cy="1587"/>
            </a:xfrm>
            <a:custGeom>
              <a:avLst/>
              <a:gdLst>
                <a:gd name="T0" fmla="*/ 3 w 19"/>
                <a:gd name="T1" fmla="*/ 0 h 1"/>
                <a:gd name="T2" fmla="*/ 3 w 19"/>
                <a:gd name="T3" fmla="*/ 0 h 1"/>
                <a:gd name="T4" fmla="*/ 0 w 19"/>
                <a:gd name="T5" fmla="*/ 1 h 1"/>
                <a:gd name="T6" fmla="*/ 3 w 19"/>
                <a:gd name="T7" fmla="*/ 0 h 1"/>
              </a:gdLst>
              <a:ahLst/>
              <a:cxnLst>
                <a:cxn ang="0">
                  <a:pos x="T0" y="T1"/>
                </a:cxn>
                <a:cxn ang="0">
                  <a:pos x="T2" y="T3"/>
                </a:cxn>
                <a:cxn ang="0">
                  <a:pos x="T4" y="T5"/>
                </a:cxn>
                <a:cxn ang="0">
                  <a:pos x="T6" y="T7"/>
                </a:cxn>
              </a:cxnLst>
              <a:rect l="0" t="0" r="r" b="b"/>
              <a:pathLst>
                <a:path w="19" h="1">
                  <a:moveTo>
                    <a:pt x="3" y="0"/>
                  </a:moveTo>
                  <a:lnTo>
                    <a:pt x="3" y="0"/>
                  </a:lnTo>
                  <a:lnTo>
                    <a:pt x="0" y="1"/>
                  </a:lnTo>
                  <a:cubicBezTo>
                    <a:pt x="4" y="0"/>
                    <a:pt x="19" y="0"/>
                    <a:pt x="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7" name="Freeform 16"/>
            <p:cNvSpPr>
              <a:spLocks/>
            </p:cNvSpPr>
            <p:nvPr/>
          </p:nvSpPr>
          <p:spPr bwMode="invGray">
            <a:xfrm>
              <a:off x="2690812" y="2811463"/>
              <a:ext cx="47625" cy="4762"/>
            </a:xfrm>
            <a:custGeom>
              <a:avLst/>
              <a:gdLst>
                <a:gd name="T0" fmla="*/ 13 w 25"/>
                <a:gd name="T1" fmla="*/ 0 h 2"/>
                <a:gd name="T2" fmla="*/ 13 w 25"/>
                <a:gd name="T3" fmla="*/ 0 h 2"/>
                <a:gd name="T4" fmla="*/ 0 w 25"/>
                <a:gd name="T5" fmla="*/ 2 h 2"/>
                <a:gd name="T6" fmla="*/ 25 w 25"/>
                <a:gd name="T7" fmla="*/ 0 h 2"/>
                <a:gd name="T8" fmla="*/ 13 w 25"/>
                <a:gd name="T9" fmla="*/ 0 h 2"/>
              </a:gdLst>
              <a:ahLst/>
              <a:cxnLst>
                <a:cxn ang="0">
                  <a:pos x="T0" y="T1"/>
                </a:cxn>
                <a:cxn ang="0">
                  <a:pos x="T2" y="T3"/>
                </a:cxn>
                <a:cxn ang="0">
                  <a:pos x="T4" y="T5"/>
                </a:cxn>
                <a:cxn ang="0">
                  <a:pos x="T6" y="T7"/>
                </a:cxn>
                <a:cxn ang="0">
                  <a:pos x="T8" y="T9"/>
                </a:cxn>
              </a:cxnLst>
              <a:rect l="0" t="0" r="r" b="b"/>
              <a:pathLst>
                <a:path w="25" h="2">
                  <a:moveTo>
                    <a:pt x="13" y="0"/>
                  </a:moveTo>
                  <a:lnTo>
                    <a:pt x="13" y="0"/>
                  </a:lnTo>
                  <a:cubicBezTo>
                    <a:pt x="12" y="0"/>
                    <a:pt x="7" y="1"/>
                    <a:pt x="0" y="2"/>
                  </a:cubicBezTo>
                  <a:lnTo>
                    <a:pt x="25"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8" name="Freeform 17"/>
            <p:cNvSpPr>
              <a:spLocks/>
            </p:cNvSpPr>
            <p:nvPr/>
          </p:nvSpPr>
          <p:spPr bwMode="invGray">
            <a:xfrm>
              <a:off x="2822575" y="2794000"/>
              <a:ext cx="163513" cy="4762"/>
            </a:xfrm>
            <a:custGeom>
              <a:avLst/>
              <a:gdLst>
                <a:gd name="T0" fmla="*/ 0 w 85"/>
                <a:gd name="T1" fmla="*/ 2 h 2"/>
                <a:gd name="T2" fmla="*/ 0 w 85"/>
                <a:gd name="T3" fmla="*/ 2 h 2"/>
                <a:gd name="T4" fmla="*/ 62 w 85"/>
                <a:gd name="T5" fmla="*/ 1 h 2"/>
                <a:gd name="T6" fmla="*/ 85 w 85"/>
                <a:gd name="T7" fmla="*/ 0 h 2"/>
                <a:gd name="T8" fmla="*/ 0 w 85"/>
                <a:gd name="T9" fmla="*/ 2 h 2"/>
              </a:gdLst>
              <a:ahLst/>
              <a:cxnLst>
                <a:cxn ang="0">
                  <a:pos x="T0" y="T1"/>
                </a:cxn>
                <a:cxn ang="0">
                  <a:pos x="T2" y="T3"/>
                </a:cxn>
                <a:cxn ang="0">
                  <a:pos x="T4" y="T5"/>
                </a:cxn>
                <a:cxn ang="0">
                  <a:pos x="T6" y="T7"/>
                </a:cxn>
                <a:cxn ang="0">
                  <a:pos x="T8" y="T9"/>
                </a:cxn>
              </a:cxnLst>
              <a:rect l="0" t="0" r="r" b="b"/>
              <a:pathLst>
                <a:path w="85" h="2">
                  <a:moveTo>
                    <a:pt x="0" y="2"/>
                  </a:moveTo>
                  <a:lnTo>
                    <a:pt x="0" y="2"/>
                  </a:lnTo>
                  <a:lnTo>
                    <a:pt x="62" y="1"/>
                  </a:lnTo>
                  <a:lnTo>
                    <a:pt x="8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9" name="Freeform 18"/>
            <p:cNvSpPr>
              <a:spLocks/>
            </p:cNvSpPr>
            <p:nvPr/>
          </p:nvSpPr>
          <p:spPr bwMode="invGray">
            <a:xfrm>
              <a:off x="715962" y="2809875"/>
              <a:ext cx="1911350" cy="50800"/>
            </a:xfrm>
            <a:custGeom>
              <a:avLst/>
              <a:gdLst>
                <a:gd name="T0" fmla="*/ 375 w 996"/>
                <a:gd name="T1" fmla="*/ 13 h 23"/>
                <a:gd name="T2" fmla="*/ 375 w 996"/>
                <a:gd name="T3" fmla="*/ 13 h 23"/>
                <a:gd name="T4" fmla="*/ 348 w 996"/>
                <a:gd name="T5" fmla="*/ 9 h 23"/>
                <a:gd name="T6" fmla="*/ 277 w 996"/>
                <a:gd name="T7" fmla="*/ 12 h 23"/>
                <a:gd name="T8" fmla="*/ 366 w 996"/>
                <a:gd name="T9" fmla="*/ 16 h 23"/>
                <a:gd name="T10" fmla="*/ 257 w 996"/>
                <a:gd name="T11" fmla="*/ 19 h 23"/>
                <a:gd name="T12" fmla="*/ 301 w 996"/>
                <a:gd name="T13" fmla="*/ 14 h 23"/>
                <a:gd name="T14" fmla="*/ 249 w 996"/>
                <a:gd name="T15" fmla="*/ 16 h 23"/>
                <a:gd name="T16" fmla="*/ 76 w 996"/>
                <a:gd name="T17" fmla="*/ 16 h 23"/>
                <a:gd name="T18" fmla="*/ 5 w 996"/>
                <a:gd name="T19" fmla="*/ 20 h 23"/>
                <a:gd name="T20" fmla="*/ 93 w 996"/>
                <a:gd name="T21" fmla="*/ 23 h 23"/>
                <a:gd name="T22" fmla="*/ 84 w 996"/>
                <a:gd name="T23" fmla="*/ 22 h 23"/>
                <a:gd name="T24" fmla="*/ 125 w 996"/>
                <a:gd name="T25" fmla="*/ 23 h 23"/>
                <a:gd name="T26" fmla="*/ 151 w 996"/>
                <a:gd name="T27" fmla="*/ 20 h 23"/>
                <a:gd name="T28" fmla="*/ 191 w 996"/>
                <a:gd name="T29" fmla="*/ 20 h 23"/>
                <a:gd name="T30" fmla="*/ 168 w 996"/>
                <a:gd name="T31" fmla="*/ 21 h 23"/>
                <a:gd name="T32" fmla="*/ 264 w 996"/>
                <a:gd name="T33" fmla="*/ 20 h 23"/>
                <a:gd name="T34" fmla="*/ 252 w 996"/>
                <a:gd name="T35" fmla="*/ 22 h 23"/>
                <a:gd name="T36" fmla="*/ 371 w 996"/>
                <a:gd name="T37" fmla="*/ 18 h 23"/>
                <a:gd name="T38" fmla="*/ 341 w 996"/>
                <a:gd name="T39" fmla="*/ 21 h 23"/>
                <a:gd name="T40" fmla="*/ 539 w 996"/>
                <a:gd name="T41" fmla="*/ 20 h 23"/>
                <a:gd name="T42" fmla="*/ 527 w 996"/>
                <a:gd name="T43" fmla="*/ 19 h 23"/>
                <a:gd name="T44" fmla="*/ 575 w 996"/>
                <a:gd name="T45" fmla="*/ 21 h 23"/>
                <a:gd name="T46" fmla="*/ 766 w 996"/>
                <a:gd name="T47" fmla="*/ 20 h 23"/>
                <a:gd name="T48" fmla="*/ 996 w 996"/>
                <a:gd name="T49" fmla="*/ 5 h 23"/>
                <a:gd name="T50" fmla="*/ 969 w 996"/>
                <a:gd name="T51" fmla="*/ 6 h 23"/>
                <a:gd name="T52" fmla="*/ 973 w 996"/>
                <a:gd name="T53" fmla="*/ 1 h 23"/>
                <a:gd name="T54" fmla="*/ 897 w 996"/>
                <a:gd name="T55" fmla="*/ 5 h 23"/>
                <a:gd name="T56" fmla="*/ 872 w 996"/>
                <a:gd name="T57" fmla="*/ 0 h 23"/>
                <a:gd name="T58" fmla="*/ 535 w 996"/>
                <a:gd name="T59" fmla="*/ 14 h 23"/>
                <a:gd name="T60" fmla="*/ 389 w 996"/>
                <a:gd name="T61" fmla="*/ 13 h 23"/>
                <a:gd name="T62" fmla="*/ 476 w 996"/>
                <a:gd name="T63" fmla="*/ 9 h 23"/>
                <a:gd name="T64" fmla="*/ 387 w 996"/>
                <a:gd name="T65" fmla="*/ 9 h 23"/>
                <a:gd name="T66" fmla="*/ 375 w 996"/>
                <a:gd name="T67" fmla="*/ 1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96" h="23">
                  <a:moveTo>
                    <a:pt x="375" y="13"/>
                  </a:moveTo>
                  <a:lnTo>
                    <a:pt x="375" y="13"/>
                  </a:lnTo>
                  <a:cubicBezTo>
                    <a:pt x="247" y="14"/>
                    <a:pt x="407" y="10"/>
                    <a:pt x="348" y="9"/>
                  </a:cubicBezTo>
                  <a:cubicBezTo>
                    <a:pt x="312" y="10"/>
                    <a:pt x="299" y="11"/>
                    <a:pt x="277" y="12"/>
                  </a:cubicBezTo>
                  <a:cubicBezTo>
                    <a:pt x="379" y="10"/>
                    <a:pt x="263" y="17"/>
                    <a:pt x="366" y="16"/>
                  </a:cubicBezTo>
                  <a:cubicBezTo>
                    <a:pt x="352" y="19"/>
                    <a:pt x="292" y="19"/>
                    <a:pt x="257" y="19"/>
                  </a:cubicBezTo>
                  <a:cubicBezTo>
                    <a:pt x="218" y="16"/>
                    <a:pt x="292" y="17"/>
                    <a:pt x="301" y="14"/>
                  </a:cubicBezTo>
                  <a:cubicBezTo>
                    <a:pt x="259" y="14"/>
                    <a:pt x="267" y="15"/>
                    <a:pt x="249" y="16"/>
                  </a:cubicBezTo>
                  <a:cubicBezTo>
                    <a:pt x="184" y="16"/>
                    <a:pt x="115" y="20"/>
                    <a:pt x="76" y="16"/>
                  </a:cubicBezTo>
                  <a:cubicBezTo>
                    <a:pt x="29" y="17"/>
                    <a:pt x="32" y="18"/>
                    <a:pt x="5" y="20"/>
                  </a:cubicBezTo>
                  <a:cubicBezTo>
                    <a:pt x="0" y="23"/>
                    <a:pt x="75" y="21"/>
                    <a:pt x="93" y="23"/>
                  </a:cubicBezTo>
                  <a:cubicBezTo>
                    <a:pt x="89" y="23"/>
                    <a:pt x="82" y="23"/>
                    <a:pt x="84" y="22"/>
                  </a:cubicBezTo>
                  <a:lnTo>
                    <a:pt x="125" y="23"/>
                  </a:lnTo>
                  <a:cubicBezTo>
                    <a:pt x="86" y="22"/>
                    <a:pt x="130" y="20"/>
                    <a:pt x="151" y="20"/>
                  </a:cubicBezTo>
                  <a:cubicBezTo>
                    <a:pt x="165" y="20"/>
                    <a:pt x="195" y="19"/>
                    <a:pt x="191" y="20"/>
                  </a:cubicBezTo>
                  <a:lnTo>
                    <a:pt x="168" y="21"/>
                  </a:lnTo>
                  <a:cubicBezTo>
                    <a:pt x="198" y="22"/>
                    <a:pt x="233" y="19"/>
                    <a:pt x="264" y="20"/>
                  </a:cubicBezTo>
                  <a:cubicBezTo>
                    <a:pt x="265" y="21"/>
                    <a:pt x="254" y="21"/>
                    <a:pt x="252" y="22"/>
                  </a:cubicBezTo>
                  <a:cubicBezTo>
                    <a:pt x="286" y="20"/>
                    <a:pt x="320" y="20"/>
                    <a:pt x="371" y="18"/>
                  </a:cubicBezTo>
                  <a:lnTo>
                    <a:pt x="341" y="21"/>
                  </a:lnTo>
                  <a:cubicBezTo>
                    <a:pt x="382" y="18"/>
                    <a:pt x="475" y="19"/>
                    <a:pt x="539" y="20"/>
                  </a:cubicBezTo>
                  <a:cubicBezTo>
                    <a:pt x="532" y="20"/>
                    <a:pt x="519" y="19"/>
                    <a:pt x="527" y="19"/>
                  </a:cubicBezTo>
                  <a:cubicBezTo>
                    <a:pt x="564" y="18"/>
                    <a:pt x="593" y="20"/>
                    <a:pt x="575" y="21"/>
                  </a:cubicBezTo>
                  <a:cubicBezTo>
                    <a:pt x="612" y="19"/>
                    <a:pt x="716" y="23"/>
                    <a:pt x="766" y="20"/>
                  </a:cubicBezTo>
                  <a:lnTo>
                    <a:pt x="996" y="5"/>
                  </a:lnTo>
                  <a:cubicBezTo>
                    <a:pt x="988" y="5"/>
                    <a:pt x="978" y="6"/>
                    <a:pt x="969" y="6"/>
                  </a:cubicBezTo>
                  <a:cubicBezTo>
                    <a:pt x="948" y="3"/>
                    <a:pt x="937" y="4"/>
                    <a:pt x="973" y="1"/>
                  </a:cubicBezTo>
                  <a:cubicBezTo>
                    <a:pt x="937" y="3"/>
                    <a:pt x="951" y="5"/>
                    <a:pt x="897" y="5"/>
                  </a:cubicBezTo>
                  <a:cubicBezTo>
                    <a:pt x="918" y="3"/>
                    <a:pt x="924" y="0"/>
                    <a:pt x="872" y="0"/>
                  </a:cubicBezTo>
                  <a:cubicBezTo>
                    <a:pt x="742" y="3"/>
                    <a:pt x="656" y="10"/>
                    <a:pt x="535" y="14"/>
                  </a:cubicBezTo>
                  <a:cubicBezTo>
                    <a:pt x="530" y="12"/>
                    <a:pt x="435" y="13"/>
                    <a:pt x="389" y="13"/>
                  </a:cubicBezTo>
                  <a:cubicBezTo>
                    <a:pt x="406" y="11"/>
                    <a:pt x="441" y="10"/>
                    <a:pt x="476" y="9"/>
                  </a:cubicBezTo>
                  <a:lnTo>
                    <a:pt x="387" y="9"/>
                  </a:lnTo>
                  <a:lnTo>
                    <a:pt x="375" y="1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0" name="Freeform 19"/>
            <p:cNvSpPr>
              <a:spLocks/>
            </p:cNvSpPr>
            <p:nvPr/>
          </p:nvSpPr>
          <p:spPr bwMode="invGray">
            <a:xfrm>
              <a:off x="1995487" y="2822575"/>
              <a:ext cx="20638" cy="0"/>
            </a:xfrm>
            <a:custGeom>
              <a:avLst/>
              <a:gdLst>
                <a:gd name="T0" fmla="*/ 10 w 10"/>
                <a:gd name="T1" fmla="*/ 10 w 10"/>
                <a:gd name="T2" fmla="*/ 0 w 10"/>
                <a:gd name="T3" fmla="*/ 10 w 10"/>
              </a:gdLst>
              <a:ahLst/>
              <a:cxnLst>
                <a:cxn ang="0">
                  <a:pos x="T0" y="0"/>
                </a:cxn>
                <a:cxn ang="0">
                  <a:pos x="T1" y="0"/>
                </a:cxn>
                <a:cxn ang="0">
                  <a:pos x="T2" y="0"/>
                </a:cxn>
                <a:cxn ang="0">
                  <a:pos x="T3" y="0"/>
                </a:cxn>
              </a:cxnLst>
              <a:rect l="0" t="0" r="r" b="b"/>
              <a:pathLst>
                <a:path w="10">
                  <a:moveTo>
                    <a:pt x="10" y="0"/>
                  </a:moveTo>
                  <a:lnTo>
                    <a:pt x="10" y="0"/>
                  </a:lnTo>
                  <a:lnTo>
                    <a:pt x="0" y="0"/>
                  </a:lnTo>
                  <a:cubicBezTo>
                    <a:pt x="1" y="0"/>
                    <a:pt x="4" y="0"/>
                    <a:pt x="1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1" name="Freeform 20"/>
            <p:cNvSpPr>
              <a:spLocks/>
            </p:cNvSpPr>
            <p:nvPr/>
          </p:nvSpPr>
          <p:spPr bwMode="invGray">
            <a:xfrm>
              <a:off x="1630362" y="2830513"/>
              <a:ext cx="22225" cy="0"/>
            </a:xfrm>
            <a:custGeom>
              <a:avLst/>
              <a:gdLst>
                <a:gd name="T0" fmla="*/ 11 w 12"/>
                <a:gd name="T1" fmla="*/ 11 w 12"/>
                <a:gd name="T2" fmla="*/ 12 w 12"/>
                <a:gd name="T3" fmla="*/ 0 w 12"/>
                <a:gd name="T4" fmla="*/ 11 w 12"/>
              </a:gdLst>
              <a:ahLst/>
              <a:cxnLst>
                <a:cxn ang="0">
                  <a:pos x="T0" y="0"/>
                </a:cxn>
                <a:cxn ang="0">
                  <a:pos x="T1" y="0"/>
                </a:cxn>
                <a:cxn ang="0">
                  <a:pos x="T2" y="0"/>
                </a:cxn>
                <a:cxn ang="0">
                  <a:pos x="T3" y="0"/>
                </a:cxn>
                <a:cxn ang="0">
                  <a:pos x="T4" y="0"/>
                </a:cxn>
              </a:cxnLst>
              <a:rect l="0" t="0" r="r" b="b"/>
              <a:pathLst>
                <a:path w="12">
                  <a:moveTo>
                    <a:pt x="11" y="0"/>
                  </a:moveTo>
                  <a:lnTo>
                    <a:pt x="11" y="0"/>
                  </a:lnTo>
                  <a:cubicBezTo>
                    <a:pt x="12" y="0"/>
                    <a:pt x="11" y="0"/>
                    <a:pt x="12" y="0"/>
                  </a:cubicBezTo>
                  <a:lnTo>
                    <a:pt x="0" y="0"/>
                  </a:lnTo>
                  <a:lnTo>
                    <a:pt x="1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2" name="Freeform 21"/>
            <p:cNvSpPr>
              <a:spLocks/>
            </p:cNvSpPr>
            <p:nvPr/>
          </p:nvSpPr>
          <p:spPr bwMode="invGray">
            <a:xfrm>
              <a:off x="2651125" y="2798763"/>
              <a:ext cx="46038" cy="1587"/>
            </a:xfrm>
            <a:custGeom>
              <a:avLst/>
              <a:gdLst>
                <a:gd name="T0" fmla="*/ 3 w 24"/>
                <a:gd name="T1" fmla="*/ 1 h 1"/>
                <a:gd name="T2" fmla="*/ 3 w 24"/>
                <a:gd name="T3" fmla="*/ 1 h 1"/>
                <a:gd name="T4" fmla="*/ 24 w 24"/>
                <a:gd name="T5" fmla="*/ 0 h 1"/>
                <a:gd name="T6" fmla="*/ 8 w 24"/>
                <a:gd name="T7" fmla="*/ 1 h 1"/>
                <a:gd name="T8" fmla="*/ 3 w 24"/>
                <a:gd name="T9" fmla="*/ 1 h 1"/>
              </a:gdLst>
              <a:ahLst/>
              <a:cxnLst>
                <a:cxn ang="0">
                  <a:pos x="T0" y="T1"/>
                </a:cxn>
                <a:cxn ang="0">
                  <a:pos x="T2" y="T3"/>
                </a:cxn>
                <a:cxn ang="0">
                  <a:pos x="T4" y="T5"/>
                </a:cxn>
                <a:cxn ang="0">
                  <a:pos x="T6" y="T7"/>
                </a:cxn>
                <a:cxn ang="0">
                  <a:pos x="T8" y="T9"/>
                </a:cxn>
              </a:cxnLst>
              <a:rect l="0" t="0" r="r" b="b"/>
              <a:pathLst>
                <a:path w="24" h="1">
                  <a:moveTo>
                    <a:pt x="3" y="1"/>
                  </a:moveTo>
                  <a:lnTo>
                    <a:pt x="3" y="1"/>
                  </a:lnTo>
                  <a:lnTo>
                    <a:pt x="24" y="0"/>
                  </a:lnTo>
                  <a:lnTo>
                    <a:pt x="8" y="1"/>
                  </a:lnTo>
                  <a:cubicBezTo>
                    <a:pt x="2" y="1"/>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3" name="Freeform 22"/>
            <p:cNvSpPr>
              <a:spLocks/>
            </p:cNvSpPr>
            <p:nvPr/>
          </p:nvSpPr>
          <p:spPr bwMode="invGray">
            <a:xfrm>
              <a:off x="2698750" y="2809875"/>
              <a:ext cx="19050" cy="1587"/>
            </a:xfrm>
            <a:custGeom>
              <a:avLst/>
              <a:gdLst>
                <a:gd name="T0" fmla="*/ 4 w 10"/>
                <a:gd name="T1" fmla="*/ 0 h 1"/>
                <a:gd name="T2" fmla="*/ 4 w 10"/>
                <a:gd name="T3" fmla="*/ 0 h 1"/>
                <a:gd name="T4" fmla="*/ 0 w 10"/>
                <a:gd name="T5" fmla="*/ 1 h 1"/>
                <a:gd name="T6" fmla="*/ 9 w 10"/>
                <a:gd name="T7" fmla="*/ 1 h 1"/>
                <a:gd name="T8" fmla="*/ 4 w 10"/>
                <a:gd name="T9" fmla="*/ 0 h 1"/>
              </a:gdLst>
              <a:ahLst/>
              <a:cxnLst>
                <a:cxn ang="0">
                  <a:pos x="T0" y="T1"/>
                </a:cxn>
                <a:cxn ang="0">
                  <a:pos x="T2" y="T3"/>
                </a:cxn>
                <a:cxn ang="0">
                  <a:pos x="T4" y="T5"/>
                </a:cxn>
                <a:cxn ang="0">
                  <a:pos x="T6" y="T7"/>
                </a:cxn>
                <a:cxn ang="0">
                  <a:pos x="T8" y="T9"/>
                </a:cxn>
              </a:cxnLst>
              <a:rect l="0" t="0" r="r" b="b"/>
              <a:pathLst>
                <a:path w="10" h="1">
                  <a:moveTo>
                    <a:pt x="4" y="0"/>
                  </a:moveTo>
                  <a:lnTo>
                    <a:pt x="4" y="0"/>
                  </a:lnTo>
                  <a:lnTo>
                    <a:pt x="0" y="1"/>
                  </a:lnTo>
                  <a:lnTo>
                    <a:pt x="9" y="1"/>
                  </a:lnTo>
                  <a:cubicBezTo>
                    <a:pt x="10" y="0"/>
                    <a:pt x="9" y="0"/>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4" name="Freeform 23"/>
            <p:cNvSpPr>
              <a:spLocks/>
            </p:cNvSpPr>
            <p:nvPr/>
          </p:nvSpPr>
          <p:spPr bwMode="invGray">
            <a:xfrm>
              <a:off x="469900" y="2800350"/>
              <a:ext cx="23813" cy="3175"/>
            </a:xfrm>
            <a:custGeom>
              <a:avLst/>
              <a:gdLst>
                <a:gd name="T0" fmla="*/ 13 w 13"/>
                <a:gd name="T1" fmla="*/ 0 h 1"/>
                <a:gd name="T2" fmla="*/ 13 w 13"/>
                <a:gd name="T3" fmla="*/ 0 h 1"/>
                <a:gd name="T4" fmla="*/ 0 w 13"/>
                <a:gd name="T5" fmla="*/ 1 h 1"/>
                <a:gd name="T6" fmla="*/ 13 w 13"/>
                <a:gd name="T7" fmla="*/ 0 h 1"/>
              </a:gdLst>
              <a:ahLst/>
              <a:cxnLst>
                <a:cxn ang="0">
                  <a:pos x="T0" y="T1"/>
                </a:cxn>
                <a:cxn ang="0">
                  <a:pos x="T2" y="T3"/>
                </a:cxn>
                <a:cxn ang="0">
                  <a:pos x="T4" y="T5"/>
                </a:cxn>
                <a:cxn ang="0">
                  <a:pos x="T6" y="T7"/>
                </a:cxn>
              </a:cxnLst>
              <a:rect l="0" t="0" r="r" b="b"/>
              <a:pathLst>
                <a:path w="13" h="1">
                  <a:moveTo>
                    <a:pt x="13" y="0"/>
                  </a:moveTo>
                  <a:lnTo>
                    <a:pt x="13" y="0"/>
                  </a:lnTo>
                  <a:lnTo>
                    <a:pt x="0" y="1"/>
                  </a:lnTo>
                  <a:cubicBezTo>
                    <a:pt x="8" y="1"/>
                    <a:pt x="11" y="1"/>
                    <a:pt x="1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5" name="Freeform 24"/>
            <p:cNvSpPr>
              <a:spLocks/>
            </p:cNvSpPr>
            <p:nvPr/>
          </p:nvSpPr>
          <p:spPr bwMode="invGray">
            <a:xfrm>
              <a:off x="998537" y="2811463"/>
              <a:ext cx="1076325" cy="20637"/>
            </a:xfrm>
            <a:custGeom>
              <a:avLst/>
              <a:gdLst>
                <a:gd name="T0" fmla="*/ 85 w 561"/>
                <a:gd name="T1" fmla="*/ 9 h 9"/>
                <a:gd name="T2" fmla="*/ 85 w 561"/>
                <a:gd name="T3" fmla="*/ 9 h 9"/>
                <a:gd name="T4" fmla="*/ 154 w 561"/>
                <a:gd name="T5" fmla="*/ 6 h 9"/>
                <a:gd name="T6" fmla="*/ 135 w 561"/>
                <a:gd name="T7" fmla="*/ 6 h 9"/>
                <a:gd name="T8" fmla="*/ 314 w 561"/>
                <a:gd name="T9" fmla="*/ 5 h 9"/>
                <a:gd name="T10" fmla="*/ 341 w 561"/>
                <a:gd name="T11" fmla="*/ 8 h 9"/>
                <a:gd name="T12" fmla="*/ 433 w 561"/>
                <a:gd name="T13" fmla="*/ 5 h 9"/>
                <a:gd name="T14" fmla="*/ 520 w 561"/>
                <a:gd name="T15" fmla="*/ 5 h 9"/>
                <a:gd name="T16" fmla="*/ 490 w 561"/>
                <a:gd name="T17" fmla="*/ 3 h 9"/>
                <a:gd name="T18" fmla="*/ 498 w 561"/>
                <a:gd name="T19" fmla="*/ 2 h 9"/>
                <a:gd name="T20" fmla="*/ 395 w 561"/>
                <a:gd name="T21" fmla="*/ 3 h 9"/>
                <a:gd name="T22" fmla="*/ 411 w 561"/>
                <a:gd name="T23" fmla="*/ 1 h 9"/>
                <a:gd name="T24" fmla="*/ 261 w 561"/>
                <a:gd name="T25" fmla="*/ 4 h 9"/>
                <a:gd name="T26" fmla="*/ 210 w 561"/>
                <a:gd name="T27" fmla="*/ 3 h 9"/>
                <a:gd name="T28" fmla="*/ 1 w 561"/>
                <a:gd name="T29" fmla="*/ 7 h 9"/>
                <a:gd name="T30" fmla="*/ 85 w 561"/>
                <a:gd name="T31" fmla="*/ 6 h 9"/>
                <a:gd name="T32" fmla="*/ 85 w 561"/>
                <a:gd name="T33" fmla="*/ 9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1" h="9">
                  <a:moveTo>
                    <a:pt x="85" y="9"/>
                  </a:moveTo>
                  <a:lnTo>
                    <a:pt x="85" y="9"/>
                  </a:lnTo>
                  <a:cubicBezTo>
                    <a:pt x="130" y="9"/>
                    <a:pt x="90" y="6"/>
                    <a:pt x="154" y="6"/>
                  </a:cubicBezTo>
                  <a:lnTo>
                    <a:pt x="135" y="6"/>
                  </a:lnTo>
                  <a:cubicBezTo>
                    <a:pt x="180" y="5"/>
                    <a:pt x="260" y="5"/>
                    <a:pt x="314" y="5"/>
                  </a:cubicBezTo>
                  <a:cubicBezTo>
                    <a:pt x="308" y="6"/>
                    <a:pt x="347" y="6"/>
                    <a:pt x="341" y="8"/>
                  </a:cubicBezTo>
                  <a:cubicBezTo>
                    <a:pt x="377" y="8"/>
                    <a:pt x="414" y="7"/>
                    <a:pt x="433" y="5"/>
                  </a:cubicBezTo>
                  <a:cubicBezTo>
                    <a:pt x="456" y="6"/>
                    <a:pt x="491" y="4"/>
                    <a:pt x="520" y="5"/>
                  </a:cubicBezTo>
                  <a:cubicBezTo>
                    <a:pt x="507" y="4"/>
                    <a:pt x="561" y="1"/>
                    <a:pt x="490" y="3"/>
                  </a:cubicBezTo>
                  <a:cubicBezTo>
                    <a:pt x="496" y="3"/>
                    <a:pt x="492" y="2"/>
                    <a:pt x="498" y="2"/>
                  </a:cubicBezTo>
                  <a:cubicBezTo>
                    <a:pt x="452" y="1"/>
                    <a:pt x="434" y="3"/>
                    <a:pt x="395" y="3"/>
                  </a:cubicBezTo>
                  <a:cubicBezTo>
                    <a:pt x="372" y="2"/>
                    <a:pt x="433" y="2"/>
                    <a:pt x="411" y="1"/>
                  </a:cubicBezTo>
                  <a:cubicBezTo>
                    <a:pt x="362" y="2"/>
                    <a:pt x="258" y="0"/>
                    <a:pt x="261" y="4"/>
                  </a:cubicBezTo>
                  <a:cubicBezTo>
                    <a:pt x="225" y="5"/>
                    <a:pt x="220" y="4"/>
                    <a:pt x="210" y="3"/>
                  </a:cubicBezTo>
                  <a:cubicBezTo>
                    <a:pt x="153" y="7"/>
                    <a:pt x="0" y="1"/>
                    <a:pt x="1" y="7"/>
                  </a:cubicBezTo>
                  <a:cubicBezTo>
                    <a:pt x="21" y="7"/>
                    <a:pt x="55" y="7"/>
                    <a:pt x="85" y="6"/>
                  </a:cubicBezTo>
                  <a:lnTo>
                    <a:pt x="85" y="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6" name="Freeform 25"/>
            <p:cNvSpPr>
              <a:spLocks/>
            </p:cNvSpPr>
            <p:nvPr/>
          </p:nvSpPr>
          <p:spPr bwMode="invGray">
            <a:xfrm>
              <a:off x="2495550" y="2803525"/>
              <a:ext cx="17463" cy="0"/>
            </a:xfrm>
            <a:custGeom>
              <a:avLst/>
              <a:gdLst>
                <a:gd name="T0" fmla="*/ 9 w 9"/>
                <a:gd name="T1" fmla="*/ 9 w 9"/>
                <a:gd name="T2" fmla="*/ 0 w 9"/>
                <a:gd name="T3" fmla="*/ 9 w 9"/>
              </a:gdLst>
              <a:ahLst/>
              <a:cxnLst>
                <a:cxn ang="0">
                  <a:pos x="T0" y="0"/>
                </a:cxn>
                <a:cxn ang="0">
                  <a:pos x="T1" y="0"/>
                </a:cxn>
                <a:cxn ang="0">
                  <a:pos x="T2" y="0"/>
                </a:cxn>
                <a:cxn ang="0">
                  <a:pos x="T3" y="0"/>
                </a:cxn>
              </a:cxnLst>
              <a:rect l="0" t="0" r="r" b="b"/>
              <a:pathLst>
                <a:path w="9">
                  <a:moveTo>
                    <a:pt x="9" y="0"/>
                  </a:moveTo>
                  <a:lnTo>
                    <a:pt x="9" y="0"/>
                  </a:lnTo>
                  <a:lnTo>
                    <a:pt x="0" y="0"/>
                  </a:lnTo>
                  <a:lnTo>
                    <a:pt x="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7" name="Freeform 26"/>
            <p:cNvSpPr>
              <a:spLocks noEditPoints="1"/>
            </p:cNvSpPr>
            <p:nvPr/>
          </p:nvSpPr>
          <p:spPr bwMode="invGray">
            <a:xfrm>
              <a:off x="2538412" y="2816225"/>
              <a:ext cx="1057275" cy="31750"/>
            </a:xfrm>
            <a:custGeom>
              <a:avLst/>
              <a:gdLst>
                <a:gd name="T0" fmla="*/ 495 w 551"/>
                <a:gd name="T1" fmla="*/ 10 h 14"/>
                <a:gd name="T2" fmla="*/ 495 w 551"/>
                <a:gd name="T3" fmla="*/ 10 h 14"/>
                <a:gd name="T4" fmla="*/ 461 w 551"/>
                <a:gd name="T5" fmla="*/ 9 h 14"/>
                <a:gd name="T6" fmla="*/ 495 w 551"/>
                <a:gd name="T7" fmla="*/ 10 h 14"/>
                <a:gd name="T8" fmla="*/ 551 w 551"/>
                <a:gd name="T9" fmla="*/ 9 h 14"/>
                <a:gd name="T10" fmla="*/ 551 w 551"/>
                <a:gd name="T11" fmla="*/ 9 h 14"/>
                <a:gd name="T12" fmla="*/ 532 w 551"/>
                <a:gd name="T13" fmla="*/ 13 h 14"/>
                <a:gd name="T14" fmla="*/ 294 w 551"/>
                <a:gd name="T15" fmla="*/ 13 h 14"/>
                <a:gd name="T16" fmla="*/ 304 w 551"/>
                <a:gd name="T17" fmla="*/ 12 h 14"/>
                <a:gd name="T18" fmla="*/ 93 w 551"/>
                <a:gd name="T19" fmla="*/ 14 h 14"/>
                <a:gd name="T20" fmla="*/ 38 w 551"/>
                <a:gd name="T21" fmla="*/ 12 h 14"/>
                <a:gd name="T22" fmla="*/ 4 w 551"/>
                <a:gd name="T23" fmla="*/ 12 h 14"/>
                <a:gd name="T24" fmla="*/ 31 w 551"/>
                <a:gd name="T25" fmla="*/ 11 h 14"/>
                <a:gd name="T26" fmla="*/ 16 w 551"/>
                <a:gd name="T27" fmla="*/ 11 h 14"/>
                <a:gd name="T28" fmla="*/ 73 w 551"/>
                <a:gd name="T29" fmla="*/ 6 h 14"/>
                <a:gd name="T30" fmla="*/ 39 w 551"/>
                <a:gd name="T31" fmla="*/ 10 h 14"/>
                <a:gd name="T32" fmla="*/ 62 w 551"/>
                <a:gd name="T33" fmla="*/ 8 h 14"/>
                <a:gd name="T34" fmla="*/ 90 w 551"/>
                <a:gd name="T35" fmla="*/ 10 h 14"/>
                <a:gd name="T36" fmla="*/ 157 w 551"/>
                <a:gd name="T37" fmla="*/ 9 h 14"/>
                <a:gd name="T38" fmla="*/ 193 w 551"/>
                <a:gd name="T39" fmla="*/ 11 h 14"/>
                <a:gd name="T40" fmla="*/ 215 w 551"/>
                <a:gd name="T41" fmla="*/ 8 h 14"/>
                <a:gd name="T42" fmla="*/ 280 w 551"/>
                <a:gd name="T43" fmla="*/ 8 h 14"/>
                <a:gd name="T44" fmla="*/ 373 w 551"/>
                <a:gd name="T45" fmla="*/ 0 h 14"/>
                <a:gd name="T46" fmla="*/ 452 w 551"/>
                <a:gd name="T47" fmla="*/ 6 h 14"/>
                <a:gd name="T48" fmla="*/ 329 w 551"/>
                <a:gd name="T49" fmla="*/ 7 h 14"/>
                <a:gd name="T50" fmla="*/ 282 w 551"/>
                <a:gd name="T51" fmla="*/ 11 h 14"/>
                <a:gd name="T52" fmla="*/ 389 w 551"/>
                <a:gd name="T53" fmla="*/ 9 h 14"/>
                <a:gd name="T54" fmla="*/ 377 w 551"/>
                <a:gd name="T55" fmla="*/ 10 h 14"/>
                <a:gd name="T56" fmla="*/ 494 w 551"/>
                <a:gd name="T57" fmla="*/ 8 h 14"/>
                <a:gd name="T58" fmla="*/ 510 w 551"/>
                <a:gd name="T59" fmla="*/ 9 h 14"/>
                <a:gd name="T60" fmla="*/ 551 w 551"/>
                <a:gd name="T6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51" h="14">
                  <a:moveTo>
                    <a:pt x="495" y="10"/>
                  </a:moveTo>
                  <a:lnTo>
                    <a:pt x="495" y="10"/>
                  </a:lnTo>
                  <a:lnTo>
                    <a:pt x="461" y="9"/>
                  </a:lnTo>
                  <a:cubicBezTo>
                    <a:pt x="469" y="10"/>
                    <a:pt x="482" y="10"/>
                    <a:pt x="495" y="10"/>
                  </a:cubicBezTo>
                  <a:close/>
                  <a:moveTo>
                    <a:pt x="551" y="9"/>
                  </a:moveTo>
                  <a:lnTo>
                    <a:pt x="551" y="9"/>
                  </a:lnTo>
                  <a:lnTo>
                    <a:pt x="532" y="13"/>
                  </a:lnTo>
                  <a:cubicBezTo>
                    <a:pt x="425" y="14"/>
                    <a:pt x="387" y="13"/>
                    <a:pt x="294" y="13"/>
                  </a:cubicBezTo>
                  <a:cubicBezTo>
                    <a:pt x="287" y="12"/>
                    <a:pt x="298" y="12"/>
                    <a:pt x="304" y="12"/>
                  </a:cubicBezTo>
                  <a:cubicBezTo>
                    <a:pt x="238" y="13"/>
                    <a:pt x="140" y="12"/>
                    <a:pt x="93" y="14"/>
                  </a:cubicBezTo>
                  <a:cubicBezTo>
                    <a:pt x="72" y="14"/>
                    <a:pt x="17" y="13"/>
                    <a:pt x="38" y="12"/>
                  </a:cubicBezTo>
                  <a:cubicBezTo>
                    <a:pt x="28" y="12"/>
                    <a:pt x="16" y="12"/>
                    <a:pt x="4" y="12"/>
                  </a:cubicBezTo>
                  <a:cubicBezTo>
                    <a:pt x="1" y="11"/>
                    <a:pt x="30" y="12"/>
                    <a:pt x="31" y="11"/>
                  </a:cubicBezTo>
                  <a:cubicBezTo>
                    <a:pt x="22" y="11"/>
                    <a:pt x="18" y="10"/>
                    <a:pt x="16" y="11"/>
                  </a:cubicBezTo>
                  <a:cubicBezTo>
                    <a:pt x="32" y="10"/>
                    <a:pt x="0" y="6"/>
                    <a:pt x="73" y="6"/>
                  </a:cubicBezTo>
                  <a:cubicBezTo>
                    <a:pt x="101" y="9"/>
                    <a:pt x="22" y="7"/>
                    <a:pt x="39" y="10"/>
                  </a:cubicBezTo>
                  <a:cubicBezTo>
                    <a:pt x="63" y="10"/>
                    <a:pt x="60" y="9"/>
                    <a:pt x="62" y="8"/>
                  </a:cubicBezTo>
                  <a:cubicBezTo>
                    <a:pt x="93" y="8"/>
                    <a:pt x="92" y="9"/>
                    <a:pt x="90" y="10"/>
                  </a:cubicBezTo>
                  <a:cubicBezTo>
                    <a:pt x="102" y="9"/>
                    <a:pt x="141" y="10"/>
                    <a:pt x="157" y="9"/>
                  </a:cubicBezTo>
                  <a:cubicBezTo>
                    <a:pt x="216" y="8"/>
                    <a:pt x="154" y="11"/>
                    <a:pt x="193" y="11"/>
                  </a:cubicBezTo>
                  <a:lnTo>
                    <a:pt x="215" y="8"/>
                  </a:lnTo>
                  <a:lnTo>
                    <a:pt x="280" y="8"/>
                  </a:lnTo>
                  <a:cubicBezTo>
                    <a:pt x="373" y="7"/>
                    <a:pt x="266" y="2"/>
                    <a:pt x="373" y="0"/>
                  </a:cubicBezTo>
                  <a:cubicBezTo>
                    <a:pt x="359" y="2"/>
                    <a:pt x="402" y="5"/>
                    <a:pt x="452" y="6"/>
                  </a:cubicBezTo>
                  <a:cubicBezTo>
                    <a:pt x="422" y="6"/>
                    <a:pt x="367" y="8"/>
                    <a:pt x="329" y="7"/>
                  </a:cubicBezTo>
                  <a:cubicBezTo>
                    <a:pt x="383" y="10"/>
                    <a:pt x="254" y="8"/>
                    <a:pt x="282" y="11"/>
                  </a:cubicBezTo>
                  <a:cubicBezTo>
                    <a:pt x="309" y="9"/>
                    <a:pt x="354" y="9"/>
                    <a:pt x="389" y="9"/>
                  </a:cubicBezTo>
                  <a:lnTo>
                    <a:pt x="377" y="10"/>
                  </a:lnTo>
                  <a:cubicBezTo>
                    <a:pt x="414" y="10"/>
                    <a:pt x="442" y="7"/>
                    <a:pt x="494" y="8"/>
                  </a:cubicBezTo>
                  <a:cubicBezTo>
                    <a:pt x="519" y="8"/>
                    <a:pt x="514" y="9"/>
                    <a:pt x="510" y="9"/>
                  </a:cubicBezTo>
                  <a:cubicBezTo>
                    <a:pt x="531" y="9"/>
                    <a:pt x="551" y="8"/>
                    <a:pt x="551"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8" name="Freeform 27"/>
            <p:cNvSpPr>
              <a:spLocks/>
            </p:cNvSpPr>
            <p:nvPr/>
          </p:nvSpPr>
          <p:spPr bwMode="invGray">
            <a:xfrm>
              <a:off x="11777663" y="2757488"/>
              <a:ext cx="19050" cy="3175"/>
            </a:xfrm>
            <a:custGeom>
              <a:avLst/>
              <a:gdLst>
                <a:gd name="T0" fmla="*/ 0 w 10"/>
                <a:gd name="T1" fmla="*/ 0 h 1"/>
                <a:gd name="T2" fmla="*/ 0 w 10"/>
                <a:gd name="T3" fmla="*/ 0 h 1"/>
                <a:gd name="T4" fmla="*/ 10 w 10"/>
                <a:gd name="T5" fmla="*/ 1 h 1"/>
                <a:gd name="T6" fmla="*/ 0 w 10"/>
                <a:gd name="T7" fmla="*/ 0 h 1"/>
              </a:gdLst>
              <a:ahLst/>
              <a:cxnLst>
                <a:cxn ang="0">
                  <a:pos x="T0" y="T1"/>
                </a:cxn>
                <a:cxn ang="0">
                  <a:pos x="T2" y="T3"/>
                </a:cxn>
                <a:cxn ang="0">
                  <a:pos x="T4" y="T5"/>
                </a:cxn>
                <a:cxn ang="0">
                  <a:pos x="T6" y="T7"/>
                </a:cxn>
              </a:cxnLst>
              <a:rect l="0" t="0" r="r" b="b"/>
              <a:pathLst>
                <a:path w="10" h="1">
                  <a:moveTo>
                    <a:pt x="0" y="0"/>
                  </a:moveTo>
                  <a:lnTo>
                    <a:pt x="0" y="0"/>
                  </a:lnTo>
                  <a:lnTo>
                    <a:pt x="10" y="1"/>
                  </a:lnTo>
                  <a:cubicBezTo>
                    <a:pt x="8" y="1"/>
                    <a:pt x="4"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9" name="Freeform 28"/>
            <p:cNvSpPr>
              <a:spLocks/>
            </p:cNvSpPr>
            <p:nvPr/>
          </p:nvSpPr>
          <p:spPr bwMode="invGray">
            <a:xfrm>
              <a:off x="5983288" y="2741613"/>
              <a:ext cx="38100" cy="0"/>
            </a:xfrm>
            <a:custGeom>
              <a:avLst/>
              <a:gdLst>
                <a:gd name="T0" fmla="*/ 0 w 20"/>
                <a:gd name="T1" fmla="*/ 0 w 20"/>
                <a:gd name="T2" fmla="*/ 20 w 20"/>
                <a:gd name="T3" fmla="*/ 0 w 20"/>
              </a:gdLst>
              <a:ahLst/>
              <a:cxnLst>
                <a:cxn ang="0">
                  <a:pos x="T0" y="0"/>
                </a:cxn>
                <a:cxn ang="0">
                  <a:pos x="T1" y="0"/>
                </a:cxn>
                <a:cxn ang="0">
                  <a:pos x="T2" y="0"/>
                </a:cxn>
                <a:cxn ang="0">
                  <a:pos x="T3" y="0"/>
                </a:cxn>
              </a:cxnLst>
              <a:rect l="0" t="0" r="r" b="b"/>
              <a:pathLst>
                <a:path w="20">
                  <a:moveTo>
                    <a:pt x="0" y="0"/>
                  </a:moveTo>
                  <a:lnTo>
                    <a:pt x="0" y="0"/>
                  </a:lnTo>
                  <a:lnTo>
                    <a:pt x="20"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0" name="Freeform 29"/>
            <p:cNvSpPr>
              <a:spLocks/>
            </p:cNvSpPr>
            <p:nvPr/>
          </p:nvSpPr>
          <p:spPr bwMode="invGray">
            <a:xfrm>
              <a:off x="6832600" y="2713038"/>
              <a:ext cx="53975" cy="1587"/>
            </a:xfrm>
            <a:custGeom>
              <a:avLst/>
              <a:gdLst>
                <a:gd name="T0" fmla="*/ 0 w 28"/>
                <a:gd name="T1" fmla="*/ 1 h 1"/>
                <a:gd name="T2" fmla="*/ 0 w 28"/>
                <a:gd name="T3" fmla="*/ 1 h 1"/>
                <a:gd name="T4" fmla="*/ 28 w 28"/>
                <a:gd name="T5" fmla="*/ 0 h 1"/>
                <a:gd name="T6" fmla="*/ 0 w 28"/>
                <a:gd name="T7" fmla="*/ 1 h 1"/>
              </a:gdLst>
              <a:ahLst/>
              <a:cxnLst>
                <a:cxn ang="0">
                  <a:pos x="T0" y="T1"/>
                </a:cxn>
                <a:cxn ang="0">
                  <a:pos x="T2" y="T3"/>
                </a:cxn>
                <a:cxn ang="0">
                  <a:pos x="T4" y="T5"/>
                </a:cxn>
                <a:cxn ang="0">
                  <a:pos x="T6" y="T7"/>
                </a:cxn>
              </a:cxnLst>
              <a:rect l="0" t="0" r="r" b="b"/>
              <a:pathLst>
                <a:path w="28" h="1">
                  <a:moveTo>
                    <a:pt x="0" y="1"/>
                  </a:moveTo>
                  <a:lnTo>
                    <a:pt x="0" y="1"/>
                  </a:lnTo>
                  <a:lnTo>
                    <a:pt x="28" y="0"/>
                  </a:lnTo>
                  <a:cubicBezTo>
                    <a:pt x="17" y="0"/>
                    <a:pt x="8"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1" name="Freeform 30"/>
            <p:cNvSpPr>
              <a:spLocks/>
            </p:cNvSpPr>
            <p:nvPr/>
          </p:nvSpPr>
          <p:spPr bwMode="invGray">
            <a:xfrm>
              <a:off x="11317288" y="2755900"/>
              <a:ext cx="9525" cy="0"/>
            </a:xfrm>
            <a:custGeom>
              <a:avLst/>
              <a:gdLst>
                <a:gd name="T0" fmla="*/ 5 w 5"/>
                <a:gd name="T1" fmla="*/ 5 w 5"/>
                <a:gd name="T2" fmla="*/ 4 w 5"/>
                <a:gd name="T3" fmla="*/ 0 w 5"/>
                <a:gd name="T4" fmla="*/ 5 w 5"/>
              </a:gdLst>
              <a:ahLst/>
              <a:cxnLst>
                <a:cxn ang="0">
                  <a:pos x="T0" y="0"/>
                </a:cxn>
                <a:cxn ang="0">
                  <a:pos x="T1" y="0"/>
                </a:cxn>
                <a:cxn ang="0">
                  <a:pos x="T2" y="0"/>
                </a:cxn>
                <a:cxn ang="0">
                  <a:pos x="T3" y="0"/>
                </a:cxn>
                <a:cxn ang="0">
                  <a:pos x="T4" y="0"/>
                </a:cxn>
              </a:cxnLst>
              <a:rect l="0" t="0" r="r" b="b"/>
              <a:pathLst>
                <a:path w="5">
                  <a:moveTo>
                    <a:pt x="5" y="0"/>
                  </a:moveTo>
                  <a:lnTo>
                    <a:pt x="5" y="0"/>
                  </a:lnTo>
                  <a:lnTo>
                    <a:pt x="4" y="0"/>
                  </a:lnTo>
                  <a:lnTo>
                    <a:pt x="0" y="0"/>
                  </a:lnTo>
                  <a:lnTo>
                    <a:pt x="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2" name="Freeform 31"/>
            <p:cNvSpPr>
              <a:spLocks/>
            </p:cNvSpPr>
            <p:nvPr/>
          </p:nvSpPr>
          <p:spPr bwMode="invGray">
            <a:xfrm>
              <a:off x="8534400" y="2735263"/>
              <a:ext cx="30163" cy="0"/>
            </a:xfrm>
            <a:custGeom>
              <a:avLst/>
              <a:gdLst>
                <a:gd name="T0" fmla="*/ 0 w 16"/>
                <a:gd name="T1" fmla="*/ 0 w 16"/>
                <a:gd name="T2" fmla="*/ 16 w 16"/>
                <a:gd name="T3" fmla="*/ 0 w 16"/>
              </a:gdLst>
              <a:ahLst/>
              <a:cxnLst>
                <a:cxn ang="0">
                  <a:pos x="T0" y="0"/>
                </a:cxn>
                <a:cxn ang="0">
                  <a:pos x="T1" y="0"/>
                </a:cxn>
                <a:cxn ang="0">
                  <a:pos x="T2" y="0"/>
                </a:cxn>
                <a:cxn ang="0">
                  <a:pos x="T3" y="0"/>
                </a:cxn>
              </a:cxnLst>
              <a:rect l="0" t="0" r="r" b="b"/>
              <a:pathLst>
                <a:path w="16">
                  <a:moveTo>
                    <a:pt x="0" y="0"/>
                  </a:moveTo>
                  <a:lnTo>
                    <a:pt x="0" y="0"/>
                  </a:lnTo>
                  <a:cubicBezTo>
                    <a:pt x="4" y="0"/>
                    <a:pt x="9" y="0"/>
                    <a:pt x="16" y="0"/>
                  </a:cubicBezTo>
                  <a:cubicBezTo>
                    <a:pt x="15" y="0"/>
                    <a:pt x="9"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3" name="Freeform 32"/>
            <p:cNvSpPr>
              <a:spLocks/>
            </p:cNvSpPr>
            <p:nvPr/>
          </p:nvSpPr>
          <p:spPr bwMode="invGray">
            <a:xfrm>
              <a:off x="6821488" y="2714625"/>
              <a:ext cx="9525" cy="0"/>
            </a:xfrm>
            <a:custGeom>
              <a:avLst/>
              <a:gdLst>
                <a:gd name="T0" fmla="*/ 0 w 5"/>
                <a:gd name="T1" fmla="*/ 0 w 5"/>
                <a:gd name="T2" fmla="*/ 2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2"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4" name="Freeform 33"/>
            <p:cNvSpPr>
              <a:spLocks/>
            </p:cNvSpPr>
            <p:nvPr/>
          </p:nvSpPr>
          <p:spPr bwMode="invGray">
            <a:xfrm>
              <a:off x="5583238" y="2719388"/>
              <a:ext cx="25400" cy="0"/>
            </a:xfrm>
            <a:custGeom>
              <a:avLst/>
              <a:gdLst>
                <a:gd name="T0" fmla="*/ 13 w 13"/>
                <a:gd name="T1" fmla="*/ 13 w 13"/>
                <a:gd name="T2" fmla="*/ 0 w 13"/>
                <a:gd name="T3" fmla="*/ 13 w 13"/>
              </a:gdLst>
              <a:ahLst/>
              <a:cxnLst>
                <a:cxn ang="0">
                  <a:pos x="T0" y="0"/>
                </a:cxn>
                <a:cxn ang="0">
                  <a:pos x="T1" y="0"/>
                </a:cxn>
                <a:cxn ang="0">
                  <a:pos x="T2" y="0"/>
                </a:cxn>
                <a:cxn ang="0">
                  <a:pos x="T3" y="0"/>
                </a:cxn>
              </a:cxnLst>
              <a:rect l="0" t="0" r="r" b="b"/>
              <a:pathLst>
                <a:path w="13">
                  <a:moveTo>
                    <a:pt x="13" y="0"/>
                  </a:moveTo>
                  <a:lnTo>
                    <a:pt x="13" y="0"/>
                  </a:lnTo>
                  <a:lnTo>
                    <a:pt x="0" y="0"/>
                  </a:lnTo>
                  <a:lnTo>
                    <a:pt x="1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5" name="Freeform 34"/>
            <p:cNvSpPr>
              <a:spLocks/>
            </p:cNvSpPr>
            <p:nvPr/>
          </p:nvSpPr>
          <p:spPr bwMode="invGray">
            <a:xfrm>
              <a:off x="5638800" y="2740025"/>
              <a:ext cx="23813" cy="1587"/>
            </a:xfrm>
            <a:custGeom>
              <a:avLst/>
              <a:gdLst>
                <a:gd name="T0" fmla="*/ 12 w 12"/>
                <a:gd name="T1" fmla="*/ 0 h 1"/>
                <a:gd name="T2" fmla="*/ 12 w 12"/>
                <a:gd name="T3" fmla="*/ 0 h 1"/>
                <a:gd name="T4" fmla="*/ 0 w 12"/>
                <a:gd name="T5" fmla="*/ 1 h 1"/>
                <a:gd name="T6" fmla="*/ 12 w 12"/>
                <a:gd name="T7" fmla="*/ 0 h 1"/>
              </a:gdLst>
              <a:ahLst/>
              <a:cxnLst>
                <a:cxn ang="0">
                  <a:pos x="T0" y="T1"/>
                </a:cxn>
                <a:cxn ang="0">
                  <a:pos x="T2" y="T3"/>
                </a:cxn>
                <a:cxn ang="0">
                  <a:pos x="T4" y="T5"/>
                </a:cxn>
                <a:cxn ang="0">
                  <a:pos x="T6" y="T7"/>
                </a:cxn>
              </a:cxnLst>
              <a:rect l="0" t="0" r="r" b="b"/>
              <a:pathLst>
                <a:path w="12" h="1">
                  <a:moveTo>
                    <a:pt x="12" y="0"/>
                  </a:moveTo>
                  <a:lnTo>
                    <a:pt x="12" y="0"/>
                  </a:lnTo>
                  <a:lnTo>
                    <a:pt x="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6" name="Freeform 35"/>
            <p:cNvSpPr>
              <a:spLocks/>
            </p:cNvSpPr>
            <p:nvPr/>
          </p:nvSpPr>
          <p:spPr bwMode="invGray">
            <a:xfrm>
              <a:off x="4303712" y="2728913"/>
              <a:ext cx="50800" cy="0"/>
            </a:xfrm>
            <a:custGeom>
              <a:avLst/>
              <a:gdLst>
                <a:gd name="T0" fmla="*/ 26 w 26"/>
                <a:gd name="T1" fmla="*/ 26 w 26"/>
                <a:gd name="T2" fmla="*/ 0 w 26"/>
                <a:gd name="T3" fmla="*/ 26 w 26"/>
              </a:gdLst>
              <a:ahLst/>
              <a:cxnLst>
                <a:cxn ang="0">
                  <a:pos x="T0" y="0"/>
                </a:cxn>
                <a:cxn ang="0">
                  <a:pos x="T1" y="0"/>
                </a:cxn>
                <a:cxn ang="0">
                  <a:pos x="T2" y="0"/>
                </a:cxn>
                <a:cxn ang="0">
                  <a:pos x="T3" y="0"/>
                </a:cxn>
              </a:cxnLst>
              <a:rect l="0" t="0" r="r" b="b"/>
              <a:pathLst>
                <a:path w="26">
                  <a:moveTo>
                    <a:pt x="26" y="0"/>
                  </a:moveTo>
                  <a:lnTo>
                    <a:pt x="26" y="0"/>
                  </a:lnTo>
                  <a:lnTo>
                    <a:pt x="0" y="0"/>
                  </a:lnTo>
                  <a:cubicBezTo>
                    <a:pt x="13" y="0"/>
                    <a:pt x="20" y="0"/>
                    <a:pt x="2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7" name="Freeform 36"/>
            <p:cNvSpPr>
              <a:spLocks/>
            </p:cNvSpPr>
            <p:nvPr/>
          </p:nvSpPr>
          <p:spPr bwMode="invGray">
            <a:xfrm>
              <a:off x="5519738" y="2735263"/>
              <a:ext cx="9525" cy="3175"/>
            </a:xfrm>
            <a:custGeom>
              <a:avLst/>
              <a:gdLst>
                <a:gd name="T0" fmla="*/ 4 w 5"/>
                <a:gd name="T1" fmla="*/ 0 h 1"/>
                <a:gd name="T2" fmla="*/ 4 w 5"/>
                <a:gd name="T3" fmla="*/ 0 h 1"/>
                <a:gd name="T4" fmla="*/ 0 w 5"/>
                <a:gd name="T5" fmla="*/ 1 h 1"/>
                <a:gd name="T6" fmla="*/ 4 w 5"/>
                <a:gd name="T7" fmla="*/ 0 h 1"/>
              </a:gdLst>
              <a:ahLst/>
              <a:cxnLst>
                <a:cxn ang="0">
                  <a:pos x="T0" y="T1"/>
                </a:cxn>
                <a:cxn ang="0">
                  <a:pos x="T2" y="T3"/>
                </a:cxn>
                <a:cxn ang="0">
                  <a:pos x="T4" y="T5"/>
                </a:cxn>
                <a:cxn ang="0">
                  <a:pos x="T6" y="T7"/>
                </a:cxn>
              </a:cxnLst>
              <a:rect l="0" t="0" r="r" b="b"/>
              <a:pathLst>
                <a:path w="5" h="1">
                  <a:moveTo>
                    <a:pt x="4" y="0"/>
                  </a:moveTo>
                  <a:lnTo>
                    <a:pt x="4" y="0"/>
                  </a:lnTo>
                  <a:lnTo>
                    <a:pt x="0" y="1"/>
                  </a:lnTo>
                  <a:cubicBezTo>
                    <a:pt x="3" y="1"/>
                    <a:pt x="5"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8" name="Freeform 37"/>
            <p:cNvSpPr>
              <a:spLocks/>
            </p:cNvSpPr>
            <p:nvPr/>
          </p:nvSpPr>
          <p:spPr bwMode="invGray">
            <a:xfrm>
              <a:off x="12096750" y="2784475"/>
              <a:ext cx="6350" cy="0"/>
            </a:xfrm>
            <a:custGeom>
              <a:avLst/>
              <a:gdLst>
                <a:gd name="T0" fmla="*/ 3 w 3"/>
                <a:gd name="T1" fmla="*/ 3 w 3"/>
                <a:gd name="T2" fmla="*/ 1 w 3"/>
                <a:gd name="T3" fmla="*/ 0 w 3"/>
                <a:gd name="T4" fmla="*/ 3 w 3"/>
              </a:gdLst>
              <a:ahLst/>
              <a:cxnLst>
                <a:cxn ang="0">
                  <a:pos x="T0" y="0"/>
                </a:cxn>
                <a:cxn ang="0">
                  <a:pos x="T1" y="0"/>
                </a:cxn>
                <a:cxn ang="0">
                  <a:pos x="T2" y="0"/>
                </a:cxn>
                <a:cxn ang="0">
                  <a:pos x="T3" y="0"/>
                </a:cxn>
                <a:cxn ang="0">
                  <a:pos x="T4" y="0"/>
                </a:cxn>
              </a:cxnLst>
              <a:rect l="0" t="0" r="r" b="b"/>
              <a:pathLst>
                <a:path w="3">
                  <a:moveTo>
                    <a:pt x="3" y="0"/>
                  </a:moveTo>
                  <a:lnTo>
                    <a:pt x="3" y="0"/>
                  </a:lnTo>
                  <a:lnTo>
                    <a:pt x="1"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9" name="Freeform 38"/>
            <p:cNvSpPr>
              <a:spLocks/>
            </p:cNvSpPr>
            <p:nvPr/>
          </p:nvSpPr>
          <p:spPr bwMode="invGray">
            <a:xfrm>
              <a:off x="12225338" y="2773363"/>
              <a:ext cx="46038" cy="0"/>
            </a:xfrm>
            <a:custGeom>
              <a:avLst/>
              <a:gdLst>
                <a:gd name="T0" fmla="*/ 0 w 24"/>
                <a:gd name="T1" fmla="*/ 0 w 24"/>
                <a:gd name="T2" fmla="*/ 24 w 24"/>
                <a:gd name="T3" fmla="*/ 0 w 24"/>
              </a:gdLst>
              <a:ahLst/>
              <a:cxnLst>
                <a:cxn ang="0">
                  <a:pos x="T0" y="0"/>
                </a:cxn>
                <a:cxn ang="0">
                  <a:pos x="T1" y="0"/>
                </a:cxn>
                <a:cxn ang="0">
                  <a:pos x="T2" y="0"/>
                </a:cxn>
                <a:cxn ang="0">
                  <a:pos x="T3" y="0"/>
                </a:cxn>
              </a:cxnLst>
              <a:rect l="0" t="0" r="r" b="b"/>
              <a:pathLst>
                <a:path w="24">
                  <a:moveTo>
                    <a:pt x="0" y="0"/>
                  </a:moveTo>
                  <a:lnTo>
                    <a:pt x="0" y="0"/>
                  </a:lnTo>
                  <a:lnTo>
                    <a:pt x="24" y="0"/>
                  </a:lnTo>
                  <a:cubicBezTo>
                    <a:pt x="15" y="0"/>
                    <a:pt x="6"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0" name="Freeform 39"/>
            <p:cNvSpPr>
              <a:spLocks/>
            </p:cNvSpPr>
            <p:nvPr/>
          </p:nvSpPr>
          <p:spPr bwMode="invGray">
            <a:xfrm>
              <a:off x="9274175" y="2746375"/>
              <a:ext cx="55563" cy="4762"/>
            </a:xfrm>
            <a:custGeom>
              <a:avLst/>
              <a:gdLst>
                <a:gd name="T0" fmla="*/ 0 w 29"/>
                <a:gd name="T1" fmla="*/ 1 h 2"/>
                <a:gd name="T2" fmla="*/ 0 w 29"/>
                <a:gd name="T3" fmla="*/ 1 h 2"/>
                <a:gd name="T4" fmla="*/ 15 w 29"/>
                <a:gd name="T5" fmla="*/ 2 h 2"/>
                <a:gd name="T6" fmla="*/ 0 w 29"/>
                <a:gd name="T7" fmla="*/ 1 h 2"/>
              </a:gdLst>
              <a:ahLst/>
              <a:cxnLst>
                <a:cxn ang="0">
                  <a:pos x="T0" y="T1"/>
                </a:cxn>
                <a:cxn ang="0">
                  <a:pos x="T2" y="T3"/>
                </a:cxn>
                <a:cxn ang="0">
                  <a:pos x="T4" y="T5"/>
                </a:cxn>
                <a:cxn ang="0">
                  <a:pos x="T6" y="T7"/>
                </a:cxn>
              </a:cxnLst>
              <a:rect l="0" t="0" r="r" b="b"/>
              <a:pathLst>
                <a:path w="29" h="2">
                  <a:moveTo>
                    <a:pt x="0" y="1"/>
                  </a:moveTo>
                  <a:lnTo>
                    <a:pt x="0" y="1"/>
                  </a:lnTo>
                  <a:cubicBezTo>
                    <a:pt x="7" y="1"/>
                    <a:pt x="23" y="2"/>
                    <a:pt x="15" y="2"/>
                  </a:cubicBezTo>
                  <a:cubicBezTo>
                    <a:pt x="29" y="2"/>
                    <a:pt x="2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1" name="Freeform 40"/>
            <p:cNvSpPr>
              <a:spLocks/>
            </p:cNvSpPr>
            <p:nvPr/>
          </p:nvSpPr>
          <p:spPr bwMode="invGray">
            <a:xfrm>
              <a:off x="11847513" y="2827338"/>
              <a:ext cx="34925" cy="3175"/>
            </a:xfrm>
            <a:custGeom>
              <a:avLst/>
              <a:gdLst>
                <a:gd name="T0" fmla="*/ 3 w 18"/>
                <a:gd name="T1" fmla="*/ 1 h 1"/>
                <a:gd name="T2" fmla="*/ 3 w 18"/>
                <a:gd name="T3" fmla="*/ 1 h 1"/>
                <a:gd name="T4" fmla="*/ 18 w 18"/>
                <a:gd name="T5" fmla="*/ 0 h 1"/>
                <a:gd name="T6" fmla="*/ 3 w 18"/>
                <a:gd name="T7" fmla="*/ 1 h 1"/>
              </a:gdLst>
              <a:ahLst/>
              <a:cxnLst>
                <a:cxn ang="0">
                  <a:pos x="T0" y="T1"/>
                </a:cxn>
                <a:cxn ang="0">
                  <a:pos x="T2" y="T3"/>
                </a:cxn>
                <a:cxn ang="0">
                  <a:pos x="T4" y="T5"/>
                </a:cxn>
                <a:cxn ang="0">
                  <a:pos x="T6" y="T7"/>
                </a:cxn>
              </a:cxnLst>
              <a:rect l="0" t="0" r="r" b="b"/>
              <a:pathLst>
                <a:path w="18" h="1">
                  <a:moveTo>
                    <a:pt x="3" y="1"/>
                  </a:moveTo>
                  <a:lnTo>
                    <a:pt x="3" y="1"/>
                  </a:lnTo>
                  <a:cubicBezTo>
                    <a:pt x="7" y="1"/>
                    <a:pt x="13" y="0"/>
                    <a:pt x="18" y="0"/>
                  </a:cubicBezTo>
                  <a:cubicBezTo>
                    <a:pt x="8"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2" name="Freeform 41"/>
            <p:cNvSpPr>
              <a:spLocks/>
            </p:cNvSpPr>
            <p:nvPr/>
          </p:nvSpPr>
          <p:spPr bwMode="invGray">
            <a:xfrm>
              <a:off x="11882438" y="2825750"/>
              <a:ext cx="25400" cy="1587"/>
            </a:xfrm>
            <a:custGeom>
              <a:avLst/>
              <a:gdLst>
                <a:gd name="T0" fmla="*/ 0 w 14"/>
                <a:gd name="T1" fmla="*/ 1 h 1"/>
                <a:gd name="T2" fmla="*/ 0 w 14"/>
                <a:gd name="T3" fmla="*/ 1 h 1"/>
                <a:gd name="T4" fmla="*/ 14 w 14"/>
                <a:gd name="T5" fmla="*/ 0 h 1"/>
                <a:gd name="T6" fmla="*/ 0 w 14"/>
                <a:gd name="T7" fmla="*/ 1 h 1"/>
              </a:gdLst>
              <a:ahLst/>
              <a:cxnLst>
                <a:cxn ang="0">
                  <a:pos x="T0" y="T1"/>
                </a:cxn>
                <a:cxn ang="0">
                  <a:pos x="T2" y="T3"/>
                </a:cxn>
                <a:cxn ang="0">
                  <a:pos x="T4" y="T5"/>
                </a:cxn>
                <a:cxn ang="0">
                  <a:pos x="T6" y="T7"/>
                </a:cxn>
              </a:cxnLst>
              <a:rect l="0" t="0" r="r" b="b"/>
              <a:pathLst>
                <a:path w="14" h="1">
                  <a:moveTo>
                    <a:pt x="0" y="1"/>
                  </a:moveTo>
                  <a:lnTo>
                    <a:pt x="0" y="1"/>
                  </a:lnTo>
                  <a:lnTo>
                    <a:pt x="14"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3" name="Freeform 42"/>
            <p:cNvSpPr>
              <a:spLocks/>
            </p:cNvSpPr>
            <p:nvPr/>
          </p:nvSpPr>
          <p:spPr bwMode="invGray">
            <a:xfrm>
              <a:off x="8915400" y="2809875"/>
              <a:ext cx="15875" cy="1587"/>
            </a:xfrm>
            <a:custGeom>
              <a:avLst/>
              <a:gdLst>
                <a:gd name="T0" fmla="*/ 8 w 8"/>
                <a:gd name="T1" fmla="*/ 1 h 1"/>
                <a:gd name="T2" fmla="*/ 8 w 8"/>
                <a:gd name="T3" fmla="*/ 1 h 1"/>
                <a:gd name="T4" fmla="*/ 0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cubicBezTo>
                    <a:pt x="6" y="0"/>
                    <a:pt x="3" y="0"/>
                    <a:pt x="0" y="0"/>
                  </a:cubicBezTo>
                  <a:cubicBezTo>
                    <a:pt x="1" y="0"/>
                    <a:pt x="4"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4" name="Freeform 43"/>
            <p:cNvSpPr>
              <a:spLocks/>
            </p:cNvSpPr>
            <p:nvPr/>
          </p:nvSpPr>
          <p:spPr bwMode="invGray">
            <a:xfrm>
              <a:off x="12109450" y="2752725"/>
              <a:ext cx="454025" cy="23812"/>
            </a:xfrm>
            <a:custGeom>
              <a:avLst/>
              <a:gdLst>
                <a:gd name="T0" fmla="*/ 102 w 236"/>
                <a:gd name="T1" fmla="*/ 10 h 10"/>
                <a:gd name="T2" fmla="*/ 102 w 236"/>
                <a:gd name="T3" fmla="*/ 10 h 10"/>
                <a:gd name="T4" fmla="*/ 123 w 236"/>
                <a:gd name="T5" fmla="*/ 7 h 10"/>
                <a:gd name="T6" fmla="*/ 200 w 236"/>
                <a:gd name="T7" fmla="*/ 6 h 10"/>
                <a:gd name="T8" fmla="*/ 203 w 236"/>
                <a:gd name="T9" fmla="*/ 3 h 10"/>
                <a:gd name="T10" fmla="*/ 160 w 236"/>
                <a:gd name="T11" fmla="*/ 4 h 10"/>
                <a:gd name="T12" fmla="*/ 202 w 236"/>
                <a:gd name="T13" fmla="*/ 3 h 10"/>
                <a:gd name="T14" fmla="*/ 198 w 236"/>
                <a:gd name="T15" fmla="*/ 0 h 10"/>
                <a:gd name="T16" fmla="*/ 0 w 236"/>
                <a:gd name="T17" fmla="*/ 4 h 10"/>
                <a:gd name="T18" fmla="*/ 137 w 236"/>
                <a:gd name="T19" fmla="*/ 4 h 10"/>
                <a:gd name="T20" fmla="*/ 121 w 236"/>
                <a:gd name="T21" fmla="*/ 6 h 10"/>
                <a:gd name="T22" fmla="*/ 8 w 236"/>
                <a:gd name="T23" fmla="*/ 5 h 10"/>
                <a:gd name="T24" fmla="*/ 104 w 236"/>
                <a:gd name="T25" fmla="*/ 7 h 10"/>
                <a:gd name="T26" fmla="*/ 84 w 236"/>
                <a:gd name="T27" fmla="*/ 9 h 10"/>
                <a:gd name="T28" fmla="*/ 102 w 236"/>
                <a:gd name="T29" fmla="*/ 10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36" h="10">
                  <a:moveTo>
                    <a:pt x="102" y="10"/>
                  </a:moveTo>
                  <a:lnTo>
                    <a:pt x="102" y="10"/>
                  </a:lnTo>
                  <a:cubicBezTo>
                    <a:pt x="107" y="9"/>
                    <a:pt x="208" y="8"/>
                    <a:pt x="123" y="7"/>
                  </a:cubicBezTo>
                  <a:cubicBezTo>
                    <a:pt x="126" y="4"/>
                    <a:pt x="177" y="6"/>
                    <a:pt x="200" y="6"/>
                  </a:cubicBezTo>
                  <a:cubicBezTo>
                    <a:pt x="184" y="5"/>
                    <a:pt x="208" y="4"/>
                    <a:pt x="203" y="3"/>
                  </a:cubicBezTo>
                  <a:cubicBezTo>
                    <a:pt x="192" y="4"/>
                    <a:pt x="179" y="4"/>
                    <a:pt x="160" y="4"/>
                  </a:cubicBezTo>
                  <a:cubicBezTo>
                    <a:pt x="152" y="3"/>
                    <a:pt x="180" y="2"/>
                    <a:pt x="202" y="3"/>
                  </a:cubicBezTo>
                  <a:cubicBezTo>
                    <a:pt x="175" y="1"/>
                    <a:pt x="236" y="1"/>
                    <a:pt x="198" y="0"/>
                  </a:cubicBezTo>
                  <a:cubicBezTo>
                    <a:pt x="116" y="0"/>
                    <a:pt x="57" y="0"/>
                    <a:pt x="0" y="4"/>
                  </a:cubicBezTo>
                  <a:cubicBezTo>
                    <a:pt x="46" y="3"/>
                    <a:pt x="99" y="3"/>
                    <a:pt x="137" y="4"/>
                  </a:cubicBezTo>
                  <a:lnTo>
                    <a:pt x="121" y="6"/>
                  </a:lnTo>
                  <a:cubicBezTo>
                    <a:pt x="78" y="4"/>
                    <a:pt x="51" y="5"/>
                    <a:pt x="8" y="5"/>
                  </a:cubicBezTo>
                  <a:lnTo>
                    <a:pt x="104" y="7"/>
                  </a:lnTo>
                  <a:cubicBezTo>
                    <a:pt x="149" y="9"/>
                    <a:pt x="119" y="9"/>
                    <a:pt x="84" y="9"/>
                  </a:cubicBezTo>
                  <a:cubicBezTo>
                    <a:pt x="92" y="9"/>
                    <a:pt x="100" y="9"/>
                    <a:pt x="102" y="1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5" name="Freeform 44"/>
            <p:cNvSpPr>
              <a:spLocks/>
            </p:cNvSpPr>
            <p:nvPr/>
          </p:nvSpPr>
          <p:spPr bwMode="invGray">
            <a:xfrm>
              <a:off x="12182475" y="2816225"/>
              <a:ext cx="9525" cy="0"/>
            </a:xfrm>
            <a:custGeom>
              <a:avLst/>
              <a:gdLst>
                <a:gd name="T0" fmla="*/ 0 w 5"/>
                <a:gd name="T1" fmla="*/ 0 w 5"/>
                <a:gd name="T2" fmla="*/ 1 w 5"/>
                <a:gd name="T3" fmla="*/ 5 w 5"/>
                <a:gd name="T4" fmla="*/ 0 w 5"/>
              </a:gdLst>
              <a:ahLst/>
              <a:cxnLst>
                <a:cxn ang="0">
                  <a:pos x="T0" y="0"/>
                </a:cxn>
                <a:cxn ang="0">
                  <a:pos x="T1" y="0"/>
                </a:cxn>
                <a:cxn ang="0">
                  <a:pos x="T2" y="0"/>
                </a:cxn>
                <a:cxn ang="0">
                  <a:pos x="T3" y="0"/>
                </a:cxn>
                <a:cxn ang="0">
                  <a:pos x="T4" y="0"/>
                </a:cxn>
              </a:cxnLst>
              <a:rect l="0" t="0" r="r" b="b"/>
              <a:pathLst>
                <a:path w="5">
                  <a:moveTo>
                    <a:pt x="0" y="0"/>
                  </a:moveTo>
                  <a:lnTo>
                    <a:pt x="0" y="0"/>
                  </a:lnTo>
                  <a:lnTo>
                    <a:pt x="1" y="0"/>
                  </a:lnTo>
                  <a:lnTo>
                    <a:pt x="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6" name="Freeform 45"/>
            <p:cNvSpPr>
              <a:spLocks/>
            </p:cNvSpPr>
            <p:nvPr/>
          </p:nvSpPr>
          <p:spPr bwMode="invGray">
            <a:xfrm>
              <a:off x="4348162" y="2827338"/>
              <a:ext cx="17463" cy="3175"/>
            </a:xfrm>
            <a:custGeom>
              <a:avLst/>
              <a:gdLst>
                <a:gd name="T0" fmla="*/ 8 w 9"/>
                <a:gd name="T1" fmla="*/ 0 h 1"/>
                <a:gd name="T2" fmla="*/ 8 w 9"/>
                <a:gd name="T3" fmla="*/ 0 h 1"/>
                <a:gd name="T4" fmla="*/ 0 w 9"/>
                <a:gd name="T5" fmla="*/ 1 h 1"/>
                <a:gd name="T6" fmla="*/ 8 w 9"/>
                <a:gd name="T7" fmla="*/ 0 h 1"/>
              </a:gdLst>
              <a:ahLst/>
              <a:cxnLst>
                <a:cxn ang="0">
                  <a:pos x="T0" y="T1"/>
                </a:cxn>
                <a:cxn ang="0">
                  <a:pos x="T2" y="T3"/>
                </a:cxn>
                <a:cxn ang="0">
                  <a:pos x="T4" y="T5"/>
                </a:cxn>
                <a:cxn ang="0">
                  <a:pos x="T6" y="T7"/>
                </a:cxn>
              </a:cxnLst>
              <a:rect l="0" t="0" r="r" b="b"/>
              <a:pathLst>
                <a:path w="9" h="1">
                  <a:moveTo>
                    <a:pt x="8" y="0"/>
                  </a:moveTo>
                  <a:lnTo>
                    <a:pt x="8" y="0"/>
                  </a:lnTo>
                  <a:lnTo>
                    <a:pt x="0" y="1"/>
                  </a:lnTo>
                  <a:cubicBezTo>
                    <a:pt x="7" y="0"/>
                    <a:pt x="9" y="0"/>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7" name="Freeform 46"/>
            <p:cNvSpPr>
              <a:spLocks/>
            </p:cNvSpPr>
            <p:nvPr/>
          </p:nvSpPr>
          <p:spPr bwMode="invGray">
            <a:xfrm>
              <a:off x="12071350" y="2790825"/>
              <a:ext cx="0" cy="0"/>
            </a:xfrm>
            <a:custGeom>
              <a:avLst/>
              <a:gdLst/>
              <a:ahLst/>
              <a:cxnLst>
                <a:cxn ang="0">
                  <a:pos x="0" y="0"/>
                </a:cxn>
                <a:cxn ang="0">
                  <a:pos x="0" y="0"/>
                </a:cxn>
                <a:cxn ang="0">
                  <a:pos x="0" y="0"/>
                </a:cxn>
                <a:cxn ang="0">
                  <a:pos x="0" y="0"/>
                </a:cxn>
              </a:cxnLst>
              <a:rect l="0" t="0" r="r" b="b"/>
              <a:pathLst>
                <a:path>
                  <a:moveTo>
                    <a:pt x="0" y="0"/>
                  </a:moveTo>
                  <a:lnTo>
                    <a:pt x="0" y="0"/>
                  </a:lnTo>
                  <a:lnTo>
                    <a:pt x="0" y="0"/>
                  </a:ln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8" name="Freeform 47"/>
            <p:cNvSpPr>
              <a:spLocks/>
            </p:cNvSpPr>
            <p:nvPr/>
          </p:nvSpPr>
          <p:spPr bwMode="invGray">
            <a:xfrm>
              <a:off x="4754563" y="2827338"/>
              <a:ext cx="4763" cy="0"/>
            </a:xfrm>
            <a:custGeom>
              <a:avLst/>
              <a:gdLst>
                <a:gd name="T0" fmla="*/ 2 w 2"/>
                <a:gd name="T1" fmla="*/ 2 w 2"/>
                <a:gd name="T2" fmla="*/ 0 w 2"/>
                <a:gd name="T3" fmla="*/ 2 w 2"/>
              </a:gdLst>
              <a:ahLst/>
              <a:cxnLst>
                <a:cxn ang="0">
                  <a:pos x="T0" y="0"/>
                </a:cxn>
                <a:cxn ang="0">
                  <a:pos x="T1" y="0"/>
                </a:cxn>
                <a:cxn ang="0">
                  <a:pos x="T2" y="0"/>
                </a:cxn>
                <a:cxn ang="0">
                  <a:pos x="T3" y="0"/>
                </a:cxn>
              </a:cxnLst>
              <a:rect l="0" t="0" r="r" b="b"/>
              <a:pathLst>
                <a:path w="2">
                  <a:moveTo>
                    <a:pt x="2" y="0"/>
                  </a:moveTo>
                  <a:lnTo>
                    <a:pt x="2" y="0"/>
                  </a:lnTo>
                  <a:lnTo>
                    <a:pt x="0" y="0"/>
                  </a:lnTo>
                  <a:cubicBezTo>
                    <a:pt x="1" y="0"/>
                    <a:pt x="1" y="0"/>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9" name="Freeform 48"/>
            <p:cNvSpPr>
              <a:spLocks/>
            </p:cNvSpPr>
            <p:nvPr/>
          </p:nvSpPr>
          <p:spPr bwMode="invGray">
            <a:xfrm>
              <a:off x="4852988" y="2719388"/>
              <a:ext cx="9525" cy="3175"/>
            </a:xfrm>
            <a:custGeom>
              <a:avLst/>
              <a:gdLst>
                <a:gd name="T0" fmla="*/ 5 w 5"/>
                <a:gd name="T1" fmla="*/ 1 h 1"/>
                <a:gd name="T2" fmla="*/ 5 w 5"/>
                <a:gd name="T3" fmla="*/ 1 h 1"/>
                <a:gd name="T4" fmla="*/ 4 w 5"/>
                <a:gd name="T5" fmla="*/ 0 h 1"/>
                <a:gd name="T6" fmla="*/ 5 w 5"/>
                <a:gd name="T7" fmla="*/ 1 h 1"/>
              </a:gdLst>
              <a:ahLst/>
              <a:cxnLst>
                <a:cxn ang="0">
                  <a:pos x="T0" y="T1"/>
                </a:cxn>
                <a:cxn ang="0">
                  <a:pos x="T2" y="T3"/>
                </a:cxn>
                <a:cxn ang="0">
                  <a:pos x="T4" y="T5"/>
                </a:cxn>
                <a:cxn ang="0">
                  <a:pos x="T6" y="T7"/>
                </a:cxn>
              </a:cxnLst>
              <a:rect l="0" t="0" r="r" b="b"/>
              <a:pathLst>
                <a:path w="5" h="1">
                  <a:moveTo>
                    <a:pt x="5" y="1"/>
                  </a:moveTo>
                  <a:lnTo>
                    <a:pt x="5" y="1"/>
                  </a:lnTo>
                  <a:cubicBezTo>
                    <a:pt x="5" y="1"/>
                    <a:pt x="5" y="1"/>
                    <a:pt x="4" y="0"/>
                  </a:cubicBezTo>
                  <a:cubicBezTo>
                    <a:pt x="0" y="1"/>
                    <a:pt x="2" y="1"/>
                    <a:pt x="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0" name="Freeform 49"/>
            <p:cNvSpPr>
              <a:spLocks/>
            </p:cNvSpPr>
            <p:nvPr/>
          </p:nvSpPr>
          <p:spPr bwMode="invGray">
            <a:xfrm>
              <a:off x="4759325" y="2827338"/>
              <a:ext cx="0" cy="0"/>
            </a:xfrm>
            <a:custGeom>
              <a:avLst/>
              <a:gdLst/>
              <a:ahLst/>
              <a:cxnLst>
                <a:cxn ang="0">
                  <a:pos x="0" y="0"/>
                </a:cxn>
                <a:cxn ang="0">
                  <a:pos x="0" y="0"/>
                </a:cxn>
                <a:cxn ang="0">
                  <a:pos x="0" y="0"/>
                </a:cxn>
                <a:cxn ang="0">
                  <a:pos x="0" y="0"/>
                </a:cxn>
              </a:cxnLst>
              <a:rect l="0" t="0" r="r" b="b"/>
              <a:pathLst>
                <a:path>
                  <a:moveTo>
                    <a:pt x="0" y="0"/>
                  </a:moveTo>
                  <a:lnTo>
                    <a:pt x="0" y="0"/>
                  </a:lnTo>
                  <a:cubicBezTo>
                    <a:pt x="0" y="0"/>
                    <a:pt x="0" y="0"/>
                    <a:pt x="0" y="0"/>
                  </a:cubicBezTo>
                  <a:cubicBezTo>
                    <a:pt x="0" y="0"/>
                    <a:pt x="0"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1" name="Freeform 50"/>
            <p:cNvSpPr>
              <a:spLocks/>
            </p:cNvSpPr>
            <p:nvPr/>
          </p:nvSpPr>
          <p:spPr bwMode="invGray">
            <a:xfrm>
              <a:off x="6654800" y="2805113"/>
              <a:ext cx="19050" cy="1587"/>
            </a:xfrm>
            <a:custGeom>
              <a:avLst/>
              <a:gdLst>
                <a:gd name="T0" fmla="*/ 10 w 10"/>
                <a:gd name="T1" fmla="*/ 1 h 1"/>
                <a:gd name="T2" fmla="*/ 10 w 10"/>
                <a:gd name="T3" fmla="*/ 1 h 1"/>
                <a:gd name="T4" fmla="*/ 2 w 10"/>
                <a:gd name="T5" fmla="*/ 0 h 1"/>
                <a:gd name="T6" fmla="*/ 10 w 10"/>
                <a:gd name="T7" fmla="*/ 1 h 1"/>
              </a:gdLst>
              <a:ahLst/>
              <a:cxnLst>
                <a:cxn ang="0">
                  <a:pos x="T0" y="T1"/>
                </a:cxn>
                <a:cxn ang="0">
                  <a:pos x="T2" y="T3"/>
                </a:cxn>
                <a:cxn ang="0">
                  <a:pos x="T4" y="T5"/>
                </a:cxn>
                <a:cxn ang="0">
                  <a:pos x="T6" y="T7"/>
                </a:cxn>
              </a:cxnLst>
              <a:rect l="0" t="0" r="r" b="b"/>
              <a:pathLst>
                <a:path w="10" h="1">
                  <a:moveTo>
                    <a:pt x="10" y="1"/>
                  </a:moveTo>
                  <a:lnTo>
                    <a:pt x="10" y="1"/>
                  </a:lnTo>
                  <a:lnTo>
                    <a:pt x="2" y="0"/>
                  </a:lnTo>
                  <a:cubicBezTo>
                    <a:pt x="0" y="0"/>
                    <a:pt x="2" y="0"/>
                    <a:pt x="1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2" name="Freeform 51"/>
            <p:cNvSpPr>
              <a:spLocks/>
            </p:cNvSpPr>
            <p:nvPr/>
          </p:nvSpPr>
          <p:spPr bwMode="invGray">
            <a:xfrm>
              <a:off x="6289675" y="2798763"/>
              <a:ext cx="6350" cy="0"/>
            </a:xfrm>
            <a:custGeom>
              <a:avLst/>
              <a:gdLst>
                <a:gd name="T0" fmla="*/ 3 w 3"/>
                <a:gd name="T1" fmla="*/ 3 w 3"/>
                <a:gd name="T2" fmla="*/ 0 w 3"/>
                <a:gd name="T3" fmla="*/ 3 w 3"/>
              </a:gdLst>
              <a:ahLst/>
              <a:cxnLst>
                <a:cxn ang="0">
                  <a:pos x="T0" y="0"/>
                </a:cxn>
                <a:cxn ang="0">
                  <a:pos x="T1" y="0"/>
                </a:cxn>
                <a:cxn ang="0">
                  <a:pos x="T2" y="0"/>
                </a:cxn>
                <a:cxn ang="0">
                  <a:pos x="T3" y="0"/>
                </a:cxn>
              </a:cxnLst>
              <a:rect l="0" t="0" r="r" b="b"/>
              <a:pathLst>
                <a:path w="3">
                  <a:moveTo>
                    <a:pt x="3" y="0"/>
                  </a:moveTo>
                  <a:lnTo>
                    <a:pt x="3" y="0"/>
                  </a:lnTo>
                  <a:lnTo>
                    <a:pt x="0" y="0"/>
                  </a:lnTo>
                  <a:lnTo>
                    <a:pt x="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3" name="Freeform 52"/>
            <p:cNvSpPr>
              <a:spLocks/>
            </p:cNvSpPr>
            <p:nvPr/>
          </p:nvSpPr>
          <p:spPr bwMode="invGray">
            <a:xfrm>
              <a:off x="9140825" y="2725738"/>
              <a:ext cx="44450" cy="0"/>
            </a:xfrm>
            <a:custGeom>
              <a:avLst/>
              <a:gdLst>
                <a:gd name="T0" fmla="*/ 23 w 23"/>
                <a:gd name="T1" fmla="*/ 23 w 23"/>
                <a:gd name="T2" fmla="*/ 0 w 23"/>
                <a:gd name="T3" fmla="*/ 23 w 23"/>
              </a:gdLst>
              <a:ahLst/>
              <a:cxnLst>
                <a:cxn ang="0">
                  <a:pos x="T0" y="0"/>
                </a:cxn>
                <a:cxn ang="0">
                  <a:pos x="T1" y="0"/>
                </a:cxn>
                <a:cxn ang="0">
                  <a:pos x="T2" y="0"/>
                </a:cxn>
                <a:cxn ang="0">
                  <a:pos x="T3" y="0"/>
                </a:cxn>
              </a:cxnLst>
              <a:rect l="0" t="0" r="r" b="b"/>
              <a:pathLst>
                <a:path w="23">
                  <a:moveTo>
                    <a:pt x="23" y="0"/>
                  </a:moveTo>
                  <a:lnTo>
                    <a:pt x="23" y="0"/>
                  </a:lnTo>
                  <a:lnTo>
                    <a:pt x="0" y="0"/>
                  </a:lnTo>
                  <a:lnTo>
                    <a:pt x="23"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4" name="Freeform 53"/>
            <p:cNvSpPr>
              <a:spLocks/>
            </p:cNvSpPr>
            <p:nvPr/>
          </p:nvSpPr>
          <p:spPr bwMode="invGray">
            <a:xfrm>
              <a:off x="4737100" y="2827338"/>
              <a:ext cx="17463" cy="3175"/>
            </a:xfrm>
            <a:custGeom>
              <a:avLst/>
              <a:gdLst>
                <a:gd name="T0" fmla="*/ 9 w 9"/>
                <a:gd name="T1" fmla="*/ 0 h 1"/>
                <a:gd name="T2" fmla="*/ 9 w 9"/>
                <a:gd name="T3" fmla="*/ 0 h 1"/>
                <a:gd name="T4" fmla="*/ 0 w 9"/>
                <a:gd name="T5" fmla="*/ 1 h 1"/>
                <a:gd name="T6" fmla="*/ 9 w 9"/>
                <a:gd name="T7" fmla="*/ 0 h 1"/>
              </a:gdLst>
              <a:ahLst/>
              <a:cxnLst>
                <a:cxn ang="0">
                  <a:pos x="T0" y="T1"/>
                </a:cxn>
                <a:cxn ang="0">
                  <a:pos x="T2" y="T3"/>
                </a:cxn>
                <a:cxn ang="0">
                  <a:pos x="T4" y="T5"/>
                </a:cxn>
                <a:cxn ang="0">
                  <a:pos x="T6" y="T7"/>
                </a:cxn>
              </a:cxnLst>
              <a:rect l="0" t="0" r="r" b="b"/>
              <a:pathLst>
                <a:path w="9" h="1">
                  <a:moveTo>
                    <a:pt x="9" y="0"/>
                  </a:moveTo>
                  <a:lnTo>
                    <a:pt x="9" y="0"/>
                  </a:lnTo>
                  <a:lnTo>
                    <a:pt x="0" y="1"/>
                  </a:lnTo>
                  <a:cubicBezTo>
                    <a:pt x="5" y="0"/>
                    <a:pt x="8" y="0"/>
                    <a:pt x="9"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5" name="Freeform 54"/>
            <p:cNvSpPr>
              <a:spLocks/>
            </p:cNvSpPr>
            <p:nvPr/>
          </p:nvSpPr>
          <p:spPr bwMode="invGray">
            <a:xfrm>
              <a:off x="7239000" y="2779713"/>
              <a:ext cx="11113" cy="3175"/>
            </a:xfrm>
            <a:custGeom>
              <a:avLst/>
              <a:gdLst>
                <a:gd name="T0" fmla="*/ 6 w 6"/>
                <a:gd name="T1" fmla="*/ 0 h 1"/>
                <a:gd name="T2" fmla="*/ 6 w 6"/>
                <a:gd name="T3" fmla="*/ 0 h 1"/>
                <a:gd name="T4" fmla="*/ 0 w 6"/>
                <a:gd name="T5" fmla="*/ 1 h 1"/>
                <a:gd name="T6" fmla="*/ 4 w 6"/>
                <a:gd name="T7" fmla="*/ 1 h 1"/>
                <a:gd name="T8" fmla="*/ 6 w 6"/>
                <a:gd name="T9" fmla="*/ 0 h 1"/>
              </a:gdLst>
              <a:ahLst/>
              <a:cxnLst>
                <a:cxn ang="0">
                  <a:pos x="T0" y="T1"/>
                </a:cxn>
                <a:cxn ang="0">
                  <a:pos x="T2" y="T3"/>
                </a:cxn>
                <a:cxn ang="0">
                  <a:pos x="T4" y="T5"/>
                </a:cxn>
                <a:cxn ang="0">
                  <a:pos x="T6" y="T7"/>
                </a:cxn>
                <a:cxn ang="0">
                  <a:pos x="T8" y="T9"/>
                </a:cxn>
              </a:cxnLst>
              <a:rect l="0" t="0" r="r" b="b"/>
              <a:pathLst>
                <a:path w="6" h="1">
                  <a:moveTo>
                    <a:pt x="6" y="0"/>
                  </a:moveTo>
                  <a:lnTo>
                    <a:pt x="6" y="0"/>
                  </a:lnTo>
                  <a:lnTo>
                    <a:pt x="0" y="1"/>
                  </a:lnTo>
                  <a:lnTo>
                    <a:pt x="4" y="1"/>
                  </a:lnTo>
                  <a:lnTo>
                    <a:pt x="6"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6" name="Freeform 55"/>
            <p:cNvSpPr>
              <a:spLocks/>
            </p:cNvSpPr>
            <p:nvPr/>
          </p:nvSpPr>
          <p:spPr bwMode="invGray">
            <a:xfrm>
              <a:off x="7181850" y="2773363"/>
              <a:ext cx="468313" cy="15875"/>
            </a:xfrm>
            <a:custGeom>
              <a:avLst/>
              <a:gdLst>
                <a:gd name="T0" fmla="*/ 139 w 244"/>
                <a:gd name="T1" fmla="*/ 5 h 7"/>
                <a:gd name="T2" fmla="*/ 139 w 244"/>
                <a:gd name="T3" fmla="*/ 5 h 7"/>
                <a:gd name="T4" fmla="*/ 132 w 244"/>
                <a:gd name="T5" fmla="*/ 6 h 7"/>
                <a:gd name="T6" fmla="*/ 244 w 244"/>
                <a:gd name="T7" fmla="*/ 4 h 7"/>
                <a:gd name="T8" fmla="*/ 178 w 244"/>
                <a:gd name="T9" fmla="*/ 1 h 7"/>
                <a:gd name="T10" fmla="*/ 101 w 244"/>
                <a:gd name="T11" fmla="*/ 0 h 7"/>
                <a:gd name="T12" fmla="*/ 77 w 244"/>
                <a:gd name="T13" fmla="*/ 3 h 7"/>
                <a:gd name="T14" fmla="*/ 60 w 244"/>
                <a:gd name="T15" fmla="*/ 1 h 7"/>
                <a:gd name="T16" fmla="*/ 0 w 244"/>
                <a:gd name="T17" fmla="*/ 1 h 7"/>
                <a:gd name="T18" fmla="*/ 52 w 244"/>
                <a:gd name="T19" fmla="*/ 1 h 7"/>
                <a:gd name="T20" fmla="*/ 36 w 244"/>
                <a:gd name="T21" fmla="*/ 3 h 7"/>
                <a:gd name="T22" fmla="*/ 41 w 244"/>
                <a:gd name="T23" fmla="*/ 3 h 7"/>
                <a:gd name="T24" fmla="*/ 139 w 244"/>
                <a:gd name="T25"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44" h="7">
                  <a:moveTo>
                    <a:pt x="139" y="5"/>
                  </a:moveTo>
                  <a:lnTo>
                    <a:pt x="139" y="5"/>
                  </a:lnTo>
                  <a:cubicBezTo>
                    <a:pt x="135" y="5"/>
                    <a:pt x="134" y="6"/>
                    <a:pt x="132" y="6"/>
                  </a:cubicBezTo>
                  <a:cubicBezTo>
                    <a:pt x="169" y="5"/>
                    <a:pt x="236" y="6"/>
                    <a:pt x="244" y="4"/>
                  </a:cubicBezTo>
                  <a:cubicBezTo>
                    <a:pt x="232" y="4"/>
                    <a:pt x="167" y="2"/>
                    <a:pt x="178" y="1"/>
                  </a:cubicBezTo>
                  <a:cubicBezTo>
                    <a:pt x="152" y="2"/>
                    <a:pt x="115" y="0"/>
                    <a:pt x="101" y="0"/>
                  </a:cubicBezTo>
                  <a:cubicBezTo>
                    <a:pt x="143" y="2"/>
                    <a:pt x="105" y="2"/>
                    <a:pt x="77" y="3"/>
                  </a:cubicBezTo>
                  <a:cubicBezTo>
                    <a:pt x="51" y="2"/>
                    <a:pt x="82" y="1"/>
                    <a:pt x="60" y="1"/>
                  </a:cubicBezTo>
                  <a:lnTo>
                    <a:pt x="0" y="1"/>
                  </a:lnTo>
                  <a:lnTo>
                    <a:pt x="52" y="1"/>
                  </a:lnTo>
                  <a:lnTo>
                    <a:pt x="36" y="3"/>
                  </a:lnTo>
                  <a:lnTo>
                    <a:pt x="41" y="3"/>
                  </a:lnTo>
                  <a:cubicBezTo>
                    <a:pt x="129" y="2"/>
                    <a:pt x="49" y="7"/>
                    <a:pt x="139"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7" name="Freeform 56"/>
            <p:cNvSpPr>
              <a:spLocks/>
            </p:cNvSpPr>
            <p:nvPr/>
          </p:nvSpPr>
          <p:spPr bwMode="invGray">
            <a:xfrm>
              <a:off x="7407275" y="2787650"/>
              <a:ext cx="26988" cy="0"/>
            </a:xfrm>
            <a:custGeom>
              <a:avLst/>
              <a:gdLst>
                <a:gd name="T0" fmla="*/ 14 w 14"/>
                <a:gd name="T1" fmla="*/ 14 w 14"/>
                <a:gd name="T2" fmla="*/ 0 w 14"/>
                <a:gd name="T3" fmla="*/ 14 w 14"/>
              </a:gdLst>
              <a:ahLst/>
              <a:cxnLst>
                <a:cxn ang="0">
                  <a:pos x="T0" y="0"/>
                </a:cxn>
                <a:cxn ang="0">
                  <a:pos x="T1" y="0"/>
                </a:cxn>
                <a:cxn ang="0">
                  <a:pos x="T2" y="0"/>
                </a:cxn>
                <a:cxn ang="0">
                  <a:pos x="T3" y="0"/>
                </a:cxn>
              </a:cxnLst>
              <a:rect l="0" t="0" r="r" b="b"/>
              <a:pathLst>
                <a:path w="14">
                  <a:moveTo>
                    <a:pt x="14" y="0"/>
                  </a:moveTo>
                  <a:lnTo>
                    <a:pt x="14" y="0"/>
                  </a:lnTo>
                  <a:lnTo>
                    <a:pt x="0" y="0"/>
                  </a:lnTo>
                  <a:cubicBezTo>
                    <a:pt x="8" y="0"/>
                    <a:pt x="11" y="0"/>
                    <a:pt x="1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8" name="Freeform 57"/>
            <p:cNvSpPr>
              <a:spLocks/>
            </p:cNvSpPr>
            <p:nvPr/>
          </p:nvSpPr>
          <p:spPr bwMode="invGray">
            <a:xfrm>
              <a:off x="8123238" y="2794000"/>
              <a:ext cx="31750" cy="1587"/>
            </a:xfrm>
            <a:custGeom>
              <a:avLst/>
              <a:gdLst>
                <a:gd name="T0" fmla="*/ 0 w 16"/>
                <a:gd name="T1" fmla="*/ 1 h 1"/>
                <a:gd name="T2" fmla="*/ 0 w 16"/>
                <a:gd name="T3" fmla="*/ 1 h 1"/>
                <a:gd name="T4" fmla="*/ 16 w 16"/>
                <a:gd name="T5" fmla="*/ 0 h 1"/>
                <a:gd name="T6" fmla="*/ 0 w 16"/>
                <a:gd name="T7" fmla="*/ 1 h 1"/>
              </a:gdLst>
              <a:ahLst/>
              <a:cxnLst>
                <a:cxn ang="0">
                  <a:pos x="T0" y="T1"/>
                </a:cxn>
                <a:cxn ang="0">
                  <a:pos x="T2" y="T3"/>
                </a:cxn>
                <a:cxn ang="0">
                  <a:pos x="T4" y="T5"/>
                </a:cxn>
                <a:cxn ang="0">
                  <a:pos x="T6" y="T7"/>
                </a:cxn>
              </a:cxnLst>
              <a:rect l="0" t="0" r="r" b="b"/>
              <a:pathLst>
                <a:path w="16" h="1">
                  <a:moveTo>
                    <a:pt x="0" y="1"/>
                  </a:moveTo>
                  <a:lnTo>
                    <a:pt x="0" y="1"/>
                  </a:lnTo>
                  <a:lnTo>
                    <a:pt x="16"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9" name="Freeform 58"/>
            <p:cNvSpPr>
              <a:spLocks/>
            </p:cNvSpPr>
            <p:nvPr/>
          </p:nvSpPr>
          <p:spPr bwMode="invGray">
            <a:xfrm>
              <a:off x="3070225" y="2794000"/>
              <a:ext cx="101600" cy="4762"/>
            </a:xfrm>
            <a:custGeom>
              <a:avLst/>
              <a:gdLst>
                <a:gd name="T0" fmla="*/ 0 w 53"/>
                <a:gd name="T1" fmla="*/ 0 h 2"/>
                <a:gd name="T2" fmla="*/ 0 w 53"/>
                <a:gd name="T3" fmla="*/ 0 h 2"/>
                <a:gd name="T4" fmla="*/ 52 w 53"/>
                <a:gd name="T5" fmla="*/ 0 h 2"/>
                <a:gd name="T6" fmla="*/ 6 w 53"/>
                <a:gd name="T7" fmla="*/ 0 h 2"/>
                <a:gd name="T8" fmla="*/ 0 w 53"/>
                <a:gd name="T9" fmla="*/ 0 h 2"/>
              </a:gdLst>
              <a:ahLst/>
              <a:cxnLst>
                <a:cxn ang="0">
                  <a:pos x="T0" y="T1"/>
                </a:cxn>
                <a:cxn ang="0">
                  <a:pos x="T2" y="T3"/>
                </a:cxn>
                <a:cxn ang="0">
                  <a:pos x="T4" y="T5"/>
                </a:cxn>
                <a:cxn ang="0">
                  <a:pos x="T6" y="T7"/>
                </a:cxn>
                <a:cxn ang="0">
                  <a:pos x="T8" y="T9"/>
                </a:cxn>
              </a:cxnLst>
              <a:rect l="0" t="0" r="r" b="b"/>
              <a:pathLst>
                <a:path w="53" h="2">
                  <a:moveTo>
                    <a:pt x="0" y="0"/>
                  </a:moveTo>
                  <a:lnTo>
                    <a:pt x="0" y="0"/>
                  </a:lnTo>
                  <a:cubicBezTo>
                    <a:pt x="2" y="1"/>
                    <a:pt x="53" y="2"/>
                    <a:pt x="52" y="0"/>
                  </a:cubicBez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0" name="Freeform 59"/>
            <p:cNvSpPr>
              <a:spLocks/>
            </p:cNvSpPr>
            <p:nvPr/>
          </p:nvSpPr>
          <p:spPr bwMode="invGray">
            <a:xfrm>
              <a:off x="9963150" y="2778125"/>
              <a:ext cx="41275" cy="0"/>
            </a:xfrm>
            <a:custGeom>
              <a:avLst/>
              <a:gdLst>
                <a:gd name="T0" fmla="*/ 21 w 21"/>
                <a:gd name="T1" fmla="*/ 21 w 21"/>
                <a:gd name="T2" fmla="*/ 3 w 21"/>
                <a:gd name="T3" fmla="*/ 0 w 21"/>
                <a:gd name="T4" fmla="*/ 21 w 21"/>
              </a:gdLst>
              <a:ahLst/>
              <a:cxnLst>
                <a:cxn ang="0">
                  <a:pos x="T0" y="0"/>
                </a:cxn>
                <a:cxn ang="0">
                  <a:pos x="T1" y="0"/>
                </a:cxn>
                <a:cxn ang="0">
                  <a:pos x="T2" y="0"/>
                </a:cxn>
                <a:cxn ang="0">
                  <a:pos x="T3" y="0"/>
                </a:cxn>
                <a:cxn ang="0">
                  <a:pos x="T4" y="0"/>
                </a:cxn>
              </a:cxnLst>
              <a:rect l="0" t="0" r="r" b="b"/>
              <a:pathLst>
                <a:path w="21">
                  <a:moveTo>
                    <a:pt x="21" y="0"/>
                  </a:moveTo>
                  <a:lnTo>
                    <a:pt x="21" y="0"/>
                  </a:lnTo>
                  <a:lnTo>
                    <a:pt x="3" y="0"/>
                  </a:lnTo>
                  <a:lnTo>
                    <a:pt x="0" y="0"/>
                  </a:lnTo>
                  <a:cubicBezTo>
                    <a:pt x="4" y="0"/>
                    <a:pt x="15"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1" name="Freeform 60"/>
            <p:cNvSpPr>
              <a:spLocks/>
            </p:cNvSpPr>
            <p:nvPr/>
          </p:nvSpPr>
          <p:spPr bwMode="invGray">
            <a:xfrm>
              <a:off x="7523163" y="2773363"/>
              <a:ext cx="30163" cy="3175"/>
            </a:xfrm>
            <a:custGeom>
              <a:avLst/>
              <a:gdLst>
                <a:gd name="T0" fmla="*/ 16 w 16"/>
                <a:gd name="T1" fmla="*/ 0 h 1"/>
                <a:gd name="T2" fmla="*/ 16 w 16"/>
                <a:gd name="T3" fmla="*/ 0 h 1"/>
                <a:gd name="T4" fmla="*/ 0 w 16"/>
                <a:gd name="T5" fmla="*/ 1 h 1"/>
                <a:gd name="T6" fmla="*/ 16 w 16"/>
                <a:gd name="T7" fmla="*/ 0 h 1"/>
              </a:gdLst>
              <a:ahLst/>
              <a:cxnLst>
                <a:cxn ang="0">
                  <a:pos x="T0" y="T1"/>
                </a:cxn>
                <a:cxn ang="0">
                  <a:pos x="T2" y="T3"/>
                </a:cxn>
                <a:cxn ang="0">
                  <a:pos x="T4" y="T5"/>
                </a:cxn>
                <a:cxn ang="0">
                  <a:pos x="T6" y="T7"/>
                </a:cxn>
              </a:cxnLst>
              <a:rect l="0" t="0" r="r" b="b"/>
              <a:pathLst>
                <a:path w="16" h="1">
                  <a:moveTo>
                    <a:pt x="16" y="0"/>
                  </a:moveTo>
                  <a:lnTo>
                    <a:pt x="16" y="0"/>
                  </a:lnTo>
                  <a:cubicBezTo>
                    <a:pt x="6" y="0"/>
                    <a:pt x="2" y="1"/>
                    <a:pt x="0" y="1"/>
                  </a:cubicBezTo>
                  <a:cubicBezTo>
                    <a:pt x="6" y="1"/>
                    <a:pt x="12" y="1"/>
                    <a:pt x="1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2" name="Freeform 61"/>
            <p:cNvSpPr>
              <a:spLocks/>
            </p:cNvSpPr>
            <p:nvPr/>
          </p:nvSpPr>
          <p:spPr bwMode="invGray">
            <a:xfrm>
              <a:off x="10009188" y="2787650"/>
              <a:ext cx="115888" cy="3175"/>
            </a:xfrm>
            <a:custGeom>
              <a:avLst/>
              <a:gdLst>
                <a:gd name="T0" fmla="*/ 0 w 60"/>
                <a:gd name="T1" fmla="*/ 0 h 2"/>
                <a:gd name="T2" fmla="*/ 0 w 60"/>
                <a:gd name="T3" fmla="*/ 0 h 2"/>
                <a:gd name="T4" fmla="*/ 19 w 60"/>
                <a:gd name="T5" fmla="*/ 2 h 2"/>
                <a:gd name="T6" fmla="*/ 60 w 60"/>
                <a:gd name="T7" fmla="*/ 1 h 2"/>
                <a:gd name="T8" fmla="*/ 0 w 60"/>
                <a:gd name="T9" fmla="*/ 0 h 2"/>
              </a:gdLst>
              <a:ahLst/>
              <a:cxnLst>
                <a:cxn ang="0">
                  <a:pos x="T0" y="T1"/>
                </a:cxn>
                <a:cxn ang="0">
                  <a:pos x="T2" y="T3"/>
                </a:cxn>
                <a:cxn ang="0">
                  <a:pos x="T4" y="T5"/>
                </a:cxn>
                <a:cxn ang="0">
                  <a:pos x="T6" y="T7"/>
                </a:cxn>
                <a:cxn ang="0">
                  <a:pos x="T8" y="T9"/>
                </a:cxn>
              </a:cxnLst>
              <a:rect l="0" t="0" r="r" b="b"/>
              <a:pathLst>
                <a:path w="60" h="2">
                  <a:moveTo>
                    <a:pt x="0" y="0"/>
                  </a:moveTo>
                  <a:lnTo>
                    <a:pt x="0" y="0"/>
                  </a:lnTo>
                  <a:cubicBezTo>
                    <a:pt x="7" y="0"/>
                    <a:pt x="18" y="1"/>
                    <a:pt x="19" y="2"/>
                  </a:cubicBezTo>
                  <a:cubicBezTo>
                    <a:pt x="34" y="2"/>
                    <a:pt x="45" y="1"/>
                    <a:pt x="60" y="1"/>
                  </a:cubicBezTo>
                  <a:cubicBezTo>
                    <a:pt x="43" y="1"/>
                    <a:pt x="23" y="1"/>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3" name="Freeform 62"/>
            <p:cNvSpPr>
              <a:spLocks/>
            </p:cNvSpPr>
            <p:nvPr/>
          </p:nvSpPr>
          <p:spPr bwMode="invGray">
            <a:xfrm>
              <a:off x="10125075" y="2789238"/>
              <a:ext cx="1588" cy="0"/>
            </a:xfrm>
            <a:custGeom>
              <a:avLst/>
              <a:gdLst>
                <a:gd name="T0" fmla="*/ 1 w 1"/>
                <a:gd name="T1" fmla="*/ 1 w 1"/>
                <a:gd name="T2" fmla="*/ 0 w 1"/>
                <a:gd name="T3" fmla="*/ 1 w 1"/>
              </a:gdLst>
              <a:ahLst/>
              <a:cxnLst>
                <a:cxn ang="0">
                  <a:pos x="T0" y="0"/>
                </a:cxn>
                <a:cxn ang="0">
                  <a:pos x="T1" y="0"/>
                </a:cxn>
                <a:cxn ang="0">
                  <a:pos x="T2" y="0"/>
                </a:cxn>
                <a:cxn ang="0">
                  <a:pos x="T3" y="0"/>
                </a:cxn>
              </a:cxnLst>
              <a:rect l="0" t="0" r="r" b="b"/>
              <a:pathLst>
                <a:path w="1">
                  <a:moveTo>
                    <a:pt x="1" y="0"/>
                  </a:moveTo>
                  <a:lnTo>
                    <a:pt x="1" y="0"/>
                  </a:lnTo>
                  <a:lnTo>
                    <a:pt x="0" y="0"/>
                  </a:lnTo>
                  <a:lnTo>
                    <a:pt x="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4" name="Freeform 63"/>
            <p:cNvSpPr>
              <a:spLocks noEditPoints="1"/>
            </p:cNvSpPr>
            <p:nvPr/>
          </p:nvSpPr>
          <p:spPr bwMode="invGray">
            <a:xfrm>
              <a:off x="-4110038" y="2703513"/>
              <a:ext cx="16486188" cy="134937"/>
            </a:xfrm>
            <a:custGeom>
              <a:avLst/>
              <a:gdLst>
                <a:gd name="T0" fmla="*/ 5206 w 8594"/>
                <a:gd name="T1" fmla="*/ 34 h 60"/>
                <a:gd name="T2" fmla="*/ 4851 w 8594"/>
                <a:gd name="T3" fmla="*/ 37 h 60"/>
                <a:gd name="T4" fmla="*/ 5322 w 8594"/>
                <a:gd name="T5" fmla="*/ 35 h 60"/>
                <a:gd name="T6" fmla="*/ 5841 w 8594"/>
                <a:gd name="T7" fmla="*/ 43 h 60"/>
                <a:gd name="T8" fmla="*/ 5952 w 8594"/>
                <a:gd name="T9" fmla="*/ 46 h 60"/>
                <a:gd name="T10" fmla="*/ 6323 w 8594"/>
                <a:gd name="T11" fmla="*/ 40 h 60"/>
                <a:gd name="T12" fmla="*/ 6806 w 8594"/>
                <a:gd name="T13" fmla="*/ 32 h 60"/>
                <a:gd name="T14" fmla="*/ 6211 w 8594"/>
                <a:gd name="T15" fmla="*/ 34 h 60"/>
                <a:gd name="T16" fmla="*/ 5558 w 8594"/>
                <a:gd name="T17" fmla="*/ 29 h 60"/>
                <a:gd name="T18" fmla="*/ 7046 w 8594"/>
                <a:gd name="T19" fmla="*/ 41 h 60"/>
                <a:gd name="T20" fmla="*/ 7472 w 8594"/>
                <a:gd name="T21" fmla="*/ 40 h 60"/>
                <a:gd name="T22" fmla="*/ 7784 w 8594"/>
                <a:gd name="T23" fmla="*/ 39 h 60"/>
                <a:gd name="T24" fmla="*/ 4392 w 8594"/>
                <a:gd name="T25" fmla="*/ 36 h 60"/>
                <a:gd name="T26" fmla="*/ 4053 w 8594"/>
                <a:gd name="T27" fmla="*/ 35 h 60"/>
                <a:gd name="T28" fmla="*/ 4729 w 8594"/>
                <a:gd name="T29" fmla="*/ 29 h 60"/>
                <a:gd name="T30" fmla="*/ 348 w 8594"/>
                <a:gd name="T31" fmla="*/ 40 h 60"/>
                <a:gd name="T32" fmla="*/ 3365 w 8594"/>
                <a:gd name="T33" fmla="*/ 41 h 60"/>
                <a:gd name="T34" fmla="*/ 2626 w 8594"/>
                <a:gd name="T35" fmla="*/ 45 h 60"/>
                <a:gd name="T36" fmla="*/ 1989 w 8594"/>
                <a:gd name="T37" fmla="*/ 45 h 60"/>
                <a:gd name="T38" fmla="*/ 1241 w 8594"/>
                <a:gd name="T39" fmla="*/ 44 h 60"/>
                <a:gd name="T40" fmla="*/ 260 w 8594"/>
                <a:gd name="T41" fmla="*/ 41 h 60"/>
                <a:gd name="T42" fmla="*/ 403 w 8594"/>
                <a:gd name="T43" fmla="*/ 29 h 60"/>
                <a:gd name="T44" fmla="*/ 1235 w 8594"/>
                <a:gd name="T45" fmla="*/ 30 h 60"/>
                <a:gd name="T46" fmla="*/ 1695 w 8594"/>
                <a:gd name="T47" fmla="*/ 28 h 60"/>
                <a:gd name="T48" fmla="*/ 2516 w 8594"/>
                <a:gd name="T49" fmla="*/ 20 h 60"/>
                <a:gd name="T50" fmla="*/ 3096 w 8594"/>
                <a:gd name="T51" fmla="*/ 21 h 60"/>
                <a:gd name="T52" fmla="*/ 3775 w 8594"/>
                <a:gd name="T53" fmla="*/ 17 h 60"/>
                <a:gd name="T54" fmla="*/ 3608 w 8594"/>
                <a:gd name="T55" fmla="*/ 13 h 60"/>
                <a:gd name="T56" fmla="*/ 3472 w 8594"/>
                <a:gd name="T57" fmla="*/ 9 h 60"/>
                <a:gd name="T58" fmla="*/ 4061 w 8594"/>
                <a:gd name="T59" fmla="*/ 4 h 60"/>
                <a:gd name="T60" fmla="*/ 4257 w 8594"/>
                <a:gd name="T61" fmla="*/ 12 h 60"/>
                <a:gd name="T62" fmla="*/ 4645 w 8594"/>
                <a:gd name="T63" fmla="*/ 16 h 60"/>
                <a:gd name="T64" fmla="*/ 4373 w 8594"/>
                <a:gd name="T65" fmla="*/ 10 h 60"/>
                <a:gd name="T66" fmla="*/ 5119 w 8594"/>
                <a:gd name="T67" fmla="*/ 4 h 60"/>
                <a:gd name="T68" fmla="*/ 5193 w 8594"/>
                <a:gd name="T69" fmla="*/ 5 h 60"/>
                <a:gd name="T70" fmla="*/ 5134 w 8594"/>
                <a:gd name="T71" fmla="*/ 16 h 60"/>
                <a:gd name="T72" fmla="*/ 5438 w 8594"/>
                <a:gd name="T73" fmla="*/ 15 h 60"/>
                <a:gd name="T74" fmla="*/ 5834 w 8594"/>
                <a:gd name="T75" fmla="*/ 5 h 60"/>
                <a:gd name="T76" fmla="*/ 5843 w 8594"/>
                <a:gd name="T77" fmla="*/ 16 h 60"/>
                <a:gd name="T78" fmla="*/ 5967 w 8594"/>
                <a:gd name="T79" fmla="*/ 11 h 60"/>
                <a:gd name="T80" fmla="*/ 6226 w 8594"/>
                <a:gd name="T81" fmla="*/ 10 h 60"/>
                <a:gd name="T82" fmla="*/ 6261 w 8594"/>
                <a:gd name="T83" fmla="*/ 13 h 60"/>
                <a:gd name="T84" fmla="*/ 6697 w 8594"/>
                <a:gd name="T85" fmla="*/ 10 h 60"/>
                <a:gd name="T86" fmla="*/ 6837 w 8594"/>
                <a:gd name="T87" fmla="*/ 16 h 60"/>
                <a:gd name="T88" fmla="*/ 7682 w 8594"/>
                <a:gd name="T89" fmla="*/ 14 h 60"/>
                <a:gd name="T90" fmla="*/ 7802 w 8594"/>
                <a:gd name="T91" fmla="*/ 24 h 60"/>
                <a:gd name="T92" fmla="*/ 8182 w 8594"/>
                <a:gd name="T93" fmla="*/ 23 h 60"/>
                <a:gd name="T94" fmla="*/ 8315 w 8594"/>
                <a:gd name="T95" fmla="*/ 27 h 60"/>
                <a:gd name="T96" fmla="*/ 8441 w 8594"/>
                <a:gd name="T97" fmla="*/ 38 h 60"/>
                <a:gd name="T98" fmla="*/ 8077 w 8594"/>
                <a:gd name="T99" fmla="*/ 45 h 60"/>
                <a:gd name="T100" fmla="*/ 8594 w 8594"/>
                <a:gd name="T101" fmla="*/ 47 h 60"/>
                <a:gd name="T102" fmla="*/ 8205 w 8594"/>
                <a:gd name="T103" fmla="*/ 53 h 60"/>
                <a:gd name="T104" fmla="*/ 7779 w 8594"/>
                <a:gd name="T105" fmla="*/ 58 h 60"/>
                <a:gd name="T106" fmla="*/ 7358 w 8594"/>
                <a:gd name="T107" fmla="*/ 54 h 60"/>
                <a:gd name="T108" fmla="*/ 6692 w 8594"/>
                <a:gd name="T109" fmla="*/ 49 h 60"/>
                <a:gd name="T110" fmla="*/ 5792 w 8594"/>
                <a:gd name="T111" fmla="*/ 53 h 60"/>
                <a:gd name="T112" fmla="*/ 5390 w 8594"/>
                <a:gd name="T113" fmla="*/ 47 h 60"/>
                <a:gd name="T114" fmla="*/ 5194 w 8594"/>
                <a:gd name="T115" fmla="*/ 51 h 60"/>
                <a:gd name="T116" fmla="*/ 4559 w 8594"/>
                <a:gd name="T117" fmla="*/ 53 h 60"/>
                <a:gd name="T118" fmla="*/ 4226 w 8594"/>
                <a:gd name="T119" fmla="*/ 58 h 60"/>
                <a:gd name="T120" fmla="*/ 4010 w 8594"/>
                <a:gd name="T121" fmla="*/ 60 h 60"/>
                <a:gd name="T122" fmla="*/ 3858 w 8594"/>
                <a:gd name="T123" fmla="*/ 34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594" h="60">
                  <a:moveTo>
                    <a:pt x="4248" y="14"/>
                  </a:moveTo>
                  <a:lnTo>
                    <a:pt x="4248" y="14"/>
                  </a:lnTo>
                  <a:lnTo>
                    <a:pt x="4246" y="14"/>
                  </a:lnTo>
                  <a:lnTo>
                    <a:pt x="4248" y="14"/>
                  </a:lnTo>
                  <a:lnTo>
                    <a:pt x="4248" y="14"/>
                  </a:lnTo>
                  <a:close/>
                  <a:moveTo>
                    <a:pt x="5299" y="30"/>
                  </a:moveTo>
                  <a:lnTo>
                    <a:pt x="5299" y="30"/>
                  </a:lnTo>
                  <a:lnTo>
                    <a:pt x="5241" y="31"/>
                  </a:lnTo>
                  <a:lnTo>
                    <a:pt x="5247" y="31"/>
                  </a:lnTo>
                  <a:lnTo>
                    <a:pt x="5190" y="32"/>
                  </a:lnTo>
                  <a:cubicBezTo>
                    <a:pt x="5225" y="33"/>
                    <a:pt x="5248" y="35"/>
                    <a:pt x="5199" y="36"/>
                  </a:cubicBezTo>
                  <a:cubicBezTo>
                    <a:pt x="5203" y="36"/>
                    <a:pt x="5189" y="35"/>
                    <a:pt x="5206" y="34"/>
                  </a:cubicBezTo>
                  <a:cubicBezTo>
                    <a:pt x="5173" y="33"/>
                    <a:pt x="5101" y="32"/>
                    <a:pt x="5120" y="35"/>
                  </a:cubicBezTo>
                  <a:cubicBezTo>
                    <a:pt x="5183" y="32"/>
                    <a:pt x="5134" y="39"/>
                    <a:pt x="5184" y="36"/>
                  </a:cubicBezTo>
                  <a:cubicBezTo>
                    <a:pt x="5157" y="38"/>
                    <a:pt x="5131" y="38"/>
                    <a:pt x="5106" y="38"/>
                  </a:cubicBezTo>
                  <a:cubicBezTo>
                    <a:pt x="5132" y="37"/>
                    <a:pt x="5100" y="35"/>
                    <a:pt x="5061" y="34"/>
                  </a:cubicBezTo>
                  <a:cubicBezTo>
                    <a:pt x="5044" y="35"/>
                    <a:pt x="4997" y="34"/>
                    <a:pt x="4969" y="35"/>
                  </a:cubicBezTo>
                  <a:cubicBezTo>
                    <a:pt x="4979" y="37"/>
                    <a:pt x="4954" y="38"/>
                    <a:pt x="5001" y="38"/>
                  </a:cubicBezTo>
                  <a:cubicBezTo>
                    <a:pt x="4984" y="39"/>
                    <a:pt x="4957" y="39"/>
                    <a:pt x="4928" y="38"/>
                  </a:cubicBezTo>
                  <a:cubicBezTo>
                    <a:pt x="4940" y="38"/>
                    <a:pt x="4960" y="38"/>
                    <a:pt x="4959" y="37"/>
                  </a:cubicBezTo>
                  <a:cubicBezTo>
                    <a:pt x="4940" y="35"/>
                    <a:pt x="4917" y="35"/>
                    <a:pt x="4905" y="35"/>
                  </a:cubicBezTo>
                  <a:lnTo>
                    <a:pt x="4876" y="35"/>
                  </a:lnTo>
                  <a:cubicBezTo>
                    <a:pt x="4879" y="35"/>
                    <a:pt x="4881" y="35"/>
                    <a:pt x="4883" y="36"/>
                  </a:cubicBezTo>
                  <a:lnTo>
                    <a:pt x="4851" y="37"/>
                  </a:lnTo>
                  <a:cubicBezTo>
                    <a:pt x="4894" y="36"/>
                    <a:pt x="4871" y="38"/>
                    <a:pt x="4870" y="39"/>
                  </a:cubicBezTo>
                  <a:cubicBezTo>
                    <a:pt x="4871" y="37"/>
                    <a:pt x="4842" y="39"/>
                    <a:pt x="4827" y="39"/>
                  </a:cubicBezTo>
                  <a:lnTo>
                    <a:pt x="4860" y="41"/>
                  </a:lnTo>
                  <a:cubicBezTo>
                    <a:pt x="4844" y="42"/>
                    <a:pt x="4805" y="40"/>
                    <a:pt x="4813" y="42"/>
                  </a:cubicBezTo>
                  <a:cubicBezTo>
                    <a:pt x="4881" y="43"/>
                    <a:pt x="4907" y="42"/>
                    <a:pt x="4969" y="42"/>
                  </a:cubicBezTo>
                  <a:lnTo>
                    <a:pt x="4944" y="40"/>
                  </a:lnTo>
                  <a:cubicBezTo>
                    <a:pt x="5014" y="39"/>
                    <a:pt x="4987" y="43"/>
                    <a:pt x="5065" y="43"/>
                  </a:cubicBezTo>
                  <a:cubicBezTo>
                    <a:pt x="5098" y="41"/>
                    <a:pt x="5183" y="42"/>
                    <a:pt x="5184" y="39"/>
                  </a:cubicBezTo>
                  <a:cubicBezTo>
                    <a:pt x="5174" y="40"/>
                    <a:pt x="5233" y="42"/>
                    <a:pt x="5260" y="40"/>
                  </a:cubicBezTo>
                  <a:cubicBezTo>
                    <a:pt x="5289" y="38"/>
                    <a:pt x="5379" y="37"/>
                    <a:pt x="5352" y="36"/>
                  </a:cubicBezTo>
                  <a:cubicBezTo>
                    <a:pt x="5328" y="36"/>
                    <a:pt x="5295" y="37"/>
                    <a:pt x="5276" y="36"/>
                  </a:cubicBezTo>
                  <a:lnTo>
                    <a:pt x="5322" y="35"/>
                  </a:lnTo>
                  <a:lnTo>
                    <a:pt x="5292" y="33"/>
                  </a:lnTo>
                  <a:cubicBezTo>
                    <a:pt x="5308" y="34"/>
                    <a:pt x="5306" y="32"/>
                    <a:pt x="5299" y="30"/>
                  </a:cubicBezTo>
                  <a:close/>
                  <a:moveTo>
                    <a:pt x="5493" y="27"/>
                  </a:moveTo>
                  <a:lnTo>
                    <a:pt x="5493" y="27"/>
                  </a:lnTo>
                  <a:cubicBezTo>
                    <a:pt x="5524" y="32"/>
                    <a:pt x="5557" y="36"/>
                    <a:pt x="5700" y="35"/>
                  </a:cubicBezTo>
                  <a:lnTo>
                    <a:pt x="5689" y="35"/>
                  </a:lnTo>
                  <a:cubicBezTo>
                    <a:pt x="5761" y="38"/>
                    <a:pt x="5829" y="32"/>
                    <a:pt x="5916" y="35"/>
                  </a:cubicBezTo>
                  <a:cubicBezTo>
                    <a:pt x="5874" y="36"/>
                    <a:pt x="5876" y="36"/>
                    <a:pt x="5829" y="40"/>
                  </a:cubicBezTo>
                  <a:lnTo>
                    <a:pt x="5875" y="39"/>
                  </a:lnTo>
                  <a:cubicBezTo>
                    <a:pt x="5862" y="41"/>
                    <a:pt x="5907" y="40"/>
                    <a:pt x="5941" y="40"/>
                  </a:cubicBezTo>
                  <a:lnTo>
                    <a:pt x="5911" y="43"/>
                  </a:lnTo>
                  <a:cubicBezTo>
                    <a:pt x="5891" y="42"/>
                    <a:pt x="5839" y="42"/>
                    <a:pt x="5841" y="43"/>
                  </a:cubicBezTo>
                  <a:cubicBezTo>
                    <a:pt x="5852" y="42"/>
                    <a:pt x="5772" y="39"/>
                    <a:pt x="5729" y="40"/>
                  </a:cubicBezTo>
                  <a:cubicBezTo>
                    <a:pt x="5733" y="42"/>
                    <a:pt x="5825" y="41"/>
                    <a:pt x="5784" y="44"/>
                  </a:cubicBezTo>
                  <a:cubicBezTo>
                    <a:pt x="5820" y="43"/>
                    <a:pt x="5825" y="45"/>
                    <a:pt x="5862" y="44"/>
                  </a:cubicBezTo>
                  <a:cubicBezTo>
                    <a:pt x="5826" y="45"/>
                    <a:pt x="5853" y="47"/>
                    <a:pt x="5827" y="48"/>
                  </a:cubicBezTo>
                  <a:lnTo>
                    <a:pt x="5888" y="47"/>
                  </a:lnTo>
                  <a:cubicBezTo>
                    <a:pt x="5890" y="48"/>
                    <a:pt x="5798" y="49"/>
                    <a:pt x="5849" y="51"/>
                  </a:cubicBezTo>
                  <a:cubicBezTo>
                    <a:pt x="5874" y="50"/>
                    <a:pt x="5940" y="52"/>
                    <a:pt x="5941" y="49"/>
                  </a:cubicBezTo>
                  <a:lnTo>
                    <a:pt x="5943" y="50"/>
                  </a:lnTo>
                  <a:cubicBezTo>
                    <a:pt x="5989" y="51"/>
                    <a:pt x="5963" y="47"/>
                    <a:pt x="6020" y="48"/>
                  </a:cubicBezTo>
                  <a:cubicBezTo>
                    <a:pt x="6021" y="47"/>
                    <a:pt x="6010" y="47"/>
                    <a:pt x="5989" y="47"/>
                  </a:cubicBezTo>
                  <a:cubicBezTo>
                    <a:pt x="5972" y="47"/>
                    <a:pt x="5969" y="49"/>
                    <a:pt x="5934" y="49"/>
                  </a:cubicBezTo>
                  <a:cubicBezTo>
                    <a:pt x="5918" y="47"/>
                    <a:pt x="5977" y="49"/>
                    <a:pt x="5952" y="46"/>
                  </a:cubicBezTo>
                  <a:cubicBezTo>
                    <a:pt x="5940" y="45"/>
                    <a:pt x="5858" y="48"/>
                    <a:pt x="5884" y="44"/>
                  </a:cubicBezTo>
                  <a:lnTo>
                    <a:pt x="5931" y="45"/>
                  </a:lnTo>
                  <a:cubicBezTo>
                    <a:pt x="5932" y="43"/>
                    <a:pt x="5965" y="43"/>
                    <a:pt x="5964" y="41"/>
                  </a:cubicBezTo>
                  <a:cubicBezTo>
                    <a:pt x="5993" y="40"/>
                    <a:pt x="6019" y="43"/>
                    <a:pt x="6048" y="41"/>
                  </a:cubicBezTo>
                  <a:cubicBezTo>
                    <a:pt x="6060" y="40"/>
                    <a:pt x="6039" y="37"/>
                    <a:pt x="6087" y="38"/>
                  </a:cubicBezTo>
                  <a:cubicBezTo>
                    <a:pt x="6124" y="41"/>
                    <a:pt x="6234" y="41"/>
                    <a:pt x="6276" y="40"/>
                  </a:cubicBezTo>
                  <a:lnTo>
                    <a:pt x="6312" y="39"/>
                  </a:lnTo>
                  <a:cubicBezTo>
                    <a:pt x="6309" y="38"/>
                    <a:pt x="6243" y="39"/>
                    <a:pt x="6266" y="38"/>
                  </a:cubicBezTo>
                  <a:lnTo>
                    <a:pt x="6322" y="37"/>
                  </a:lnTo>
                  <a:lnTo>
                    <a:pt x="6318" y="38"/>
                  </a:lnTo>
                  <a:cubicBezTo>
                    <a:pt x="6337" y="38"/>
                    <a:pt x="6356" y="37"/>
                    <a:pt x="6373" y="37"/>
                  </a:cubicBezTo>
                  <a:cubicBezTo>
                    <a:pt x="6355" y="38"/>
                    <a:pt x="6315" y="38"/>
                    <a:pt x="6323" y="40"/>
                  </a:cubicBezTo>
                  <a:cubicBezTo>
                    <a:pt x="6349" y="40"/>
                    <a:pt x="6353" y="41"/>
                    <a:pt x="6377" y="41"/>
                  </a:cubicBezTo>
                  <a:cubicBezTo>
                    <a:pt x="6372" y="41"/>
                    <a:pt x="6368" y="41"/>
                    <a:pt x="6368" y="41"/>
                  </a:cubicBezTo>
                  <a:cubicBezTo>
                    <a:pt x="6422" y="42"/>
                    <a:pt x="6420" y="39"/>
                    <a:pt x="6433" y="38"/>
                  </a:cubicBezTo>
                  <a:cubicBezTo>
                    <a:pt x="6487" y="36"/>
                    <a:pt x="6379" y="36"/>
                    <a:pt x="6386" y="33"/>
                  </a:cubicBezTo>
                  <a:lnTo>
                    <a:pt x="6543" y="32"/>
                  </a:lnTo>
                  <a:cubicBezTo>
                    <a:pt x="6529" y="33"/>
                    <a:pt x="6516" y="34"/>
                    <a:pt x="6521" y="35"/>
                  </a:cubicBezTo>
                  <a:cubicBezTo>
                    <a:pt x="6559" y="36"/>
                    <a:pt x="6522" y="36"/>
                    <a:pt x="6576" y="36"/>
                  </a:cubicBezTo>
                  <a:cubicBezTo>
                    <a:pt x="6572" y="33"/>
                    <a:pt x="6644" y="35"/>
                    <a:pt x="6682" y="33"/>
                  </a:cubicBezTo>
                  <a:cubicBezTo>
                    <a:pt x="6700" y="34"/>
                    <a:pt x="6704" y="34"/>
                    <a:pt x="6665" y="34"/>
                  </a:cubicBezTo>
                  <a:cubicBezTo>
                    <a:pt x="6669" y="36"/>
                    <a:pt x="6721" y="36"/>
                    <a:pt x="6740" y="36"/>
                  </a:cubicBezTo>
                  <a:lnTo>
                    <a:pt x="6781" y="35"/>
                  </a:lnTo>
                  <a:cubicBezTo>
                    <a:pt x="6765" y="34"/>
                    <a:pt x="6772" y="32"/>
                    <a:pt x="6806" y="32"/>
                  </a:cubicBezTo>
                  <a:lnTo>
                    <a:pt x="6808" y="31"/>
                  </a:lnTo>
                  <a:cubicBezTo>
                    <a:pt x="6752" y="31"/>
                    <a:pt x="6666" y="28"/>
                    <a:pt x="6631" y="30"/>
                  </a:cubicBezTo>
                  <a:lnTo>
                    <a:pt x="6641" y="29"/>
                  </a:lnTo>
                  <a:cubicBezTo>
                    <a:pt x="6577" y="28"/>
                    <a:pt x="6502" y="33"/>
                    <a:pt x="6472" y="29"/>
                  </a:cubicBezTo>
                  <a:cubicBezTo>
                    <a:pt x="6475" y="28"/>
                    <a:pt x="6459" y="29"/>
                    <a:pt x="6460" y="27"/>
                  </a:cubicBezTo>
                  <a:lnTo>
                    <a:pt x="6413" y="28"/>
                  </a:lnTo>
                  <a:lnTo>
                    <a:pt x="6423" y="27"/>
                  </a:lnTo>
                  <a:lnTo>
                    <a:pt x="6343" y="28"/>
                  </a:lnTo>
                  <a:lnTo>
                    <a:pt x="6345" y="27"/>
                  </a:lnTo>
                  <a:lnTo>
                    <a:pt x="6253" y="32"/>
                  </a:lnTo>
                  <a:cubicBezTo>
                    <a:pt x="6253" y="33"/>
                    <a:pt x="6255" y="33"/>
                    <a:pt x="6242" y="34"/>
                  </a:cubicBezTo>
                  <a:cubicBezTo>
                    <a:pt x="6230" y="34"/>
                    <a:pt x="6220" y="34"/>
                    <a:pt x="6211" y="34"/>
                  </a:cubicBezTo>
                  <a:cubicBezTo>
                    <a:pt x="6211" y="34"/>
                    <a:pt x="6211" y="34"/>
                    <a:pt x="6211" y="34"/>
                  </a:cubicBezTo>
                  <a:lnTo>
                    <a:pt x="6211" y="34"/>
                  </a:lnTo>
                  <a:cubicBezTo>
                    <a:pt x="6191" y="34"/>
                    <a:pt x="6178" y="32"/>
                    <a:pt x="6154" y="32"/>
                  </a:cubicBezTo>
                  <a:lnTo>
                    <a:pt x="6229" y="32"/>
                  </a:lnTo>
                  <a:cubicBezTo>
                    <a:pt x="6235" y="30"/>
                    <a:pt x="6228" y="29"/>
                    <a:pt x="6192" y="27"/>
                  </a:cubicBezTo>
                  <a:cubicBezTo>
                    <a:pt x="6207" y="27"/>
                    <a:pt x="6213" y="26"/>
                    <a:pt x="6195" y="26"/>
                  </a:cubicBezTo>
                  <a:cubicBezTo>
                    <a:pt x="6192" y="26"/>
                    <a:pt x="6146" y="27"/>
                    <a:pt x="6163" y="28"/>
                  </a:cubicBezTo>
                  <a:cubicBezTo>
                    <a:pt x="6092" y="29"/>
                    <a:pt x="5978" y="25"/>
                    <a:pt x="5870" y="28"/>
                  </a:cubicBezTo>
                  <a:cubicBezTo>
                    <a:pt x="5947" y="26"/>
                    <a:pt x="5808" y="25"/>
                    <a:pt x="5894" y="25"/>
                  </a:cubicBezTo>
                  <a:cubicBezTo>
                    <a:pt x="5834" y="22"/>
                    <a:pt x="5842" y="27"/>
                    <a:pt x="5781" y="27"/>
                  </a:cubicBezTo>
                  <a:cubicBezTo>
                    <a:pt x="5776" y="26"/>
                    <a:pt x="5814" y="27"/>
                    <a:pt x="5828" y="25"/>
                  </a:cubicBezTo>
                  <a:cubicBezTo>
                    <a:pt x="5727" y="24"/>
                    <a:pt x="5657" y="29"/>
                    <a:pt x="5558" y="29"/>
                  </a:cubicBezTo>
                  <a:lnTo>
                    <a:pt x="5554" y="27"/>
                  </a:lnTo>
                  <a:lnTo>
                    <a:pt x="5493" y="27"/>
                  </a:lnTo>
                  <a:close/>
                  <a:moveTo>
                    <a:pt x="7145" y="32"/>
                  </a:moveTo>
                  <a:lnTo>
                    <a:pt x="7145" y="32"/>
                  </a:lnTo>
                  <a:cubicBezTo>
                    <a:pt x="7151" y="32"/>
                    <a:pt x="7153" y="31"/>
                    <a:pt x="7153" y="31"/>
                  </a:cubicBezTo>
                  <a:cubicBezTo>
                    <a:pt x="7028" y="36"/>
                    <a:pt x="6926" y="37"/>
                    <a:pt x="6859" y="36"/>
                  </a:cubicBezTo>
                  <a:cubicBezTo>
                    <a:pt x="6872" y="38"/>
                    <a:pt x="6932" y="40"/>
                    <a:pt x="6961" y="41"/>
                  </a:cubicBezTo>
                  <a:lnTo>
                    <a:pt x="6936" y="43"/>
                  </a:lnTo>
                  <a:lnTo>
                    <a:pt x="6920" y="41"/>
                  </a:lnTo>
                  <a:lnTo>
                    <a:pt x="6876" y="43"/>
                  </a:lnTo>
                  <a:cubicBezTo>
                    <a:pt x="6888" y="44"/>
                    <a:pt x="6924" y="44"/>
                    <a:pt x="6947" y="45"/>
                  </a:cubicBezTo>
                  <a:lnTo>
                    <a:pt x="7046" y="41"/>
                  </a:lnTo>
                  <a:lnTo>
                    <a:pt x="6986" y="40"/>
                  </a:lnTo>
                  <a:cubicBezTo>
                    <a:pt x="7002" y="40"/>
                    <a:pt x="7082" y="40"/>
                    <a:pt x="7114" y="40"/>
                  </a:cubicBezTo>
                  <a:cubicBezTo>
                    <a:pt x="7115" y="38"/>
                    <a:pt x="7060" y="37"/>
                    <a:pt x="7053" y="39"/>
                  </a:cubicBezTo>
                  <a:cubicBezTo>
                    <a:pt x="7047" y="37"/>
                    <a:pt x="7110" y="38"/>
                    <a:pt x="7070" y="36"/>
                  </a:cubicBezTo>
                  <a:cubicBezTo>
                    <a:pt x="7117" y="34"/>
                    <a:pt x="7193" y="36"/>
                    <a:pt x="7228" y="37"/>
                  </a:cubicBezTo>
                  <a:lnTo>
                    <a:pt x="7234" y="39"/>
                  </a:lnTo>
                  <a:cubicBezTo>
                    <a:pt x="7272" y="41"/>
                    <a:pt x="7260" y="36"/>
                    <a:pt x="7305" y="38"/>
                  </a:cubicBezTo>
                  <a:cubicBezTo>
                    <a:pt x="7249" y="38"/>
                    <a:pt x="7315" y="41"/>
                    <a:pt x="7270" y="41"/>
                  </a:cubicBezTo>
                  <a:cubicBezTo>
                    <a:pt x="7284" y="42"/>
                    <a:pt x="7270" y="44"/>
                    <a:pt x="7315" y="44"/>
                  </a:cubicBezTo>
                  <a:cubicBezTo>
                    <a:pt x="7352" y="40"/>
                    <a:pt x="7362" y="46"/>
                    <a:pt x="7398" y="43"/>
                  </a:cubicBezTo>
                  <a:cubicBezTo>
                    <a:pt x="7421" y="44"/>
                    <a:pt x="7372" y="45"/>
                    <a:pt x="7418" y="46"/>
                  </a:cubicBezTo>
                  <a:cubicBezTo>
                    <a:pt x="7472" y="44"/>
                    <a:pt x="7469" y="43"/>
                    <a:pt x="7472" y="40"/>
                  </a:cubicBezTo>
                  <a:cubicBezTo>
                    <a:pt x="7422" y="39"/>
                    <a:pt x="7416" y="43"/>
                    <a:pt x="7375" y="42"/>
                  </a:cubicBezTo>
                  <a:lnTo>
                    <a:pt x="7456" y="38"/>
                  </a:lnTo>
                  <a:cubicBezTo>
                    <a:pt x="7441" y="38"/>
                    <a:pt x="7430" y="38"/>
                    <a:pt x="7421" y="38"/>
                  </a:cubicBezTo>
                  <a:cubicBezTo>
                    <a:pt x="7437" y="38"/>
                    <a:pt x="7451" y="37"/>
                    <a:pt x="7463" y="36"/>
                  </a:cubicBezTo>
                  <a:lnTo>
                    <a:pt x="7482" y="35"/>
                  </a:lnTo>
                  <a:cubicBezTo>
                    <a:pt x="7436" y="35"/>
                    <a:pt x="7395" y="35"/>
                    <a:pt x="7388" y="34"/>
                  </a:cubicBezTo>
                  <a:lnTo>
                    <a:pt x="7394" y="32"/>
                  </a:lnTo>
                  <a:cubicBezTo>
                    <a:pt x="7378" y="31"/>
                    <a:pt x="7352" y="32"/>
                    <a:pt x="7339" y="33"/>
                  </a:cubicBezTo>
                  <a:cubicBezTo>
                    <a:pt x="7299" y="33"/>
                    <a:pt x="7258" y="34"/>
                    <a:pt x="7249" y="33"/>
                  </a:cubicBezTo>
                  <a:lnTo>
                    <a:pt x="7264" y="32"/>
                  </a:lnTo>
                  <a:lnTo>
                    <a:pt x="7145" y="32"/>
                  </a:lnTo>
                  <a:close/>
                  <a:moveTo>
                    <a:pt x="7784" y="39"/>
                  </a:moveTo>
                  <a:lnTo>
                    <a:pt x="7784" y="39"/>
                  </a:lnTo>
                  <a:lnTo>
                    <a:pt x="7795" y="40"/>
                  </a:lnTo>
                  <a:lnTo>
                    <a:pt x="7764" y="41"/>
                  </a:lnTo>
                  <a:cubicBezTo>
                    <a:pt x="7709" y="41"/>
                    <a:pt x="7664" y="37"/>
                    <a:pt x="7614" y="40"/>
                  </a:cubicBezTo>
                  <a:cubicBezTo>
                    <a:pt x="7591" y="39"/>
                    <a:pt x="7578" y="37"/>
                    <a:pt x="7566" y="36"/>
                  </a:cubicBezTo>
                  <a:lnTo>
                    <a:pt x="7597" y="36"/>
                  </a:lnTo>
                  <a:cubicBezTo>
                    <a:pt x="7737" y="32"/>
                    <a:pt x="7670" y="41"/>
                    <a:pt x="7784" y="39"/>
                  </a:cubicBezTo>
                  <a:close/>
                  <a:moveTo>
                    <a:pt x="4385" y="43"/>
                  </a:moveTo>
                  <a:lnTo>
                    <a:pt x="4385" y="43"/>
                  </a:lnTo>
                  <a:cubicBezTo>
                    <a:pt x="4401" y="40"/>
                    <a:pt x="4455" y="40"/>
                    <a:pt x="4458" y="38"/>
                  </a:cubicBezTo>
                  <a:cubicBezTo>
                    <a:pt x="4462" y="37"/>
                    <a:pt x="4450" y="37"/>
                    <a:pt x="4437" y="37"/>
                  </a:cubicBezTo>
                  <a:lnTo>
                    <a:pt x="4392" y="36"/>
                  </a:lnTo>
                  <a:cubicBezTo>
                    <a:pt x="4391" y="37"/>
                    <a:pt x="4388" y="37"/>
                    <a:pt x="4383" y="37"/>
                  </a:cubicBezTo>
                  <a:cubicBezTo>
                    <a:pt x="4399" y="38"/>
                    <a:pt x="4409" y="38"/>
                    <a:pt x="4403" y="40"/>
                  </a:cubicBezTo>
                  <a:cubicBezTo>
                    <a:pt x="4362" y="37"/>
                    <a:pt x="4366" y="42"/>
                    <a:pt x="4322" y="42"/>
                  </a:cubicBezTo>
                  <a:cubicBezTo>
                    <a:pt x="4308" y="43"/>
                    <a:pt x="4371" y="43"/>
                    <a:pt x="4385" y="43"/>
                  </a:cubicBezTo>
                  <a:close/>
                  <a:moveTo>
                    <a:pt x="4129" y="37"/>
                  </a:moveTo>
                  <a:lnTo>
                    <a:pt x="4129" y="37"/>
                  </a:lnTo>
                  <a:lnTo>
                    <a:pt x="4138" y="35"/>
                  </a:lnTo>
                  <a:lnTo>
                    <a:pt x="4112" y="35"/>
                  </a:lnTo>
                  <a:cubicBezTo>
                    <a:pt x="4115" y="36"/>
                    <a:pt x="4118" y="37"/>
                    <a:pt x="4129" y="37"/>
                  </a:cubicBezTo>
                  <a:close/>
                  <a:moveTo>
                    <a:pt x="4049" y="35"/>
                  </a:moveTo>
                  <a:lnTo>
                    <a:pt x="4049" y="35"/>
                  </a:lnTo>
                  <a:lnTo>
                    <a:pt x="4053" y="35"/>
                  </a:lnTo>
                  <a:lnTo>
                    <a:pt x="4025" y="34"/>
                  </a:lnTo>
                  <a:cubicBezTo>
                    <a:pt x="4029" y="35"/>
                    <a:pt x="4036" y="35"/>
                    <a:pt x="4049" y="35"/>
                  </a:cubicBezTo>
                  <a:close/>
                  <a:moveTo>
                    <a:pt x="4812" y="35"/>
                  </a:moveTo>
                  <a:lnTo>
                    <a:pt x="4812" y="35"/>
                  </a:lnTo>
                  <a:cubicBezTo>
                    <a:pt x="4808" y="35"/>
                    <a:pt x="4804" y="35"/>
                    <a:pt x="4802" y="35"/>
                  </a:cubicBezTo>
                  <a:lnTo>
                    <a:pt x="4812" y="35"/>
                  </a:lnTo>
                  <a:close/>
                  <a:moveTo>
                    <a:pt x="4778" y="37"/>
                  </a:moveTo>
                  <a:lnTo>
                    <a:pt x="4778" y="37"/>
                  </a:lnTo>
                  <a:cubicBezTo>
                    <a:pt x="4817" y="38"/>
                    <a:pt x="4808" y="37"/>
                    <a:pt x="4814" y="36"/>
                  </a:cubicBezTo>
                  <a:lnTo>
                    <a:pt x="4773" y="36"/>
                  </a:lnTo>
                  <a:cubicBezTo>
                    <a:pt x="4778" y="36"/>
                    <a:pt x="4781" y="37"/>
                    <a:pt x="4778" y="37"/>
                  </a:cubicBezTo>
                  <a:close/>
                  <a:moveTo>
                    <a:pt x="4729" y="29"/>
                  </a:moveTo>
                  <a:lnTo>
                    <a:pt x="4729" y="29"/>
                  </a:lnTo>
                  <a:lnTo>
                    <a:pt x="4523" y="28"/>
                  </a:lnTo>
                  <a:cubicBezTo>
                    <a:pt x="4643" y="33"/>
                    <a:pt x="4728" y="36"/>
                    <a:pt x="4527" y="37"/>
                  </a:cubicBezTo>
                  <a:lnTo>
                    <a:pt x="4514" y="37"/>
                  </a:lnTo>
                  <a:cubicBezTo>
                    <a:pt x="4540" y="38"/>
                    <a:pt x="4586" y="38"/>
                    <a:pt x="4628" y="37"/>
                  </a:cubicBezTo>
                  <a:cubicBezTo>
                    <a:pt x="4662" y="35"/>
                    <a:pt x="4773" y="29"/>
                    <a:pt x="4772" y="28"/>
                  </a:cubicBezTo>
                  <a:cubicBezTo>
                    <a:pt x="4760" y="27"/>
                    <a:pt x="4742" y="28"/>
                    <a:pt x="4720" y="28"/>
                  </a:cubicBezTo>
                  <a:lnTo>
                    <a:pt x="4729" y="29"/>
                  </a:lnTo>
                  <a:close/>
                  <a:moveTo>
                    <a:pt x="348" y="40"/>
                  </a:moveTo>
                  <a:lnTo>
                    <a:pt x="348" y="40"/>
                  </a:lnTo>
                  <a:cubicBezTo>
                    <a:pt x="352" y="40"/>
                    <a:pt x="354" y="40"/>
                    <a:pt x="356" y="40"/>
                  </a:cubicBezTo>
                  <a:cubicBezTo>
                    <a:pt x="354" y="40"/>
                    <a:pt x="356" y="40"/>
                    <a:pt x="348" y="40"/>
                  </a:cubicBezTo>
                  <a:close/>
                  <a:moveTo>
                    <a:pt x="3713" y="39"/>
                  </a:moveTo>
                  <a:lnTo>
                    <a:pt x="3713" y="39"/>
                  </a:lnTo>
                  <a:lnTo>
                    <a:pt x="3699" y="40"/>
                  </a:lnTo>
                  <a:lnTo>
                    <a:pt x="3706" y="39"/>
                  </a:lnTo>
                  <a:lnTo>
                    <a:pt x="3671" y="39"/>
                  </a:lnTo>
                  <a:lnTo>
                    <a:pt x="3656" y="39"/>
                  </a:lnTo>
                  <a:cubicBezTo>
                    <a:pt x="3658" y="39"/>
                    <a:pt x="3660" y="39"/>
                    <a:pt x="3661" y="39"/>
                  </a:cubicBezTo>
                  <a:lnTo>
                    <a:pt x="3650" y="38"/>
                  </a:lnTo>
                  <a:cubicBezTo>
                    <a:pt x="3622" y="40"/>
                    <a:pt x="3552" y="42"/>
                    <a:pt x="3532" y="43"/>
                  </a:cubicBezTo>
                  <a:cubicBezTo>
                    <a:pt x="3505" y="44"/>
                    <a:pt x="3473" y="44"/>
                    <a:pt x="3452" y="44"/>
                  </a:cubicBezTo>
                  <a:cubicBezTo>
                    <a:pt x="3471" y="44"/>
                    <a:pt x="3496" y="44"/>
                    <a:pt x="3489" y="43"/>
                  </a:cubicBezTo>
                  <a:cubicBezTo>
                    <a:pt x="3450" y="42"/>
                    <a:pt x="3431" y="39"/>
                    <a:pt x="3365" y="41"/>
                  </a:cubicBezTo>
                  <a:lnTo>
                    <a:pt x="3404" y="41"/>
                  </a:lnTo>
                  <a:lnTo>
                    <a:pt x="3316" y="45"/>
                  </a:lnTo>
                  <a:cubicBezTo>
                    <a:pt x="3286" y="44"/>
                    <a:pt x="3360" y="43"/>
                    <a:pt x="3372" y="42"/>
                  </a:cubicBezTo>
                  <a:cubicBezTo>
                    <a:pt x="3304" y="44"/>
                    <a:pt x="3247" y="39"/>
                    <a:pt x="3216" y="42"/>
                  </a:cubicBezTo>
                  <a:cubicBezTo>
                    <a:pt x="3211" y="40"/>
                    <a:pt x="3204" y="37"/>
                    <a:pt x="3159" y="37"/>
                  </a:cubicBezTo>
                  <a:cubicBezTo>
                    <a:pt x="3191" y="40"/>
                    <a:pt x="3132" y="39"/>
                    <a:pt x="3159" y="41"/>
                  </a:cubicBezTo>
                  <a:cubicBezTo>
                    <a:pt x="3143" y="42"/>
                    <a:pt x="3109" y="41"/>
                    <a:pt x="3106" y="42"/>
                  </a:cubicBezTo>
                  <a:lnTo>
                    <a:pt x="3110" y="41"/>
                  </a:lnTo>
                  <a:cubicBezTo>
                    <a:pt x="3034" y="38"/>
                    <a:pt x="3009" y="43"/>
                    <a:pt x="2976" y="45"/>
                  </a:cubicBezTo>
                  <a:cubicBezTo>
                    <a:pt x="2885" y="46"/>
                    <a:pt x="2843" y="45"/>
                    <a:pt x="2768" y="45"/>
                  </a:cubicBezTo>
                  <a:cubicBezTo>
                    <a:pt x="2765" y="44"/>
                    <a:pt x="2745" y="40"/>
                    <a:pt x="2715" y="40"/>
                  </a:cubicBezTo>
                  <a:cubicBezTo>
                    <a:pt x="2701" y="42"/>
                    <a:pt x="2633" y="43"/>
                    <a:pt x="2626" y="45"/>
                  </a:cubicBezTo>
                  <a:cubicBezTo>
                    <a:pt x="2680" y="46"/>
                    <a:pt x="2670" y="43"/>
                    <a:pt x="2702" y="43"/>
                  </a:cubicBezTo>
                  <a:cubicBezTo>
                    <a:pt x="2729" y="45"/>
                    <a:pt x="2705" y="45"/>
                    <a:pt x="2741" y="46"/>
                  </a:cubicBezTo>
                  <a:cubicBezTo>
                    <a:pt x="2712" y="46"/>
                    <a:pt x="2608" y="48"/>
                    <a:pt x="2576" y="46"/>
                  </a:cubicBezTo>
                  <a:lnTo>
                    <a:pt x="2587" y="45"/>
                  </a:lnTo>
                  <a:cubicBezTo>
                    <a:pt x="2536" y="44"/>
                    <a:pt x="2526" y="39"/>
                    <a:pt x="2441" y="42"/>
                  </a:cubicBezTo>
                  <a:lnTo>
                    <a:pt x="2400" y="43"/>
                  </a:lnTo>
                  <a:cubicBezTo>
                    <a:pt x="2402" y="43"/>
                    <a:pt x="2402" y="43"/>
                    <a:pt x="2403" y="43"/>
                  </a:cubicBezTo>
                  <a:cubicBezTo>
                    <a:pt x="2336" y="43"/>
                    <a:pt x="2354" y="40"/>
                    <a:pt x="2280" y="42"/>
                  </a:cubicBezTo>
                  <a:cubicBezTo>
                    <a:pt x="2286" y="42"/>
                    <a:pt x="2283" y="42"/>
                    <a:pt x="2288" y="42"/>
                  </a:cubicBezTo>
                  <a:cubicBezTo>
                    <a:pt x="2246" y="40"/>
                    <a:pt x="2204" y="43"/>
                    <a:pt x="2172" y="44"/>
                  </a:cubicBezTo>
                  <a:cubicBezTo>
                    <a:pt x="2153" y="42"/>
                    <a:pt x="2177" y="42"/>
                    <a:pt x="2189" y="40"/>
                  </a:cubicBezTo>
                  <a:cubicBezTo>
                    <a:pt x="2115" y="40"/>
                    <a:pt x="2035" y="43"/>
                    <a:pt x="1989" y="45"/>
                  </a:cubicBezTo>
                  <a:lnTo>
                    <a:pt x="1941" y="44"/>
                  </a:lnTo>
                  <a:cubicBezTo>
                    <a:pt x="1969" y="43"/>
                    <a:pt x="2004" y="41"/>
                    <a:pt x="1995" y="40"/>
                  </a:cubicBezTo>
                  <a:cubicBezTo>
                    <a:pt x="1969" y="41"/>
                    <a:pt x="1974" y="42"/>
                    <a:pt x="1937" y="41"/>
                  </a:cubicBezTo>
                  <a:cubicBezTo>
                    <a:pt x="1943" y="40"/>
                    <a:pt x="1959" y="39"/>
                    <a:pt x="1976" y="37"/>
                  </a:cubicBezTo>
                  <a:cubicBezTo>
                    <a:pt x="1900" y="35"/>
                    <a:pt x="1959" y="42"/>
                    <a:pt x="1905" y="38"/>
                  </a:cubicBezTo>
                  <a:cubicBezTo>
                    <a:pt x="1881" y="38"/>
                    <a:pt x="1867" y="40"/>
                    <a:pt x="1865" y="41"/>
                  </a:cubicBezTo>
                  <a:lnTo>
                    <a:pt x="1821" y="39"/>
                  </a:lnTo>
                  <a:cubicBezTo>
                    <a:pt x="1816" y="41"/>
                    <a:pt x="1762" y="41"/>
                    <a:pt x="1727" y="42"/>
                  </a:cubicBezTo>
                  <a:cubicBezTo>
                    <a:pt x="1722" y="42"/>
                    <a:pt x="1755" y="44"/>
                    <a:pt x="1769" y="43"/>
                  </a:cubicBezTo>
                  <a:cubicBezTo>
                    <a:pt x="1766" y="44"/>
                    <a:pt x="1728" y="45"/>
                    <a:pt x="1704" y="45"/>
                  </a:cubicBezTo>
                  <a:cubicBezTo>
                    <a:pt x="1695" y="41"/>
                    <a:pt x="1546" y="46"/>
                    <a:pt x="1574" y="41"/>
                  </a:cubicBezTo>
                  <a:cubicBezTo>
                    <a:pt x="1466" y="42"/>
                    <a:pt x="1313" y="43"/>
                    <a:pt x="1241" y="44"/>
                  </a:cubicBezTo>
                  <a:cubicBezTo>
                    <a:pt x="1218" y="43"/>
                    <a:pt x="1170" y="43"/>
                    <a:pt x="1198" y="41"/>
                  </a:cubicBezTo>
                  <a:cubicBezTo>
                    <a:pt x="1111" y="41"/>
                    <a:pt x="1066" y="45"/>
                    <a:pt x="979" y="44"/>
                  </a:cubicBezTo>
                  <a:cubicBezTo>
                    <a:pt x="972" y="44"/>
                    <a:pt x="1018" y="44"/>
                    <a:pt x="1015" y="43"/>
                  </a:cubicBezTo>
                  <a:cubicBezTo>
                    <a:pt x="958" y="44"/>
                    <a:pt x="912" y="41"/>
                    <a:pt x="824" y="42"/>
                  </a:cubicBezTo>
                  <a:cubicBezTo>
                    <a:pt x="839" y="42"/>
                    <a:pt x="843" y="41"/>
                    <a:pt x="845" y="41"/>
                  </a:cubicBezTo>
                  <a:cubicBezTo>
                    <a:pt x="847" y="41"/>
                    <a:pt x="809" y="42"/>
                    <a:pt x="786" y="43"/>
                  </a:cubicBezTo>
                  <a:cubicBezTo>
                    <a:pt x="773" y="42"/>
                    <a:pt x="803" y="42"/>
                    <a:pt x="796" y="42"/>
                  </a:cubicBezTo>
                  <a:cubicBezTo>
                    <a:pt x="626" y="40"/>
                    <a:pt x="496" y="45"/>
                    <a:pt x="327" y="44"/>
                  </a:cubicBezTo>
                  <a:cubicBezTo>
                    <a:pt x="376" y="44"/>
                    <a:pt x="394" y="42"/>
                    <a:pt x="394" y="41"/>
                  </a:cubicBezTo>
                  <a:lnTo>
                    <a:pt x="347" y="41"/>
                  </a:lnTo>
                  <a:cubicBezTo>
                    <a:pt x="329" y="42"/>
                    <a:pt x="293" y="42"/>
                    <a:pt x="263" y="43"/>
                  </a:cubicBezTo>
                  <a:cubicBezTo>
                    <a:pt x="260" y="42"/>
                    <a:pt x="245" y="42"/>
                    <a:pt x="260" y="41"/>
                  </a:cubicBezTo>
                  <a:cubicBezTo>
                    <a:pt x="167" y="38"/>
                    <a:pt x="114" y="45"/>
                    <a:pt x="0" y="44"/>
                  </a:cubicBezTo>
                  <a:lnTo>
                    <a:pt x="138" y="39"/>
                  </a:lnTo>
                  <a:lnTo>
                    <a:pt x="104" y="37"/>
                  </a:lnTo>
                  <a:lnTo>
                    <a:pt x="165" y="35"/>
                  </a:lnTo>
                  <a:cubicBezTo>
                    <a:pt x="129" y="33"/>
                    <a:pt x="97" y="36"/>
                    <a:pt x="92" y="34"/>
                  </a:cubicBezTo>
                  <a:cubicBezTo>
                    <a:pt x="100" y="34"/>
                    <a:pt x="119" y="34"/>
                    <a:pt x="119" y="33"/>
                  </a:cubicBezTo>
                  <a:cubicBezTo>
                    <a:pt x="84" y="32"/>
                    <a:pt x="82" y="34"/>
                    <a:pt x="55" y="34"/>
                  </a:cubicBezTo>
                  <a:cubicBezTo>
                    <a:pt x="125" y="30"/>
                    <a:pt x="260" y="31"/>
                    <a:pt x="333" y="30"/>
                  </a:cubicBezTo>
                  <a:cubicBezTo>
                    <a:pt x="345" y="30"/>
                    <a:pt x="324" y="31"/>
                    <a:pt x="322" y="31"/>
                  </a:cubicBezTo>
                  <a:cubicBezTo>
                    <a:pt x="351" y="31"/>
                    <a:pt x="369" y="32"/>
                    <a:pt x="407" y="32"/>
                  </a:cubicBezTo>
                  <a:cubicBezTo>
                    <a:pt x="430" y="30"/>
                    <a:pt x="389" y="30"/>
                    <a:pt x="371" y="30"/>
                  </a:cubicBezTo>
                  <a:cubicBezTo>
                    <a:pt x="373" y="29"/>
                    <a:pt x="382" y="29"/>
                    <a:pt x="403" y="29"/>
                  </a:cubicBezTo>
                  <a:cubicBezTo>
                    <a:pt x="408" y="31"/>
                    <a:pt x="516" y="30"/>
                    <a:pt x="543" y="32"/>
                  </a:cubicBezTo>
                  <a:cubicBezTo>
                    <a:pt x="653" y="32"/>
                    <a:pt x="525" y="27"/>
                    <a:pt x="633" y="28"/>
                  </a:cubicBezTo>
                  <a:lnTo>
                    <a:pt x="665" y="30"/>
                  </a:lnTo>
                  <a:cubicBezTo>
                    <a:pt x="727" y="29"/>
                    <a:pt x="808" y="27"/>
                    <a:pt x="878" y="28"/>
                  </a:cubicBezTo>
                  <a:lnTo>
                    <a:pt x="864" y="28"/>
                  </a:lnTo>
                  <a:cubicBezTo>
                    <a:pt x="854" y="29"/>
                    <a:pt x="870" y="29"/>
                    <a:pt x="877" y="30"/>
                  </a:cubicBezTo>
                  <a:cubicBezTo>
                    <a:pt x="931" y="31"/>
                    <a:pt x="979" y="28"/>
                    <a:pt x="1011" y="30"/>
                  </a:cubicBezTo>
                  <a:cubicBezTo>
                    <a:pt x="1072" y="28"/>
                    <a:pt x="1173" y="26"/>
                    <a:pt x="1243" y="25"/>
                  </a:cubicBezTo>
                  <a:cubicBezTo>
                    <a:pt x="1262" y="28"/>
                    <a:pt x="1152" y="28"/>
                    <a:pt x="1123" y="30"/>
                  </a:cubicBezTo>
                  <a:lnTo>
                    <a:pt x="1187" y="30"/>
                  </a:lnTo>
                  <a:cubicBezTo>
                    <a:pt x="1147" y="30"/>
                    <a:pt x="1132" y="31"/>
                    <a:pt x="1108" y="32"/>
                  </a:cubicBezTo>
                  <a:cubicBezTo>
                    <a:pt x="1164" y="33"/>
                    <a:pt x="1182" y="30"/>
                    <a:pt x="1235" y="30"/>
                  </a:cubicBezTo>
                  <a:cubicBezTo>
                    <a:pt x="1231" y="30"/>
                    <a:pt x="1238" y="31"/>
                    <a:pt x="1262" y="31"/>
                  </a:cubicBezTo>
                  <a:lnTo>
                    <a:pt x="1269" y="29"/>
                  </a:lnTo>
                  <a:cubicBezTo>
                    <a:pt x="1269" y="29"/>
                    <a:pt x="1272" y="29"/>
                    <a:pt x="1280" y="29"/>
                  </a:cubicBezTo>
                  <a:lnTo>
                    <a:pt x="1373" y="28"/>
                  </a:lnTo>
                  <a:cubicBezTo>
                    <a:pt x="1353" y="27"/>
                    <a:pt x="1352" y="26"/>
                    <a:pt x="1328" y="26"/>
                  </a:cubicBezTo>
                  <a:cubicBezTo>
                    <a:pt x="1337" y="27"/>
                    <a:pt x="1316" y="27"/>
                    <a:pt x="1292" y="27"/>
                  </a:cubicBezTo>
                  <a:cubicBezTo>
                    <a:pt x="1313" y="26"/>
                    <a:pt x="1269" y="26"/>
                    <a:pt x="1269" y="25"/>
                  </a:cubicBezTo>
                  <a:cubicBezTo>
                    <a:pt x="1318" y="25"/>
                    <a:pt x="1377" y="25"/>
                    <a:pt x="1409" y="24"/>
                  </a:cubicBezTo>
                  <a:lnTo>
                    <a:pt x="1419" y="26"/>
                  </a:lnTo>
                  <a:lnTo>
                    <a:pt x="1546" y="26"/>
                  </a:lnTo>
                  <a:lnTo>
                    <a:pt x="1536" y="27"/>
                  </a:lnTo>
                  <a:cubicBezTo>
                    <a:pt x="1591" y="27"/>
                    <a:pt x="1646" y="26"/>
                    <a:pt x="1695" y="28"/>
                  </a:cubicBezTo>
                  <a:cubicBezTo>
                    <a:pt x="1745" y="26"/>
                    <a:pt x="1807" y="24"/>
                    <a:pt x="1848" y="22"/>
                  </a:cubicBezTo>
                  <a:cubicBezTo>
                    <a:pt x="1869" y="20"/>
                    <a:pt x="1993" y="25"/>
                    <a:pt x="2049" y="21"/>
                  </a:cubicBezTo>
                  <a:cubicBezTo>
                    <a:pt x="2052" y="22"/>
                    <a:pt x="2010" y="23"/>
                    <a:pt x="1991" y="24"/>
                  </a:cubicBezTo>
                  <a:cubicBezTo>
                    <a:pt x="2028" y="24"/>
                    <a:pt x="2058" y="22"/>
                    <a:pt x="2070" y="24"/>
                  </a:cubicBezTo>
                  <a:cubicBezTo>
                    <a:pt x="1986" y="23"/>
                    <a:pt x="2074" y="26"/>
                    <a:pt x="2037" y="27"/>
                  </a:cubicBezTo>
                  <a:cubicBezTo>
                    <a:pt x="2076" y="27"/>
                    <a:pt x="2117" y="26"/>
                    <a:pt x="2136" y="25"/>
                  </a:cubicBezTo>
                  <a:cubicBezTo>
                    <a:pt x="2073" y="25"/>
                    <a:pt x="2158" y="22"/>
                    <a:pt x="2094" y="23"/>
                  </a:cubicBezTo>
                  <a:cubicBezTo>
                    <a:pt x="2144" y="21"/>
                    <a:pt x="2211" y="20"/>
                    <a:pt x="2270" y="21"/>
                  </a:cubicBezTo>
                  <a:cubicBezTo>
                    <a:pt x="2270" y="22"/>
                    <a:pt x="2277" y="22"/>
                    <a:pt x="2299" y="23"/>
                  </a:cubicBezTo>
                  <a:lnTo>
                    <a:pt x="2317" y="21"/>
                  </a:lnTo>
                  <a:cubicBezTo>
                    <a:pt x="2344" y="21"/>
                    <a:pt x="2263" y="23"/>
                    <a:pt x="2319" y="23"/>
                  </a:cubicBezTo>
                  <a:cubicBezTo>
                    <a:pt x="2376" y="21"/>
                    <a:pt x="2491" y="25"/>
                    <a:pt x="2516" y="20"/>
                  </a:cubicBezTo>
                  <a:cubicBezTo>
                    <a:pt x="2560" y="22"/>
                    <a:pt x="2433" y="22"/>
                    <a:pt x="2499" y="24"/>
                  </a:cubicBezTo>
                  <a:cubicBezTo>
                    <a:pt x="2461" y="26"/>
                    <a:pt x="2408" y="24"/>
                    <a:pt x="2396" y="26"/>
                  </a:cubicBezTo>
                  <a:cubicBezTo>
                    <a:pt x="2433" y="26"/>
                    <a:pt x="2409" y="28"/>
                    <a:pt x="2433" y="28"/>
                  </a:cubicBezTo>
                  <a:lnTo>
                    <a:pt x="2475" y="27"/>
                  </a:lnTo>
                  <a:lnTo>
                    <a:pt x="2466" y="27"/>
                  </a:lnTo>
                  <a:cubicBezTo>
                    <a:pt x="2536" y="24"/>
                    <a:pt x="2647" y="25"/>
                    <a:pt x="2737" y="25"/>
                  </a:cubicBezTo>
                  <a:cubicBezTo>
                    <a:pt x="2812" y="22"/>
                    <a:pt x="2865" y="19"/>
                    <a:pt x="2956" y="19"/>
                  </a:cubicBezTo>
                  <a:cubicBezTo>
                    <a:pt x="2929" y="20"/>
                    <a:pt x="3031" y="20"/>
                    <a:pt x="2974" y="23"/>
                  </a:cubicBezTo>
                  <a:cubicBezTo>
                    <a:pt x="3016" y="24"/>
                    <a:pt x="3058" y="22"/>
                    <a:pt x="3058" y="21"/>
                  </a:cubicBezTo>
                  <a:cubicBezTo>
                    <a:pt x="3021" y="21"/>
                    <a:pt x="3045" y="21"/>
                    <a:pt x="3014" y="21"/>
                  </a:cubicBezTo>
                  <a:cubicBezTo>
                    <a:pt x="3035" y="19"/>
                    <a:pt x="3084" y="19"/>
                    <a:pt x="3104" y="20"/>
                  </a:cubicBezTo>
                  <a:cubicBezTo>
                    <a:pt x="3094" y="20"/>
                    <a:pt x="3098" y="20"/>
                    <a:pt x="3096" y="21"/>
                  </a:cubicBezTo>
                  <a:cubicBezTo>
                    <a:pt x="3140" y="21"/>
                    <a:pt x="3117" y="19"/>
                    <a:pt x="3149" y="19"/>
                  </a:cubicBezTo>
                  <a:cubicBezTo>
                    <a:pt x="3159" y="20"/>
                    <a:pt x="3220" y="19"/>
                    <a:pt x="3249" y="20"/>
                  </a:cubicBezTo>
                  <a:lnTo>
                    <a:pt x="3291" y="17"/>
                  </a:lnTo>
                  <a:cubicBezTo>
                    <a:pt x="3268" y="19"/>
                    <a:pt x="3332" y="18"/>
                    <a:pt x="3338" y="19"/>
                  </a:cubicBezTo>
                  <a:cubicBezTo>
                    <a:pt x="3369" y="18"/>
                    <a:pt x="3394" y="16"/>
                    <a:pt x="3440" y="16"/>
                  </a:cubicBezTo>
                  <a:cubicBezTo>
                    <a:pt x="3421" y="17"/>
                    <a:pt x="3483" y="17"/>
                    <a:pt x="3483" y="19"/>
                  </a:cubicBezTo>
                  <a:cubicBezTo>
                    <a:pt x="3562" y="21"/>
                    <a:pt x="3614" y="14"/>
                    <a:pt x="3689" y="17"/>
                  </a:cubicBezTo>
                  <a:cubicBezTo>
                    <a:pt x="3687" y="17"/>
                    <a:pt x="3672" y="18"/>
                    <a:pt x="3694" y="19"/>
                  </a:cubicBezTo>
                  <a:cubicBezTo>
                    <a:pt x="3711" y="18"/>
                    <a:pt x="3741" y="18"/>
                    <a:pt x="3760" y="18"/>
                  </a:cubicBezTo>
                  <a:lnTo>
                    <a:pt x="3759" y="18"/>
                  </a:lnTo>
                  <a:lnTo>
                    <a:pt x="3760" y="18"/>
                  </a:lnTo>
                  <a:cubicBezTo>
                    <a:pt x="3769" y="18"/>
                    <a:pt x="3775" y="18"/>
                    <a:pt x="3775" y="17"/>
                  </a:cubicBezTo>
                  <a:cubicBezTo>
                    <a:pt x="3807" y="15"/>
                    <a:pt x="3823" y="14"/>
                    <a:pt x="3885" y="12"/>
                  </a:cubicBezTo>
                  <a:cubicBezTo>
                    <a:pt x="3881" y="10"/>
                    <a:pt x="3828" y="11"/>
                    <a:pt x="3805" y="12"/>
                  </a:cubicBezTo>
                  <a:lnTo>
                    <a:pt x="3786" y="14"/>
                  </a:lnTo>
                  <a:cubicBezTo>
                    <a:pt x="3767" y="11"/>
                    <a:pt x="3730" y="14"/>
                    <a:pt x="3715" y="13"/>
                  </a:cubicBezTo>
                  <a:cubicBezTo>
                    <a:pt x="3753" y="10"/>
                    <a:pt x="3860" y="11"/>
                    <a:pt x="3924" y="8"/>
                  </a:cubicBezTo>
                  <a:cubicBezTo>
                    <a:pt x="3885" y="6"/>
                    <a:pt x="3800" y="5"/>
                    <a:pt x="3725" y="6"/>
                  </a:cubicBezTo>
                  <a:lnTo>
                    <a:pt x="3758" y="7"/>
                  </a:lnTo>
                  <a:lnTo>
                    <a:pt x="3719" y="7"/>
                  </a:lnTo>
                  <a:lnTo>
                    <a:pt x="3757" y="9"/>
                  </a:lnTo>
                  <a:lnTo>
                    <a:pt x="3654" y="9"/>
                  </a:lnTo>
                  <a:cubicBezTo>
                    <a:pt x="3693" y="9"/>
                    <a:pt x="3709" y="12"/>
                    <a:pt x="3687" y="11"/>
                  </a:cubicBezTo>
                  <a:cubicBezTo>
                    <a:pt x="3643" y="10"/>
                    <a:pt x="3641" y="13"/>
                    <a:pt x="3608" y="13"/>
                  </a:cubicBezTo>
                  <a:cubicBezTo>
                    <a:pt x="3626" y="13"/>
                    <a:pt x="3650" y="13"/>
                    <a:pt x="3635" y="14"/>
                  </a:cubicBezTo>
                  <a:cubicBezTo>
                    <a:pt x="3569" y="12"/>
                    <a:pt x="3551" y="13"/>
                    <a:pt x="3492" y="11"/>
                  </a:cubicBezTo>
                  <a:cubicBezTo>
                    <a:pt x="3499" y="14"/>
                    <a:pt x="3417" y="11"/>
                    <a:pt x="3408" y="14"/>
                  </a:cubicBezTo>
                  <a:lnTo>
                    <a:pt x="3436" y="14"/>
                  </a:lnTo>
                  <a:lnTo>
                    <a:pt x="3377" y="16"/>
                  </a:lnTo>
                  <a:cubicBezTo>
                    <a:pt x="3323" y="14"/>
                    <a:pt x="3425" y="14"/>
                    <a:pt x="3343" y="12"/>
                  </a:cubicBezTo>
                  <a:cubicBezTo>
                    <a:pt x="3266" y="12"/>
                    <a:pt x="3268" y="15"/>
                    <a:pt x="3208" y="15"/>
                  </a:cubicBezTo>
                  <a:cubicBezTo>
                    <a:pt x="3228" y="14"/>
                    <a:pt x="3276" y="12"/>
                    <a:pt x="3324" y="12"/>
                  </a:cubicBezTo>
                  <a:lnTo>
                    <a:pt x="3295" y="11"/>
                  </a:lnTo>
                  <a:cubicBezTo>
                    <a:pt x="3310" y="10"/>
                    <a:pt x="3377" y="10"/>
                    <a:pt x="3410" y="10"/>
                  </a:cubicBezTo>
                  <a:cubicBezTo>
                    <a:pt x="3355" y="12"/>
                    <a:pt x="3436" y="11"/>
                    <a:pt x="3461" y="12"/>
                  </a:cubicBezTo>
                  <a:cubicBezTo>
                    <a:pt x="3466" y="10"/>
                    <a:pt x="3431" y="11"/>
                    <a:pt x="3472" y="9"/>
                  </a:cubicBezTo>
                  <a:cubicBezTo>
                    <a:pt x="3433" y="9"/>
                    <a:pt x="3427" y="9"/>
                    <a:pt x="3378" y="9"/>
                  </a:cubicBezTo>
                  <a:cubicBezTo>
                    <a:pt x="3485" y="9"/>
                    <a:pt x="3474" y="3"/>
                    <a:pt x="3568" y="4"/>
                  </a:cubicBezTo>
                  <a:cubicBezTo>
                    <a:pt x="3525" y="4"/>
                    <a:pt x="3584" y="6"/>
                    <a:pt x="3589" y="7"/>
                  </a:cubicBezTo>
                  <a:lnTo>
                    <a:pt x="3667" y="6"/>
                  </a:lnTo>
                  <a:lnTo>
                    <a:pt x="3652" y="4"/>
                  </a:lnTo>
                  <a:cubicBezTo>
                    <a:pt x="3707" y="3"/>
                    <a:pt x="3726" y="8"/>
                    <a:pt x="3789" y="5"/>
                  </a:cubicBezTo>
                  <a:cubicBezTo>
                    <a:pt x="3797" y="4"/>
                    <a:pt x="3733" y="4"/>
                    <a:pt x="3745" y="4"/>
                  </a:cubicBezTo>
                  <a:cubicBezTo>
                    <a:pt x="3831" y="3"/>
                    <a:pt x="3862" y="6"/>
                    <a:pt x="3939" y="8"/>
                  </a:cubicBezTo>
                  <a:cubicBezTo>
                    <a:pt x="3944" y="7"/>
                    <a:pt x="3943" y="6"/>
                    <a:pt x="3970" y="4"/>
                  </a:cubicBezTo>
                  <a:cubicBezTo>
                    <a:pt x="3961" y="6"/>
                    <a:pt x="3981" y="7"/>
                    <a:pt x="3951" y="8"/>
                  </a:cubicBezTo>
                  <a:cubicBezTo>
                    <a:pt x="3976" y="8"/>
                    <a:pt x="4007" y="7"/>
                    <a:pt x="4029" y="7"/>
                  </a:cubicBezTo>
                  <a:cubicBezTo>
                    <a:pt x="3976" y="6"/>
                    <a:pt x="4051" y="4"/>
                    <a:pt x="4061" y="4"/>
                  </a:cubicBezTo>
                  <a:cubicBezTo>
                    <a:pt x="4089" y="4"/>
                    <a:pt x="4053" y="5"/>
                    <a:pt x="4036" y="5"/>
                  </a:cubicBezTo>
                  <a:cubicBezTo>
                    <a:pt x="4058" y="6"/>
                    <a:pt x="4084" y="8"/>
                    <a:pt x="4097" y="6"/>
                  </a:cubicBezTo>
                  <a:cubicBezTo>
                    <a:pt x="4098" y="7"/>
                    <a:pt x="4035" y="10"/>
                    <a:pt x="3994" y="11"/>
                  </a:cubicBezTo>
                  <a:lnTo>
                    <a:pt x="4021" y="11"/>
                  </a:lnTo>
                  <a:cubicBezTo>
                    <a:pt x="4002" y="12"/>
                    <a:pt x="3999" y="12"/>
                    <a:pt x="3971" y="11"/>
                  </a:cubicBezTo>
                  <a:cubicBezTo>
                    <a:pt x="3998" y="13"/>
                    <a:pt x="3995" y="14"/>
                    <a:pt x="3989" y="15"/>
                  </a:cubicBezTo>
                  <a:cubicBezTo>
                    <a:pt x="3986" y="15"/>
                    <a:pt x="3991" y="15"/>
                    <a:pt x="3988" y="15"/>
                  </a:cubicBezTo>
                  <a:cubicBezTo>
                    <a:pt x="3966" y="14"/>
                    <a:pt x="3949" y="15"/>
                    <a:pt x="3954" y="16"/>
                  </a:cubicBezTo>
                  <a:cubicBezTo>
                    <a:pt x="3934" y="18"/>
                    <a:pt x="3985" y="17"/>
                    <a:pt x="4000" y="18"/>
                  </a:cubicBezTo>
                  <a:lnTo>
                    <a:pt x="4033" y="18"/>
                  </a:lnTo>
                  <a:lnTo>
                    <a:pt x="4149" y="10"/>
                  </a:lnTo>
                  <a:cubicBezTo>
                    <a:pt x="4198" y="9"/>
                    <a:pt x="4220" y="11"/>
                    <a:pt x="4257" y="12"/>
                  </a:cubicBezTo>
                  <a:lnTo>
                    <a:pt x="4267" y="10"/>
                  </a:lnTo>
                  <a:cubicBezTo>
                    <a:pt x="4310" y="10"/>
                    <a:pt x="4351" y="11"/>
                    <a:pt x="4323" y="13"/>
                  </a:cubicBezTo>
                  <a:cubicBezTo>
                    <a:pt x="4322" y="13"/>
                    <a:pt x="4316" y="13"/>
                    <a:pt x="4307" y="13"/>
                  </a:cubicBezTo>
                  <a:cubicBezTo>
                    <a:pt x="4305" y="13"/>
                    <a:pt x="4303" y="13"/>
                    <a:pt x="4301" y="13"/>
                  </a:cubicBezTo>
                  <a:lnTo>
                    <a:pt x="4298" y="14"/>
                  </a:lnTo>
                  <a:lnTo>
                    <a:pt x="4376" y="12"/>
                  </a:lnTo>
                  <a:cubicBezTo>
                    <a:pt x="4298" y="15"/>
                    <a:pt x="4372" y="16"/>
                    <a:pt x="4359" y="19"/>
                  </a:cubicBezTo>
                  <a:lnTo>
                    <a:pt x="4438" y="18"/>
                  </a:lnTo>
                  <a:cubicBezTo>
                    <a:pt x="4390" y="17"/>
                    <a:pt x="4437" y="16"/>
                    <a:pt x="4454" y="16"/>
                  </a:cubicBezTo>
                  <a:cubicBezTo>
                    <a:pt x="4458" y="18"/>
                    <a:pt x="4517" y="16"/>
                    <a:pt x="4545" y="16"/>
                  </a:cubicBezTo>
                  <a:lnTo>
                    <a:pt x="4543" y="16"/>
                  </a:lnTo>
                  <a:cubicBezTo>
                    <a:pt x="4568" y="17"/>
                    <a:pt x="4613" y="17"/>
                    <a:pt x="4645" y="16"/>
                  </a:cubicBezTo>
                  <a:cubicBezTo>
                    <a:pt x="4643" y="16"/>
                    <a:pt x="4684" y="12"/>
                    <a:pt x="4704" y="10"/>
                  </a:cubicBezTo>
                  <a:cubicBezTo>
                    <a:pt x="4649" y="10"/>
                    <a:pt x="4682" y="9"/>
                    <a:pt x="4677" y="8"/>
                  </a:cubicBezTo>
                  <a:cubicBezTo>
                    <a:pt x="4683" y="8"/>
                    <a:pt x="4693" y="8"/>
                    <a:pt x="4694" y="8"/>
                  </a:cubicBezTo>
                  <a:cubicBezTo>
                    <a:pt x="4702" y="7"/>
                    <a:pt x="4684" y="7"/>
                    <a:pt x="4682" y="6"/>
                  </a:cubicBezTo>
                  <a:cubicBezTo>
                    <a:pt x="4624" y="7"/>
                    <a:pt x="4564" y="8"/>
                    <a:pt x="4541" y="10"/>
                  </a:cubicBezTo>
                  <a:cubicBezTo>
                    <a:pt x="4558" y="12"/>
                    <a:pt x="4571" y="9"/>
                    <a:pt x="4591" y="10"/>
                  </a:cubicBezTo>
                  <a:cubicBezTo>
                    <a:pt x="4562" y="12"/>
                    <a:pt x="4525" y="11"/>
                    <a:pt x="4477" y="11"/>
                  </a:cubicBezTo>
                  <a:lnTo>
                    <a:pt x="4461" y="10"/>
                  </a:lnTo>
                  <a:lnTo>
                    <a:pt x="4412" y="11"/>
                  </a:lnTo>
                  <a:cubicBezTo>
                    <a:pt x="4432" y="10"/>
                    <a:pt x="4420" y="8"/>
                    <a:pt x="4471" y="8"/>
                  </a:cubicBezTo>
                  <a:cubicBezTo>
                    <a:pt x="4465" y="6"/>
                    <a:pt x="4421" y="8"/>
                    <a:pt x="4389" y="8"/>
                  </a:cubicBezTo>
                  <a:lnTo>
                    <a:pt x="4373" y="10"/>
                  </a:lnTo>
                  <a:cubicBezTo>
                    <a:pt x="4380" y="9"/>
                    <a:pt x="4313" y="9"/>
                    <a:pt x="4360" y="7"/>
                  </a:cubicBezTo>
                  <a:lnTo>
                    <a:pt x="4438" y="5"/>
                  </a:lnTo>
                  <a:lnTo>
                    <a:pt x="4416" y="4"/>
                  </a:lnTo>
                  <a:lnTo>
                    <a:pt x="4481" y="4"/>
                  </a:lnTo>
                  <a:lnTo>
                    <a:pt x="4466" y="4"/>
                  </a:lnTo>
                  <a:cubicBezTo>
                    <a:pt x="4571" y="4"/>
                    <a:pt x="4497" y="8"/>
                    <a:pt x="4603" y="6"/>
                  </a:cubicBezTo>
                  <a:cubicBezTo>
                    <a:pt x="4636" y="4"/>
                    <a:pt x="4671" y="4"/>
                    <a:pt x="4736" y="4"/>
                  </a:cubicBezTo>
                  <a:cubicBezTo>
                    <a:pt x="4689" y="4"/>
                    <a:pt x="4731" y="5"/>
                    <a:pt x="4714" y="7"/>
                  </a:cubicBezTo>
                  <a:cubicBezTo>
                    <a:pt x="4761" y="8"/>
                    <a:pt x="4777" y="6"/>
                    <a:pt x="4802" y="4"/>
                  </a:cubicBezTo>
                  <a:cubicBezTo>
                    <a:pt x="4814" y="6"/>
                    <a:pt x="4823" y="7"/>
                    <a:pt x="4780" y="7"/>
                  </a:cubicBezTo>
                  <a:cubicBezTo>
                    <a:pt x="4775" y="10"/>
                    <a:pt x="4837" y="6"/>
                    <a:pt x="4840" y="9"/>
                  </a:cubicBezTo>
                  <a:cubicBezTo>
                    <a:pt x="4982" y="9"/>
                    <a:pt x="4954" y="0"/>
                    <a:pt x="5119" y="4"/>
                  </a:cubicBezTo>
                  <a:lnTo>
                    <a:pt x="5113" y="4"/>
                  </a:lnTo>
                  <a:cubicBezTo>
                    <a:pt x="5218" y="4"/>
                    <a:pt x="5279" y="4"/>
                    <a:pt x="5376" y="4"/>
                  </a:cubicBezTo>
                  <a:lnTo>
                    <a:pt x="5452" y="6"/>
                  </a:lnTo>
                  <a:cubicBezTo>
                    <a:pt x="5435" y="6"/>
                    <a:pt x="5389" y="9"/>
                    <a:pt x="5411" y="10"/>
                  </a:cubicBezTo>
                  <a:cubicBezTo>
                    <a:pt x="5373" y="7"/>
                    <a:pt x="5334" y="8"/>
                    <a:pt x="5294" y="7"/>
                  </a:cubicBezTo>
                  <a:cubicBezTo>
                    <a:pt x="5290" y="7"/>
                    <a:pt x="5306" y="8"/>
                    <a:pt x="5313" y="9"/>
                  </a:cubicBezTo>
                  <a:cubicBezTo>
                    <a:pt x="5289" y="9"/>
                    <a:pt x="5277" y="7"/>
                    <a:pt x="5245" y="8"/>
                  </a:cubicBezTo>
                  <a:cubicBezTo>
                    <a:pt x="5246" y="8"/>
                    <a:pt x="5281" y="9"/>
                    <a:pt x="5255" y="9"/>
                  </a:cubicBezTo>
                  <a:lnTo>
                    <a:pt x="5211" y="8"/>
                  </a:lnTo>
                  <a:cubicBezTo>
                    <a:pt x="5153" y="9"/>
                    <a:pt x="5183" y="12"/>
                    <a:pt x="5114" y="11"/>
                  </a:cubicBezTo>
                  <a:cubicBezTo>
                    <a:pt x="5127" y="10"/>
                    <a:pt x="5153" y="7"/>
                    <a:pt x="5180" y="7"/>
                  </a:cubicBezTo>
                  <a:cubicBezTo>
                    <a:pt x="5148" y="6"/>
                    <a:pt x="5221" y="6"/>
                    <a:pt x="5193" y="5"/>
                  </a:cubicBezTo>
                  <a:cubicBezTo>
                    <a:pt x="5148" y="7"/>
                    <a:pt x="5126" y="5"/>
                    <a:pt x="5066" y="7"/>
                  </a:cubicBezTo>
                  <a:cubicBezTo>
                    <a:pt x="5073" y="7"/>
                    <a:pt x="5075" y="6"/>
                    <a:pt x="5090" y="6"/>
                  </a:cubicBezTo>
                  <a:lnTo>
                    <a:pt x="5003" y="5"/>
                  </a:lnTo>
                  <a:cubicBezTo>
                    <a:pt x="5024" y="6"/>
                    <a:pt x="4931" y="7"/>
                    <a:pt x="4939" y="9"/>
                  </a:cubicBezTo>
                  <a:cubicBezTo>
                    <a:pt x="5032" y="10"/>
                    <a:pt x="5005" y="8"/>
                    <a:pt x="5110" y="9"/>
                  </a:cubicBezTo>
                  <a:cubicBezTo>
                    <a:pt x="5080" y="10"/>
                    <a:pt x="5042" y="12"/>
                    <a:pt x="5024" y="14"/>
                  </a:cubicBezTo>
                  <a:cubicBezTo>
                    <a:pt x="5023" y="14"/>
                    <a:pt x="5021" y="14"/>
                    <a:pt x="5018" y="14"/>
                  </a:cubicBezTo>
                  <a:cubicBezTo>
                    <a:pt x="5002" y="16"/>
                    <a:pt x="5018" y="17"/>
                    <a:pt x="5018" y="21"/>
                  </a:cubicBezTo>
                  <a:cubicBezTo>
                    <a:pt x="5066" y="18"/>
                    <a:pt x="5098" y="20"/>
                    <a:pt x="5155" y="19"/>
                  </a:cubicBezTo>
                  <a:cubicBezTo>
                    <a:pt x="5166" y="16"/>
                    <a:pt x="5122" y="16"/>
                    <a:pt x="5094" y="16"/>
                  </a:cubicBezTo>
                  <a:lnTo>
                    <a:pt x="5144" y="15"/>
                  </a:lnTo>
                  <a:lnTo>
                    <a:pt x="5134" y="16"/>
                  </a:lnTo>
                  <a:lnTo>
                    <a:pt x="5261" y="17"/>
                  </a:lnTo>
                  <a:cubicBezTo>
                    <a:pt x="5237" y="17"/>
                    <a:pt x="5229" y="18"/>
                    <a:pt x="5216" y="19"/>
                  </a:cubicBezTo>
                  <a:cubicBezTo>
                    <a:pt x="5233" y="19"/>
                    <a:pt x="5249" y="19"/>
                    <a:pt x="5266" y="20"/>
                  </a:cubicBezTo>
                  <a:cubicBezTo>
                    <a:pt x="5262" y="18"/>
                    <a:pt x="5265" y="17"/>
                    <a:pt x="5281" y="17"/>
                  </a:cubicBezTo>
                  <a:cubicBezTo>
                    <a:pt x="5362" y="17"/>
                    <a:pt x="5408" y="19"/>
                    <a:pt x="5438" y="21"/>
                  </a:cubicBezTo>
                  <a:lnTo>
                    <a:pt x="5447" y="21"/>
                  </a:lnTo>
                  <a:cubicBezTo>
                    <a:pt x="5434" y="19"/>
                    <a:pt x="5505" y="17"/>
                    <a:pt x="5531" y="15"/>
                  </a:cubicBezTo>
                  <a:cubicBezTo>
                    <a:pt x="5530" y="17"/>
                    <a:pt x="5573" y="16"/>
                    <a:pt x="5596" y="17"/>
                  </a:cubicBezTo>
                  <a:cubicBezTo>
                    <a:pt x="5609" y="15"/>
                    <a:pt x="5592" y="12"/>
                    <a:pt x="5564" y="10"/>
                  </a:cubicBezTo>
                  <a:cubicBezTo>
                    <a:pt x="5508" y="12"/>
                    <a:pt x="5533" y="12"/>
                    <a:pt x="5507" y="15"/>
                  </a:cubicBezTo>
                  <a:lnTo>
                    <a:pt x="5418" y="17"/>
                  </a:lnTo>
                  <a:lnTo>
                    <a:pt x="5438" y="15"/>
                  </a:lnTo>
                  <a:cubicBezTo>
                    <a:pt x="5394" y="15"/>
                    <a:pt x="5351" y="17"/>
                    <a:pt x="5354" y="15"/>
                  </a:cubicBezTo>
                  <a:cubicBezTo>
                    <a:pt x="5378" y="13"/>
                    <a:pt x="5416" y="14"/>
                    <a:pt x="5439" y="12"/>
                  </a:cubicBezTo>
                  <a:lnTo>
                    <a:pt x="5410" y="11"/>
                  </a:lnTo>
                  <a:cubicBezTo>
                    <a:pt x="5462" y="9"/>
                    <a:pt x="5437" y="14"/>
                    <a:pt x="5499" y="12"/>
                  </a:cubicBezTo>
                  <a:cubicBezTo>
                    <a:pt x="5476" y="10"/>
                    <a:pt x="5505" y="12"/>
                    <a:pt x="5532" y="10"/>
                  </a:cubicBezTo>
                  <a:cubicBezTo>
                    <a:pt x="5510" y="9"/>
                    <a:pt x="5422" y="11"/>
                    <a:pt x="5440" y="7"/>
                  </a:cubicBezTo>
                  <a:cubicBezTo>
                    <a:pt x="5473" y="6"/>
                    <a:pt x="5550" y="12"/>
                    <a:pt x="5593" y="8"/>
                  </a:cubicBezTo>
                  <a:lnTo>
                    <a:pt x="5590" y="8"/>
                  </a:lnTo>
                  <a:cubicBezTo>
                    <a:pt x="5654" y="9"/>
                    <a:pt x="5676" y="7"/>
                    <a:pt x="5700" y="5"/>
                  </a:cubicBezTo>
                  <a:cubicBezTo>
                    <a:pt x="5727" y="7"/>
                    <a:pt x="5764" y="5"/>
                    <a:pt x="5793" y="5"/>
                  </a:cubicBezTo>
                  <a:lnTo>
                    <a:pt x="5793" y="6"/>
                  </a:lnTo>
                  <a:lnTo>
                    <a:pt x="5834" y="5"/>
                  </a:lnTo>
                  <a:cubicBezTo>
                    <a:pt x="5814" y="7"/>
                    <a:pt x="5786" y="5"/>
                    <a:pt x="5750" y="6"/>
                  </a:cubicBezTo>
                  <a:lnTo>
                    <a:pt x="5755" y="8"/>
                  </a:lnTo>
                  <a:cubicBezTo>
                    <a:pt x="5714" y="5"/>
                    <a:pt x="5686" y="9"/>
                    <a:pt x="5655" y="10"/>
                  </a:cubicBezTo>
                  <a:cubicBezTo>
                    <a:pt x="5701" y="9"/>
                    <a:pt x="5785" y="11"/>
                    <a:pt x="5796" y="7"/>
                  </a:cubicBezTo>
                  <a:lnTo>
                    <a:pt x="5824" y="9"/>
                  </a:lnTo>
                  <a:lnTo>
                    <a:pt x="5838" y="8"/>
                  </a:lnTo>
                  <a:cubicBezTo>
                    <a:pt x="5859" y="10"/>
                    <a:pt x="5838" y="12"/>
                    <a:pt x="5796" y="13"/>
                  </a:cubicBezTo>
                  <a:cubicBezTo>
                    <a:pt x="5789" y="12"/>
                    <a:pt x="5786" y="12"/>
                    <a:pt x="5788" y="11"/>
                  </a:cubicBezTo>
                  <a:cubicBezTo>
                    <a:pt x="5769" y="12"/>
                    <a:pt x="5751" y="14"/>
                    <a:pt x="5705" y="13"/>
                  </a:cubicBezTo>
                  <a:lnTo>
                    <a:pt x="5730" y="12"/>
                  </a:lnTo>
                  <a:cubicBezTo>
                    <a:pt x="5672" y="12"/>
                    <a:pt x="5619" y="13"/>
                    <a:pt x="5600" y="15"/>
                  </a:cubicBezTo>
                  <a:cubicBezTo>
                    <a:pt x="5683" y="16"/>
                    <a:pt x="5765" y="16"/>
                    <a:pt x="5843" y="16"/>
                  </a:cubicBezTo>
                  <a:cubicBezTo>
                    <a:pt x="5866" y="11"/>
                    <a:pt x="5893" y="9"/>
                    <a:pt x="5905" y="5"/>
                  </a:cubicBezTo>
                  <a:cubicBezTo>
                    <a:pt x="5957" y="4"/>
                    <a:pt x="6029" y="4"/>
                    <a:pt x="6074" y="5"/>
                  </a:cubicBezTo>
                  <a:lnTo>
                    <a:pt x="6070" y="6"/>
                  </a:lnTo>
                  <a:cubicBezTo>
                    <a:pt x="6092" y="6"/>
                    <a:pt x="6113" y="6"/>
                    <a:pt x="6130" y="6"/>
                  </a:cubicBezTo>
                  <a:cubicBezTo>
                    <a:pt x="6153" y="7"/>
                    <a:pt x="6114" y="8"/>
                    <a:pt x="6130" y="8"/>
                  </a:cubicBezTo>
                  <a:lnTo>
                    <a:pt x="6205" y="7"/>
                  </a:lnTo>
                  <a:cubicBezTo>
                    <a:pt x="6201" y="9"/>
                    <a:pt x="6137" y="9"/>
                    <a:pt x="6107" y="9"/>
                  </a:cubicBezTo>
                  <a:cubicBezTo>
                    <a:pt x="6113" y="9"/>
                    <a:pt x="6124" y="8"/>
                    <a:pt x="6121" y="8"/>
                  </a:cubicBezTo>
                  <a:cubicBezTo>
                    <a:pt x="6086" y="7"/>
                    <a:pt x="6021" y="11"/>
                    <a:pt x="6006" y="8"/>
                  </a:cubicBezTo>
                  <a:cubicBezTo>
                    <a:pt x="5989" y="8"/>
                    <a:pt x="6040" y="6"/>
                    <a:pt x="5983" y="6"/>
                  </a:cubicBezTo>
                  <a:cubicBezTo>
                    <a:pt x="5944" y="5"/>
                    <a:pt x="5931" y="7"/>
                    <a:pt x="5927" y="8"/>
                  </a:cubicBezTo>
                  <a:cubicBezTo>
                    <a:pt x="5927" y="9"/>
                    <a:pt x="5988" y="9"/>
                    <a:pt x="5967" y="11"/>
                  </a:cubicBezTo>
                  <a:cubicBezTo>
                    <a:pt x="5997" y="11"/>
                    <a:pt x="6009" y="9"/>
                    <a:pt x="6047" y="10"/>
                  </a:cubicBezTo>
                  <a:cubicBezTo>
                    <a:pt x="6017" y="10"/>
                    <a:pt x="5977" y="12"/>
                    <a:pt x="5961" y="11"/>
                  </a:cubicBezTo>
                  <a:cubicBezTo>
                    <a:pt x="5902" y="13"/>
                    <a:pt x="5911" y="18"/>
                    <a:pt x="5938" y="18"/>
                  </a:cubicBezTo>
                  <a:cubicBezTo>
                    <a:pt x="5932" y="16"/>
                    <a:pt x="6046" y="16"/>
                    <a:pt x="5969" y="14"/>
                  </a:cubicBezTo>
                  <a:cubicBezTo>
                    <a:pt x="6003" y="12"/>
                    <a:pt x="6067" y="12"/>
                    <a:pt x="6112" y="11"/>
                  </a:cubicBezTo>
                  <a:lnTo>
                    <a:pt x="6110" y="11"/>
                  </a:lnTo>
                  <a:lnTo>
                    <a:pt x="6166" y="11"/>
                  </a:lnTo>
                  <a:cubicBezTo>
                    <a:pt x="6158" y="11"/>
                    <a:pt x="6141" y="12"/>
                    <a:pt x="6141" y="13"/>
                  </a:cubicBezTo>
                  <a:lnTo>
                    <a:pt x="6218" y="10"/>
                  </a:lnTo>
                  <a:cubicBezTo>
                    <a:pt x="6175" y="12"/>
                    <a:pt x="6246" y="11"/>
                    <a:pt x="6266" y="12"/>
                  </a:cubicBezTo>
                  <a:cubicBezTo>
                    <a:pt x="6274" y="11"/>
                    <a:pt x="6304" y="10"/>
                    <a:pt x="6275" y="9"/>
                  </a:cubicBezTo>
                  <a:cubicBezTo>
                    <a:pt x="6242" y="7"/>
                    <a:pt x="6256" y="9"/>
                    <a:pt x="6226" y="10"/>
                  </a:cubicBezTo>
                  <a:lnTo>
                    <a:pt x="6269" y="7"/>
                  </a:lnTo>
                  <a:lnTo>
                    <a:pt x="6272" y="7"/>
                  </a:lnTo>
                  <a:lnTo>
                    <a:pt x="6298" y="5"/>
                  </a:lnTo>
                  <a:cubicBezTo>
                    <a:pt x="6355" y="5"/>
                    <a:pt x="6272" y="10"/>
                    <a:pt x="6346" y="8"/>
                  </a:cubicBezTo>
                  <a:lnTo>
                    <a:pt x="6337" y="5"/>
                  </a:lnTo>
                  <a:cubicBezTo>
                    <a:pt x="6422" y="6"/>
                    <a:pt x="6532" y="9"/>
                    <a:pt x="6592" y="8"/>
                  </a:cubicBezTo>
                  <a:cubicBezTo>
                    <a:pt x="6575" y="9"/>
                    <a:pt x="6568" y="12"/>
                    <a:pt x="6591" y="14"/>
                  </a:cubicBezTo>
                  <a:cubicBezTo>
                    <a:pt x="6565" y="13"/>
                    <a:pt x="6513" y="13"/>
                    <a:pt x="6475" y="13"/>
                  </a:cubicBezTo>
                  <a:cubicBezTo>
                    <a:pt x="6468" y="13"/>
                    <a:pt x="6522" y="10"/>
                    <a:pt x="6563" y="11"/>
                  </a:cubicBezTo>
                  <a:cubicBezTo>
                    <a:pt x="6543" y="6"/>
                    <a:pt x="6461" y="13"/>
                    <a:pt x="6456" y="9"/>
                  </a:cubicBezTo>
                  <a:cubicBezTo>
                    <a:pt x="6352" y="7"/>
                    <a:pt x="6379" y="13"/>
                    <a:pt x="6291" y="10"/>
                  </a:cubicBezTo>
                  <a:cubicBezTo>
                    <a:pt x="6290" y="12"/>
                    <a:pt x="6266" y="11"/>
                    <a:pt x="6261" y="13"/>
                  </a:cubicBezTo>
                  <a:cubicBezTo>
                    <a:pt x="6287" y="17"/>
                    <a:pt x="6379" y="13"/>
                    <a:pt x="6436" y="14"/>
                  </a:cubicBezTo>
                  <a:cubicBezTo>
                    <a:pt x="6430" y="15"/>
                    <a:pt x="6419" y="15"/>
                    <a:pt x="6417" y="15"/>
                  </a:cubicBezTo>
                  <a:cubicBezTo>
                    <a:pt x="6457" y="16"/>
                    <a:pt x="6474" y="15"/>
                    <a:pt x="6503" y="15"/>
                  </a:cubicBezTo>
                  <a:lnTo>
                    <a:pt x="6499" y="14"/>
                  </a:lnTo>
                  <a:cubicBezTo>
                    <a:pt x="6549" y="12"/>
                    <a:pt x="6530" y="16"/>
                    <a:pt x="6559" y="17"/>
                  </a:cubicBezTo>
                  <a:cubicBezTo>
                    <a:pt x="6570" y="17"/>
                    <a:pt x="6611" y="17"/>
                    <a:pt x="6604" y="16"/>
                  </a:cubicBezTo>
                  <a:lnTo>
                    <a:pt x="6657" y="18"/>
                  </a:lnTo>
                  <a:lnTo>
                    <a:pt x="6655" y="16"/>
                  </a:lnTo>
                  <a:cubicBezTo>
                    <a:pt x="6685" y="15"/>
                    <a:pt x="6691" y="17"/>
                    <a:pt x="6718" y="16"/>
                  </a:cubicBezTo>
                  <a:lnTo>
                    <a:pt x="6719" y="14"/>
                  </a:lnTo>
                  <a:lnTo>
                    <a:pt x="6645" y="13"/>
                  </a:lnTo>
                  <a:cubicBezTo>
                    <a:pt x="6683" y="12"/>
                    <a:pt x="6656" y="11"/>
                    <a:pt x="6697" y="10"/>
                  </a:cubicBezTo>
                  <a:cubicBezTo>
                    <a:pt x="6651" y="13"/>
                    <a:pt x="6730" y="12"/>
                    <a:pt x="6734" y="13"/>
                  </a:cubicBezTo>
                  <a:lnTo>
                    <a:pt x="6765" y="12"/>
                  </a:lnTo>
                  <a:lnTo>
                    <a:pt x="6757" y="13"/>
                  </a:lnTo>
                  <a:cubicBezTo>
                    <a:pt x="6781" y="14"/>
                    <a:pt x="6785" y="12"/>
                    <a:pt x="6813" y="12"/>
                  </a:cubicBezTo>
                  <a:cubicBezTo>
                    <a:pt x="6780" y="11"/>
                    <a:pt x="6759" y="10"/>
                    <a:pt x="6717" y="11"/>
                  </a:cubicBezTo>
                  <a:cubicBezTo>
                    <a:pt x="6747" y="10"/>
                    <a:pt x="6808" y="9"/>
                    <a:pt x="6822" y="9"/>
                  </a:cubicBezTo>
                  <a:cubicBezTo>
                    <a:pt x="6854" y="8"/>
                    <a:pt x="6877" y="10"/>
                    <a:pt x="6907" y="10"/>
                  </a:cubicBezTo>
                  <a:cubicBezTo>
                    <a:pt x="6849" y="11"/>
                    <a:pt x="6927" y="16"/>
                    <a:pt x="6812" y="15"/>
                  </a:cubicBezTo>
                  <a:cubicBezTo>
                    <a:pt x="6814" y="14"/>
                    <a:pt x="6823" y="14"/>
                    <a:pt x="6827" y="15"/>
                  </a:cubicBezTo>
                  <a:cubicBezTo>
                    <a:pt x="6811" y="12"/>
                    <a:pt x="6758" y="15"/>
                    <a:pt x="6733" y="16"/>
                  </a:cubicBezTo>
                  <a:cubicBezTo>
                    <a:pt x="6739" y="17"/>
                    <a:pt x="6713" y="18"/>
                    <a:pt x="6757" y="18"/>
                  </a:cubicBezTo>
                  <a:cubicBezTo>
                    <a:pt x="6743" y="17"/>
                    <a:pt x="6795" y="15"/>
                    <a:pt x="6837" y="16"/>
                  </a:cubicBezTo>
                  <a:lnTo>
                    <a:pt x="6829" y="20"/>
                  </a:lnTo>
                  <a:lnTo>
                    <a:pt x="6891" y="20"/>
                  </a:lnTo>
                  <a:lnTo>
                    <a:pt x="6885" y="20"/>
                  </a:lnTo>
                  <a:cubicBezTo>
                    <a:pt x="6908" y="23"/>
                    <a:pt x="6950" y="20"/>
                    <a:pt x="6992" y="21"/>
                  </a:cubicBezTo>
                  <a:cubicBezTo>
                    <a:pt x="7023" y="20"/>
                    <a:pt x="7140" y="22"/>
                    <a:pt x="7089" y="18"/>
                  </a:cubicBezTo>
                  <a:cubicBezTo>
                    <a:pt x="7127" y="20"/>
                    <a:pt x="7160" y="18"/>
                    <a:pt x="7202" y="17"/>
                  </a:cubicBezTo>
                  <a:lnTo>
                    <a:pt x="7150" y="16"/>
                  </a:lnTo>
                  <a:cubicBezTo>
                    <a:pt x="7211" y="14"/>
                    <a:pt x="7194" y="15"/>
                    <a:pt x="7242" y="11"/>
                  </a:cubicBezTo>
                  <a:cubicBezTo>
                    <a:pt x="7247" y="12"/>
                    <a:pt x="7258" y="13"/>
                    <a:pt x="7248" y="14"/>
                  </a:cubicBezTo>
                  <a:cubicBezTo>
                    <a:pt x="7330" y="14"/>
                    <a:pt x="7447" y="16"/>
                    <a:pt x="7495" y="13"/>
                  </a:cubicBezTo>
                  <a:cubicBezTo>
                    <a:pt x="7552" y="14"/>
                    <a:pt x="7561" y="18"/>
                    <a:pt x="7642" y="16"/>
                  </a:cubicBezTo>
                  <a:cubicBezTo>
                    <a:pt x="7659" y="16"/>
                    <a:pt x="7629" y="13"/>
                    <a:pt x="7682" y="14"/>
                  </a:cubicBezTo>
                  <a:cubicBezTo>
                    <a:pt x="7686" y="15"/>
                    <a:pt x="7631" y="17"/>
                    <a:pt x="7690" y="17"/>
                  </a:cubicBezTo>
                  <a:cubicBezTo>
                    <a:pt x="7733" y="14"/>
                    <a:pt x="7790" y="19"/>
                    <a:pt x="7845" y="17"/>
                  </a:cubicBezTo>
                  <a:cubicBezTo>
                    <a:pt x="7875" y="18"/>
                    <a:pt x="7925" y="18"/>
                    <a:pt x="7915" y="20"/>
                  </a:cubicBezTo>
                  <a:cubicBezTo>
                    <a:pt x="7868" y="19"/>
                    <a:pt x="7803" y="19"/>
                    <a:pt x="7793" y="20"/>
                  </a:cubicBezTo>
                  <a:cubicBezTo>
                    <a:pt x="7799" y="19"/>
                    <a:pt x="7760" y="19"/>
                    <a:pt x="7794" y="18"/>
                  </a:cubicBezTo>
                  <a:cubicBezTo>
                    <a:pt x="7724" y="16"/>
                    <a:pt x="7749" y="19"/>
                    <a:pt x="7686" y="17"/>
                  </a:cubicBezTo>
                  <a:cubicBezTo>
                    <a:pt x="7682" y="18"/>
                    <a:pt x="7719" y="20"/>
                    <a:pt x="7732" y="19"/>
                  </a:cubicBezTo>
                  <a:cubicBezTo>
                    <a:pt x="7732" y="22"/>
                    <a:pt x="7608" y="20"/>
                    <a:pt x="7664" y="24"/>
                  </a:cubicBezTo>
                  <a:cubicBezTo>
                    <a:pt x="7731" y="24"/>
                    <a:pt x="7751" y="18"/>
                    <a:pt x="7809" y="22"/>
                  </a:cubicBezTo>
                  <a:cubicBezTo>
                    <a:pt x="7786" y="23"/>
                    <a:pt x="7749" y="22"/>
                    <a:pt x="7720" y="24"/>
                  </a:cubicBezTo>
                  <a:lnTo>
                    <a:pt x="7767" y="26"/>
                  </a:lnTo>
                  <a:lnTo>
                    <a:pt x="7802" y="24"/>
                  </a:lnTo>
                  <a:lnTo>
                    <a:pt x="7800" y="24"/>
                  </a:lnTo>
                  <a:cubicBezTo>
                    <a:pt x="7884" y="27"/>
                    <a:pt x="7878" y="22"/>
                    <a:pt x="7953" y="21"/>
                  </a:cubicBezTo>
                  <a:cubicBezTo>
                    <a:pt x="7910" y="19"/>
                    <a:pt x="7963" y="16"/>
                    <a:pt x="7930" y="15"/>
                  </a:cubicBezTo>
                  <a:cubicBezTo>
                    <a:pt x="7981" y="15"/>
                    <a:pt x="8018" y="15"/>
                    <a:pt x="8018" y="18"/>
                  </a:cubicBezTo>
                  <a:cubicBezTo>
                    <a:pt x="7924" y="20"/>
                    <a:pt x="8013" y="21"/>
                    <a:pt x="7926" y="23"/>
                  </a:cubicBezTo>
                  <a:cubicBezTo>
                    <a:pt x="7940" y="24"/>
                    <a:pt x="7905" y="27"/>
                    <a:pt x="7957" y="28"/>
                  </a:cubicBezTo>
                  <a:cubicBezTo>
                    <a:pt x="8015" y="26"/>
                    <a:pt x="7939" y="25"/>
                    <a:pt x="7998" y="25"/>
                  </a:cubicBezTo>
                  <a:cubicBezTo>
                    <a:pt x="8001" y="25"/>
                    <a:pt x="8005" y="25"/>
                    <a:pt x="8003" y="26"/>
                  </a:cubicBezTo>
                  <a:cubicBezTo>
                    <a:pt x="8029" y="24"/>
                    <a:pt x="8034" y="26"/>
                    <a:pt x="8066" y="25"/>
                  </a:cubicBezTo>
                  <a:lnTo>
                    <a:pt x="8059" y="25"/>
                  </a:lnTo>
                  <a:cubicBezTo>
                    <a:pt x="8099" y="27"/>
                    <a:pt x="8103" y="24"/>
                    <a:pt x="8137" y="26"/>
                  </a:cubicBezTo>
                  <a:cubicBezTo>
                    <a:pt x="8123" y="24"/>
                    <a:pt x="8160" y="24"/>
                    <a:pt x="8182" y="23"/>
                  </a:cubicBezTo>
                  <a:cubicBezTo>
                    <a:pt x="8147" y="22"/>
                    <a:pt x="8128" y="19"/>
                    <a:pt x="8059" y="19"/>
                  </a:cubicBezTo>
                  <a:cubicBezTo>
                    <a:pt x="8050" y="20"/>
                    <a:pt x="8055" y="21"/>
                    <a:pt x="8027" y="22"/>
                  </a:cubicBezTo>
                  <a:lnTo>
                    <a:pt x="8072" y="22"/>
                  </a:lnTo>
                  <a:lnTo>
                    <a:pt x="8046" y="23"/>
                  </a:lnTo>
                  <a:lnTo>
                    <a:pt x="8003" y="22"/>
                  </a:lnTo>
                  <a:cubicBezTo>
                    <a:pt x="8058" y="21"/>
                    <a:pt x="8033" y="19"/>
                    <a:pt x="8056" y="17"/>
                  </a:cubicBezTo>
                  <a:cubicBezTo>
                    <a:pt x="8106" y="18"/>
                    <a:pt x="8097" y="17"/>
                    <a:pt x="8128" y="18"/>
                  </a:cubicBezTo>
                  <a:cubicBezTo>
                    <a:pt x="8125" y="20"/>
                    <a:pt x="8225" y="23"/>
                    <a:pt x="8282" y="24"/>
                  </a:cubicBezTo>
                  <a:lnTo>
                    <a:pt x="8255" y="24"/>
                  </a:lnTo>
                  <a:cubicBezTo>
                    <a:pt x="8214" y="25"/>
                    <a:pt x="8284" y="26"/>
                    <a:pt x="8286" y="27"/>
                  </a:cubicBezTo>
                  <a:lnTo>
                    <a:pt x="8316" y="26"/>
                  </a:lnTo>
                  <a:cubicBezTo>
                    <a:pt x="8310" y="26"/>
                    <a:pt x="8302" y="27"/>
                    <a:pt x="8315" y="27"/>
                  </a:cubicBezTo>
                  <a:cubicBezTo>
                    <a:pt x="8357" y="27"/>
                    <a:pt x="8354" y="25"/>
                    <a:pt x="8395" y="24"/>
                  </a:cubicBezTo>
                  <a:cubicBezTo>
                    <a:pt x="8398" y="26"/>
                    <a:pt x="8364" y="27"/>
                    <a:pt x="8389" y="28"/>
                  </a:cubicBezTo>
                  <a:cubicBezTo>
                    <a:pt x="8398" y="30"/>
                    <a:pt x="8426" y="33"/>
                    <a:pt x="8481" y="32"/>
                  </a:cubicBezTo>
                  <a:cubicBezTo>
                    <a:pt x="8485" y="31"/>
                    <a:pt x="8499" y="31"/>
                    <a:pt x="8515" y="31"/>
                  </a:cubicBezTo>
                  <a:lnTo>
                    <a:pt x="8509" y="31"/>
                  </a:lnTo>
                  <a:lnTo>
                    <a:pt x="8545" y="33"/>
                  </a:lnTo>
                  <a:cubicBezTo>
                    <a:pt x="8514" y="35"/>
                    <a:pt x="8483" y="32"/>
                    <a:pt x="8452" y="34"/>
                  </a:cubicBezTo>
                  <a:lnTo>
                    <a:pt x="8449" y="36"/>
                  </a:lnTo>
                  <a:cubicBezTo>
                    <a:pt x="8425" y="36"/>
                    <a:pt x="8392" y="36"/>
                    <a:pt x="8377" y="37"/>
                  </a:cubicBezTo>
                  <a:cubicBezTo>
                    <a:pt x="8414" y="38"/>
                    <a:pt x="8422" y="37"/>
                    <a:pt x="8463" y="37"/>
                  </a:cubicBezTo>
                  <a:cubicBezTo>
                    <a:pt x="8469" y="39"/>
                    <a:pt x="8440" y="39"/>
                    <a:pt x="8435" y="39"/>
                  </a:cubicBezTo>
                  <a:lnTo>
                    <a:pt x="8441" y="38"/>
                  </a:lnTo>
                  <a:cubicBezTo>
                    <a:pt x="8392" y="36"/>
                    <a:pt x="8368" y="40"/>
                    <a:pt x="8307" y="39"/>
                  </a:cubicBezTo>
                  <a:cubicBezTo>
                    <a:pt x="8297" y="39"/>
                    <a:pt x="8303" y="39"/>
                    <a:pt x="8305" y="38"/>
                  </a:cubicBezTo>
                  <a:cubicBezTo>
                    <a:pt x="8256" y="40"/>
                    <a:pt x="8207" y="37"/>
                    <a:pt x="8159" y="39"/>
                  </a:cubicBezTo>
                  <a:lnTo>
                    <a:pt x="8175" y="38"/>
                  </a:lnTo>
                  <a:lnTo>
                    <a:pt x="8013" y="42"/>
                  </a:lnTo>
                  <a:lnTo>
                    <a:pt x="8013" y="43"/>
                  </a:lnTo>
                  <a:cubicBezTo>
                    <a:pt x="8020" y="44"/>
                    <a:pt x="7996" y="44"/>
                    <a:pt x="7983" y="43"/>
                  </a:cubicBezTo>
                  <a:lnTo>
                    <a:pt x="7983" y="43"/>
                  </a:lnTo>
                  <a:lnTo>
                    <a:pt x="7895" y="45"/>
                  </a:lnTo>
                  <a:cubicBezTo>
                    <a:pt x="7903" y="46"/>
                    <a:pt x="7913" y="46"/>
                    <a:pt x="7925" y="47"/>
                  </a:cubicBezTo>
                  <a:cubicBezTo>
                    <a:pt x="7935" y="46"/>
                    <a:pt x="7994" y="47"/>
                    <a:pt x="7986" y="45"/>
                  </a:cubicBezTo>
                  <a:cubicBezTo>
                    <a:pt x="8013" y="46"/>
                    <a:pt x="8057" y="44"/>
                    <a:pt x="8077" y="45"/>
                  </a:cubicBezTo>
                  <a:cubicBezTo>
                    <a:pt x="8041" y="44"/>
                    <a:pt x="8102" y="43"/>
                    <a:pt x="8109" y="42"/>
                  </a:cubicBezTo>
                  <a:cubicBezTo>
                    <a:pt x="8121" y="44"/>
                    <a:pt x="8163" y="42"/>
                    <a:pt x="8158" y="44"/>
                  </a:cubicBezTo>
                  <a:cubicBezTo>
                    <a:pt x="8165" y="45"/>
                    <a:pt x="8140" y="43"/>
                    <a:pt x="8125" y="44"/>
                  </a:cubicBezTo>
                  <a:cubicBezTo>
                    <a:pt x="8086" y="46"/>
                    <a:pt x="8194" y="46"/>
                    <a:pt x="8147" y="47"/>
                  </a:cubicBezTo>
                  <a:cubicBezTo>
                    <a:pt x="8207" y="46"/>
                    <a:pt x="8287" y="47"/>
                    <a:pt x="8349" y="46"/>
                  </a:cubicBezTo>
                  <a:lnTo>
                    <a:pt x="8314" y="45"/>
                  </a:lnTo>
                  <a:cubicBezTo>
                    <a:pt x="8342" y="46"/>
                    <a:pt x="8408" y="46"/>
                    <a:pt x="8413" y="47"/>
                  </a:cubicBezTo>
                  <a:lnTo>
                    <a:pt x="8342" y="47"/>
                  </a:lnTo>
                  <a:cubicBezTo>
                    <a:pt x="8340" y="49"/>
                    <a:pt x="8405" y="47"/>
                    <a:pt x="8408" y="48"/>
                  </a:cubicBezTo>
                  <a:lnTo>
                    <a:pt x="8484" y="45"/>
                  </a:lnTo>
                  <a:lnTo>
                    <a:pt x="8451" y="45"/>
                  </a:lnTo>
                  <a:cubicBezTo>
                    <a:pt x="8472" y="44"/>
                    <a:pt x="8542" y="46"/>
                    <a:pt x="8594" y="47"/>
                  </a:cubicBezTo>
                  <a:cubicBezTo>
                    <a:pt x="8564" y="49"/>
                    <a:pt x="8516" y="46"/>
                    <a:pt x="8461" y="47"/>
                  </a:cubicBezTo>
                  <a:cubicBezTo>
                    <a:pt x="8421" y="48"/>
                    <a:pt x="8485" y="50"/>
                    <a:pt x="8448" y="50"/>
                  </a:cubicBezTo>
                  <a:cubicBezTo>
                    <a:pt x="8458" y="51"/>
                    <a:pt x="8482" y="51"/>
                    <a:pt x="8494" y="50"/>
                  </a:cubicBezTo>
                  <a:lnTo>
                    <a:pt x="8509" y="51"/>
                  </a:lnTo>
                  <a:cubicBezTo>
                    <a:pt x="8475" y="53"/>
                    <a:pt x="8400" y="52"/>
                    <a:pt x="8350" y="54"/>
                  </a:cubicBezTo>
                  <a:cubicBezTo>
                    <a:pt x="8355" y="54"/>
                    <a:pt x="8359" y="54"/>
                    <a:pt x="8360" y="54"/>
                  </a:cubicBezTo>
                  <a:cubicBezTo>
                    <a:pt x="8321" y="52"/>
                    <a:pt x="8282" y="52"/>
                    <a:pt x="8245" y="52"/>
                  </a:cubicBezTo>
                  <a:cubicBezTo>
                    <a:pt x="8265" y="53"/>
                    <a:pt x="8273" y="53"/>
                    <a:pt x="8284" y="53"/>
                  </a:cubicBezTo>
                  <a:cubicBezTo>
                    <a:pt x="8285" y="53"/>
                    <a:pt x="8250" y="53"/>
                    <a:pt x="8236" y="54"/>
                  </a:cubicBezTo>
                  <a:cubicBezTo>
                    <a:pt x="8271" y="55"/>
                    <a:pt x="8243" y="56"/>
                    <a:pt x="8265" y="56"/>
                  </a:cubicBezTo>
                  <a:cubicBezTo>
                    <a:pt x="8242" y="57"/>
                    <a:pt x="8224" y="56"/>
                    <a:pt x="8196" y="56"/>
                  </a:cubicBezTo>
                  <a:cubicBezTo>
                    <a:pt x="8182" y="55"/>
                    <a:pt x="8208" y="55"/>
                    <a:pt x="8205" y="53"/>
                  </a:cubicBezTo>
                  <a:cubicBezTo>
                    <a:pt x="8177" y="54"/>
                    <a:pt x="8164" y="51"/>
                    <a:pt x="8122" y="52"/>
                  </a:cubicBezTo>
                  <a:cubicBezTo>
                    <a:pt x="8177" y="53"/>
                    <a:pt x="8107" y="55"/>
                    <a:pt x="8088" y="56"/>
                  </a:cubicBezTo>
                  <a:lnTo>
                    <a:pt x="8097" y="56"/>
                  </a:lnTo>
                  <a:cubicBezTo>
                    <a:pt x="8080" y="57"/>
                    <a:pt x="8065" y="57"/>
                    <a:pt x="8053" y="56"/>
                  </a:cubicBezTo>
                  <a:cubicBezTo>
                    <a:pt x="8075" y="55"/>
                    <a:pt x="8097" y="56"/>
                    <a:pt x="8091" y="54"/>
                  </a:cubicBezTo>
                  <a:cubicBezTo>
                    <a:pt x="8076" y="54"/>
                    <a:pt x="8061" y="54"/>
                    <a:pt x="8044" y="54"/>
                  </a:cubicBezTo>
                  <a:lnTo>
                    <a:pt x="8059" y="53"/>
                  </a:lnTo>
                  <a:lnTo>
                    <a:pt x="7985" y="53"/>
                  </a:lnTo>
                  <a:cubicBezTo>
                    <a:pt x="7973" y="55"/>
                    <a:pt x="7953" y="56"/>
                    <a:pt x="7943" y="58"/>
                  </a:cubicBezTo>
                  <a:cubicBezTo>
                    <a:pt x="7925" y="57"/>
                    <a:pt x="7900" y="58"/>
                    <a:pt x="7883" y="58"/>
                  </a:cubicBezTo>
                  <a:lnTo>
                    <a:pt x="7891" y="58"/>
                  </a:lnTo>
                  <a:cubicBezTo>
                    <a:pt x="7858" y="56"/>
                    <a:pt x="7785" y="57"/>
                    <a:pt x="7779" y="58"/>
                  </a:cubicBezTo>
                  <a:cubicBezTo>
                    <a:pt x="7755" y="57"/>
                    <a:pt x="7945" y="51"/>
                    <a:pt x="7779" y="52"/>
                  </a:cubicBezTo>
                  <a:cubicBezTo>
                    <a:pt x="7715" y="51"/>
                    <a:pt x="7739" y="55"/>
                    <a:pt x="7703" y="57"/>
                  </a:cubicBezTo>
                  <a:cubicBezTo>
                    <a:pt x="7703" y="57"/>
                    <a:pt x="7705" y="56"/>
                    <a:pt x="7702" y="56"/>
                  </a:cubicBezTo>
                  <a:cubicBezTo>
                    <a:pt x="7674" y="55"/>
                    <a:pt x="7671" y="57"/>
                    <a:pt x="7648" y="57"/>
                  </a:cubicBezTo>
                  <a:cubicBezTo>
                    <a:pt x="7665" y="58"/>
                    <a:pt x="7689" y="58"/>
                    <a:pt x="7697" y="58"/>
                  </a:cubicBezTo>
                  <a:cubicBezTo>
                    <a:pt x="7688" y="59"/>
                    <a:pt x="7639" y="57"/>
                    <a:pt x="7618" y="59"/>
                  </a:cubicBezTo>
                  <a:cubicBezTo>
                    <a:pt x="7646" y="56"/>
                    <a:pt x="7565" y="57"/>
                    <a:pt x="7586" y="56"/>
                  </a:cubicBezTo>
                  <a:cubicBezTo>
                    <a:pt x="7531" y="54"/>
                    <a:pt x="7472" y="56"/>
                    <a:pt x="7443" y="58"/>
                  </a:cubicBezTo>
                  <a:cubicBezTo>
                    <a:pt x="7406" y="55"/>
                    <a:pt x="7378" y="58"/>
                    <a:pt x="7317" y="56"/>
                  </a:cubicBezTo>
                  <a:cubicBezTo>
                    <a:pt x="7327" y="56"/>
                    <a:pt x="7343" y="56"/>
                    <a:pt x="7356" y="56"/>
                  </a:cubicBezTo>
                  <a:cubicBezTo>
                    <a:pt x="7391" y="55"/>
                    <a:pt x="7294" y="55"/>
                    <a:pt x="7347" y="54"/>
                  </a:cubicBezTo>
                  <a:cubicBezTo>
                    <a:pt x="7335" y="54"/>
                    <a:pt x="7346" y="55"/>
                    <a:pt x="7358" y="54"/>
                  </a:cubicBezTo>
                  <a:cubicBezTo>
                    <a:pt x="7378" y="54"/>
                    <a:pt x="7397" y="53"/>
                    <a:pt x="7392" y="52"/>
                  </a:cubicBezTo>
                  <a:lnTo>
                    <a:pt x="7343" y="51"/>
                  </a:lnTo>
                  <a:lnTo>
                    <a:pt x="7360" y="50"/>
                  </a:lnTo>
                  <a:lnTo>
                    <a:pt x="7285" y="47"/>
                  </a:lnTo>
                  <a:cubicBezTo>
                    <a:pt x="7283" y="48"/>
                    <a:pt x="7290" y="48"/>
                    <a:pt x="7294" y="49"/>
                  </a:cubicBezTo>
                  <a:cubicBezTo>
                    <a:pt x="7207" y="47"/>
                    <a:pt x="7107" y="48"/>
                    <a:pt x="7031" y="48"/>
                  </a:cubicBezTo>
                  <a:cubicBezTo>
                    <a:pt x="7017" y="53"/>
                    <a:pt x="6844" y="50"/>
                    <a:pt x="6782" y="53"/>
                  </a:cubicBezTo>
                  <a:cubicBezTo>
                    <a:pt x="6799" y="52"/>
                    <a:pt x="6808" y="49"/>
                    <a:pt x="6798" y="48"/>
                  </a:cubicBezTo>
                  <a:cubicBezTo>
                    <a:pt x="6811" y="47"/>
                    <a:pt x="6840" y="45"/>
                    <a:pt x="6871" y="46"/>
                  </a:cubicBezTo>
                  <a:cubicBezTo>
                    <a:pt x="6876" y="47"/>
                    <a:pt x="6914" y="48"/>
                    <a:pt x="6889" y="49"/>
                  </a:cubicBezTo>
                  <a:cubicBezTo>
                    <a:pt x="6975" y="48"/>
                    <a:pt x="6878" y="46"/>
                    <a:pt x="6903" y="44"/>
                  </a:cubicBezTo>
                  <a:cubicBezTo>
                    <a:pt x="6808" y="44"/>
                    <a:pt x="6752" y="48"/>
                    <a:pt x="6692" y="49"/>
                  </a:cubicBezTo>
                  <a:lnTo>
                    <a:pt x="6690" y="48"/>
                  </a:lnTo>
                  <a:lnTo>
                    <a:pt x="6645" y="49"/>
                  </a:lnTo>
                  <a:cubicBezTo>
                    <a:pt x="6682" y="50"/>
                    <a:pt x="6680" y="53"/>
                    <a:pt x="6632" y="52"/>
                  </a:cubicBezTo>
                  <a:lnTo>
                    <a:pt x="6638" y="52"/>
                  </a:lnTo>
                  <a:cubicBezTo>
                    <a:pt x="6611" y="50"/>
                    <a:pt x="6554" y="52"/>
                    <a:pt x="6511" y="51"/>
                  </a:cubicBezTo>
                  <a:lnTo>
                    <a:pt x="6483" y="53"/>
                  </a:lnTo>
                  <a:cubicBezTo>
                    <a:pt x="6440" y="53"/>
                    <a:pt x="6438" y="50"/>
                    <a:pt x="6424" y="48"/>
                  </a:cubicBezTo>
                  <a:cubicBezTo>
                    <a:pt x="6357" y="47"/>
                    <a:pt x="6319" y="50"/>
                    <a:pt x="6271" y="52"/>
                  </a:cubicBezTo>
                  <a:cubicBezTo>
                    <a:pt x="6250" y="50"/>
                    <a:pt x="6150" y="50"/>
                    <a:pt x="6203" y="48"/>
                  </a:cubicBezTo>
                  <a:cubicBezTo>
                    <a:pt x="6142" y="49"/>
                    <a:pt x="6154" y="57"/>
                    <a:pt x="6051" y="53"/>
                  </a:cubicBezTo>
                  <a:lnTo>
                    <a:pt x="6078" y="51"/>
                  </a:lnTo>
                  <a:cubicBezTo>
                    <a:pt x="5979" y="52"/>
                    <a:pt x="5838" y="54"/>
                    <a:pt x="5792" y="53"/>
                  </a:cubicBezTo>
                  <a:cubicBezTo>
                    <a:pt x="5829" y="48"/>
                    <a:pt x="5669" y="48"/>
                    <a:pt x="5651" y="43"/>
                  </a:cubicBezTo>
                  <a:cubicBezTo>
                    <a:pt x="5656" y="44"/>
                    <a:pt x="5619" y="44"/>
                    <a:pt x="5613" y="45"/>
                  </a:cubicBezTo>
                  <a:cubicBezTo>
                    <a:pt x="5605" y="44"/>
                    <a:pt x="5592" y="44"/>
                    <a:pt x="5577" y="45"/>
                  </a:cubicBezTo>
                  <a:cubicBezTo>
                    <a:pt x="5616" y="46"/>
                    <a:pt x="5550" y="50"/>
                    <a:pt x="5624" y="48"/>
                  </a:cubicBezTo>
                  <a:cubicBezTo>
                    <a:pt x="5587" y="51"/>
                    <a:pt x="5539" y="54"/>
                    <a:pt x="5457" y="54"/>
                  </a:cubicBezTo>
                  <a:lnTo>
                    <a:pt x="5458" y="52"/>
                  </a:lnTo>
                  <a:lnTo>
                    <a:pt x="5523" y="52"/>
                  </a:lnTo>
                  <a:cubicBezTo>
                    <a:pt x="5516" y="51"/>
                    <a:pt x="5549" y="51"/>
                    <a:pt x="5563" y="50"/>
                  </a:cubicBezTo>
                  <a:cubicBezTo>
                    <a:pt x="5443" y="49"/>
                    <a:pt x="5579" y="45"/>
                    <a:pt x="5456" y="46"/>
                  </a:cubicBezTo>
                  <a:cubicBezTo>
                    <a:pt x="5444" y="47"/>
                    <a:pt x="5452" y="46"/>
                    <a:pt x="5420" y="47"/>
                  </a:cubicBezTo>
                  <a:cubicBezTo>
                    <a:pt x="5435" y="47"/>
                    <a:pt x="5437" y="46"/>
                    <a:pt x="5413" y="45"/>
                  </a:cubicBezTo>
                  <a:lnTo>
                    <a:pt x="5390" y="47"/>
                  </a:lnTo>
                  <a:cubicBezTo>
                    <a:pt x="5347" y="44"/>
                    <a:pt x="5461" y="45"/>
                    <a:pt x="5424" y="42"/>
                  </a:cubicBezTo>
                  <a:cubicBezTo>
                    <a:pt x="5472" y="41"/>
                    <a:pt x="5554" y="40"/>
                    <a:pt x="5539" y="37"/>
                  </a:cubicBezTo>
                  <a:cubicBezTo>
                    <a:pt x="5461" y="36"/>
                    <a:pt x="5469" y="42"/>
                    <a:pt x="5388" y="41"/>
                  </a:cubicBezTo>
                  <a:lnTo>
                    <a:pt x="5379" y="40"/>
                  </a:lnTo>
                  <a:cubicBezTo>
                    <a:pt x="5351" y="41"/>
                    <a:pt x="5346" y="43"/>
                    <a:pt x="5330" y="44"/>
                  </a:cubicBezTo>
                  <a:cubicBezTo>
                    <a:pt x="5329" y="43"/>
                    <a:pt x="5322" y="43"/>
                    <a:pt x="5303" y="42"/>
                  </a:cubicBezTo>
                  <a:cubicBezTo>
                    <a:pt x="5255" y="45"/>
                    <a:pt x="5223" y="46"/>
                    <a:pt x="5179" y="49"/>
                  </a:cubicBezTo>
                  <a:cubicBezTo>
                    <a:pt x="5297" y="46"/>
                    <a:pt x="5280" y="51"/>
                    <a:pt x="5402" y="49"/>
                  </a:cubicBezTo>
                  <a:cubicBezTo>
                    <a:pt x="5383" y="49"/>
                    <a:pt x="5297" y="50"/>
                    <a:pt x="5292" y="53"/>
                  </a:cubicBezTo>
                  <a:lnTo>
                    <a:pt x="5293" y="51"/>
                  </a:lnTo>
                  <a:cubicBezTo>
                    <a:pt x="5253" y="52"/>
                    <a:pt x="5214" y="53"/>
                    <a:pt x="5164" y="53"/>
                  </a:cubicBezTo>
                  <a:lnTo>
                    <a:pt x="5194" y="51"/>
                  </a:lnTo>
                  <a:cubicBezTo>
                    <a:pt x="5128" y="53"/>
                    <a:pt x="5084" y="48"/>
                    <a:pt x="5032" y="52"/>
                  </a:cubicBezTo>
                  <a:cubicBezTo>
                    <a:pt x="5051" y="52"/>
                    <a:pt x="5065" y="52"/>
                    <a:pt x="5077" y="52"/>
                  </a:cubicBezTo>
                  <a:cubicBezTo>
                    <a:pt x="5043" y="53"/>
                    <a:pt x="5000" y="52"/>
                    <a:pt x="4963" y="52"/>
                  </a:cubicBezTo>
                  <a:lnTo>
                    <a:pt x="4887" y="56"/>
                  </a:lnTo>
                  <a:cubicBezTo>
                    <a:pt x="4887" y="55"/>
                    <a:pt x="4839" y="55"/>
                    <a:pt x="4862" y="53"/>
                  </a:cubicBezTo>
                  <a:cubicBezTo>
                    <a:pt x="4807" y="51"/>
                    <a:pt x="4781" y="55"/>
                    <a:pt x="4749" y="55"/>
                  </a:cubicBezTo>
                  <a:cubicBezTo>
                    <a:pt x="4693" y="53"/>
                    <a:pt x="4798" y="54"/>
                    <a:pt x="4804" y="51"/>
                  </a:cubicBezTo>
                  <a:cubicBezTo>
                    <a:pt x="4726" y="50"/>
                    <a:pt x="4644" y="51"/>
                    <a:pt x="4600" y="53"/>
                  </a:cubicBezTo>
                  <a:cubicBezTo>
                    <a:pt x="4616" y="54"/>
                    <a:pt x="4623" y="54"/>
                    <a:pt x="4623" y="55"/>
                  </a:cubicBezTo>
                  <a:cubicBezTo>
                    <a:pt x="4620" y="54"/>
                    <a:pt x="4589" y="54"/>
                    <a:pt x="4572" y="54"/>
                  </a:cubicBezTo>
                  <a:lnTo>
                    <a:pt x="4560" y="55"/>
                  </a:lnTo>
                  <a:cubicBezTo>
                    <a:pt x="4530" y="55"/>
                    <a:pt x="4535" y="54"/>
                    <a:pt x="4559" y="53"/>
                  </a:cubicBezTo>
                  <a:cubicBezTo>
                    <a:pt x="4532" y="52"/>
                    <a:pt x="4498" y="55"/>
                    <a:pt x="4470" y="53"/>
                  </a:cubicBezTo>
                  <a:cubicBezTo>
                    <a:pt x="4517" y="52"/>
                    <a:pt x="4578" y="53"/>
                    <a:pt x="4602" y="52"/>
                  </a:cubicBezTo>
                  <a:cubicBezTo>
                    <a:pt x="4503" y="53"/>
                    <a:pt x="4503" y="48"/>
                    <a:pt x="4377" y="50"/>
                  </a:cubicBezTo>
                  <a:cubicBezTo>
                    <a:pt x="4375" y="49"/>
                    <a:pt x="4397" y="48"/>
                    <a:pt x="4372" y="48"/>
                  </a:cubicBezTo>
                  <a:cubicBezTo>
                    <a:pt x="4316" y="48"/>
                    <a:pt x="4358" y="51"/>
                    <a:pt x="4340" y="52"/>
                  </a:cubicBezTo>
                  <a:cubicBezTo>
                    <a:pt x="4383" y="51"/>
                    <a:pt x="4404" y="52"/>
                    <a:pt x="4429" y="54"/>
                  </a:cubicBezTo>
                  <a:lnTo>
                    <a:pt x="4417" y="55"/>
                  </a:lnTo>
                  <a:cubicBezTo>
                    <a:pt x="4415" y="54"/>
                    <a:pt x="4388" y="54"/>
                    <a:pt x="4380" y="54"/>
                  </a:cubicBezTo>
                  <a:lnTo>
                    <a:pt x="4373" y="56"/>
                  </a:lnTo>
                  <a:cubicBezTo>
                    <a:pt x="4376" y="54"/>
                    <a:pt x="4333" y="52"/>
                    <a:pt x="4299" y="53"/>
                  </a:cubicBezTo>
                  <a:cubicBezTo>
                    <a:pt x="4333" y="54"/>
                    <a:pt x="4324" y="54"/>
                    <a:pt x="4334" y="57"/>
                  </a:cubicBezTo>
                  <a:cubicBezTo>
                    <a:pt x="4286" y="60"/>
                    <a:pt x="4279" y="55"/>
                    <a:pt x="4226" y="58"/>
                  </a:cubicBezTo>
                  <a:cubicBezTo>
                    <a:pt x="4230" y="57"/>
                    <a:pt x="4277" y="56"/>
                    <a:pt x="4236" y="56"/>
                  </a:cubicBezTo>
                  <a:cubicBezTo>
                    <a:pt x="4203" y="56"/>
                    <a:pt x="4207" y="57"/>
                    <a:pt x="4184" y="58"/>
                  </a:cubicBezTo>
                  <a:cubicBezTo>
                    <a:pt x="4210" y="56"/>
                    <a:pt x="4203" y="54"/>
                    <a:pt x="4231" y="52"/>
                  </a:cubicBezTo>
                  <a:cubicBezTo>
                    <a:pt x="4290" y="52"/>
                    <a:pt x="4255" y="52"/>
                    <a:pt x="4313" y="51"/>
                  </a:cubicBezTo>
                  <a:lnTo>
                    <a:pt x="4264" y="49"/>
                  </a:lnTo>
                  <a:cubicBezTo>
                    <a:pt x="4314" y="49"/>
                    <a:pt x="4301" y="47"/>
                    <a:pt x="4305" y="46"/>
                  </a:cubicBezTo>
                  <a:cubicBezTo>
                    <a:pt x="4218" y="44"/>
                    <a:pt x="4240" y="49"/>
                    <a:pt x="4184" y="49"/>
                  </a:cubicBezTo>
                  <a:cubicBezTo>
                    <a:pt x="4157" y="50"/>
                    <a:pt x="4236" y="49"/>
                    <a:pt x="4194" y="51"/>
                  </a:cubicBezTo>
                  <a:cubicBezTo>
                    <a:pt x="4142" y="50"/>
                    <a:pt x="4182" y="52"/>
                    <a:pt x="4124" y="53"/>
                  </a:cubicBezTo>
                  <a:lnTo>
                    <a:pt x="4134" y="52"/>
                  </a:lnTo>
                  <a:cubicBezTo>
                    <a:pt x="4116" y="51"/>
                    <a:pt x="4099" y="52"/>
                    <a:pt x="4078" y="53"/>
                  </a:cubicBezTo>
                  <a:cubicBezTo>
                    <a:pt x="4055" y="53"/>
                    <a:pt x="4104" y="60"/>
                    <a:pt x="4010" y="60"/>
                  </a:cubicBezTo>
                  <a:cubicBezTo>
                    <a:pt x="4015" y="60"/>
                    <a:pt x="4017" y="59"/>
                    <a:pt x="4017" y="59"/>
                  </a:cubicBezTo>
                  <a:lnTo>
                    <a:pt x="4108" y="41"/>
                  </a:lnTo>
                  <a:cubicBezTo>
                    <a:pt x="4013" y="41"/>
                    <a:pt x="3904" y="41"/>
                    <a:pt x="3795" y="40"/>
                  </a:cubicBezTo>
                  <a:cubicBezTo>
                    <a:pt x="3769" y="37"/>
                    <a:pt x="3873" y="37"/>
                    <a:pt x="3866" y="36"/>
                  </a:cubicBezTo>
                  <a:lnTo>
                    <a:pt x="3916" y="36"/>
                  </a:lnTo>
                  <a:cubicBezTo>
                    <a:pt x="3913" y="38"/>
                    <a:pt x="3812" y="37"/>
                    <a:pt x="3857" y="39"/>
                  </a:cubicBezTo>
                  <a:cubicBezTo>
                    <a:pt x="3945" y="38"/>
                    <a:pt x="3985" y="40"/>
                    <a:pt x="4068" y="37"/>
                  </a:cubicBezTo>
                  <a:cubicBezTo>
                    <a:pt x="4042" y="33"/>
                    <a:pt x="3958" y="37"/>
                    <a:pt x="3904" y="35"/>
                  </a:cubicBezTo>
                  <a:cubicBezTo>
                    <a:pt x="3927" y="35"/>
                    <a:pt x="3946" y="35"/>
                    <a:pt x="3965" y="34"/>
                  </a:cubicBezTo>
                  <a:lnTo>
                    <a:pt x="3801" y="33"/>
                  </a:lnTo>
                  <a:lnTo>
                    <a:pt x="3788" y="34"/>
                  </a:lnTo>
                  <a:lnTo>
                    <a:pt x="3858" y="34"/>
                  </a:lnTo>
                  <a:cubicBezTo>
                    <a:pt x="3806" y="34"/>
                    <a:pt x="3762" y="36"/>
                    <a:pt x="3758" y="39"/>
                  </a:cubicBezTo>
                  <a:lnTo>
                    <a:pt x="3768" y="39"/>
                  </a:lnTo>
                  <a:lnTo>
                    <a:pt x="3749" y="40"/>
                  </a:lnTo>
                  <a:lnTo>
                    <a:pt x="3713" y="39"/>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5" name="Freeform 64"/>
            <p:cNvSpPr>
              <a:spLocks/>
            </p:cNvSpPr>
            <p:nvPr/>
          </p:nvSpPr>
          <p:spPr bwMode="invGray">
            <a:xfrm>
              <a:off x="12117388" y="2779713"/>
              <a:ext cx="127000" cy="4762"/>
            </a:xfrm>
            <a:custGeom>
              <a:avLst/>
              <a:gdLst>
                <a:gd name="T0" fmla="*/ 19 w 66"/>
                <a:gd name="T1" fmla="*/ 2 h 2"/>
                <a:gd name="T2" fmla="*/ 19 w 66"/>
                <a:gd name="T3" fmla="*/ 2 h 2"/>
                <a:gd name="T4" fmla="*/ 60 w 66"/>
                <a:gd name="T5" fmla="*/ 0 h 2"/>
                <a:gd name="T6" fmla="*/ 19 w 66"/>
                <a:gd name="T7" fmla="*/ 2 h 2"/>
              </a:gdLst>
              <a:ahLst/>
              <a:cxnLst>
                <a:cxn ang="0">
                  <a:pos x="T0" y="T1"/>
                </a:cxn>
                <a:cxn ang="0">
                  <a:pos x="T2" y="T3"/>
                </a:cxn>
                <a:cxn ang="0">
                  <a:pos x="T4" y="T5"/>
                </a:cxn>
                <a:cxn ang="0">
                  <a:pos x="T6" y="T7"/>
                </a:cxn>
              </a:cxnLst>
              <a:rect l="0" t="0" r="r" b="b"/>
              <a:pathLst>
                <a:path w="66" h="2">
                  <a:moveTo>
                    <a:pt x="19" y="2"/>
                  </a:moveTo>
                  <a:lnTo>
                    <a:pt x="19" y="2"/>
                  </a:lnTo>
                  <a:cubicBezTo>
                    <a:pt x="33" y="2"/>
                    <a:pt x="66" y="2"/>
                    <a:pt x="60" y="0"/>
                  </a:cubicBezTo>
                  <a:cubicBezTo>
                    <a:pt x="60" y="2"/>
                    <a:pt x="0" y="0"/>
                    <a:pt x="19"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6" name="Freeform 65"/>
            <p:cNvSpPr>
              <a:spLocks/>
            </p:cNvSpPr>
            <p:nvPr/>
          </p:nvSpPr>
          <p:spPr bwMode="invGray">
            <a:xfrm>
              <a:off x="12182475" y="2787650"/>
              <a:ext cx="79375" cy="1587"/>
            </a:xfrm>
            <a:custGeom>
              <a:avLst/>
              <a:gdLst>
                <a:gd name="T0" fmla="*/ 25 w 41"/>
                <a:gd name="T1" fmla="*/ 1 h 1"/>
                <a:gd name="T2" fmla="*/ 25 w 41"/>
                <a:gd name="T3" fmla="*/ 1 h 1"/>
                <a:gd name="T4" fmla="*/ 41 w 41"/>
                <a:gd name="T5" fmla="*/ 0 h 1"/>
                <a:gd name="T6" fmla="*/ 0 w 41"/>
                <a:gd name="T7" fmla="*/ 0 h 1"/>
                <a:gd name="T8" fmla="*/ 25 w 41"/>
                <a:gd name="T9" fmla="*/ 1 h 1"/>
              </a:gdLst>
              <a:ahLst/>
              <a:cxnLst>
                <a:cxn ang="0">
                  <a:pos x="T0" y="T1"/>
                </a:cxn>
                <a:cxn ang="0">
                  <a:pos x="T2" y="T3"/>
                </a:cxn>
                <a:cxn ang="0">
                  <a:pos x="T4" y="T5"/>
                </a:cxn>
                <a:cxn ang="0">
                  <a:pos x="T6" y="T7"/>
                </a:cxn>
                <a:cxn ang="0">
                  <a:pos x="T8" y="T9"/>
                </a:cxn>
              </a:cxnLst>
              <a:rect l="0" t="0" r="r" b="b"/>
              <a:pathLst>
                <a:path w="41" h="1">
                  <a:moveTo>
                    <a:pt x="25" y="1"/>
                  </a:moveTo>
                  <a:lnTo>
                    <a:pt x="25" y="1"/>
                  </a:lnTo>
                  <a:cubicBezTo>
                    <a:pt x="27" y="1"/>
                    <a:pt x="26" y="0"/>
                    <a:pt x="41" y="0"/>
                  </a:cubicBezTo>
                  <a:lnTo>
                    <a:pt x="0" y="0"/>
                  </a:lnTo>
                  <a:lnTo>
                    <a:pt x="2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7" name="Freeform 66"/>
            <p:cNvSpPr>
              <a:spLocks/>
            </p:cNvSpPr>
            <p:nvPr/>
          </p:nvSpPr>
          <p:spPr bwMode="invGray">
            <a:xfrm>
              <a:off x="12307888" y="2809875"/>
              <a:ext cx="249238" cy="15875"/>
            </a:xfrm>
            <a:custGeom>
              <a:avLst/>
              <a:gdLst>
                <a:gd name="T0" fmla="*/ 2 w 130"/>
                <a:gd name="T1" fmla="*/ 3 h 7"/>
                <a:gd name="T2" fmla="*/ 2 w 130"/>
                <a:gd name="T3" fmla="*/ 3 h 7"/>
                <a:gd name="T4" fmla="*/ 70 w 130"/>
                <a:gd name="T5" fmla="*/ 2 h 7"/>
                <a:gd name="T6" fmla="*/ 0 w 130"/>
                <a:gd name="T7" fmla="*/ 6 h 7"/>
                <a:gd name="T8" fmla="*/ 130 w 130"/>
                <a:gd name="T9" fmla="*/ 4 h 7"/>
                <a:gd name="T10" fmla="*/ 2 w 130"/>
                <a:gd name="T11" fmla="*/ 3 h 7"/>
              </a:gdLst>
              <a:ahLst/>
              <a:cxnLst>
                <a:cxn ang="0">
                  <a:pos x="T0" y="T1"/>
                </a:cxn>
                <a:cxn ang="0">
                  <a:pos x="T2" y="T3"/>
                </a:cxn>
                <a:cxn ang="0">
                  <a:pos x="T4" y="T5"/>
                </a:cxn>
                <a:cxn ang="0">
                  <a:pos x="T6" y="T7"/>
                </a:cxn>
                <a:cxn ang="0">
                  <a:pos x="T8" y="T9"/>
                </a:cxn>
                <a:cxn ang="0">
                  <a:pos x="T10" y="T11"/>
                </a:cxn>
              </a:cxnLst>
              <a:rect l="0" t="0" r="r" b="b"/>
              <a:pathLst>
                <a:path w="130" h="7">
                  <a:moveTo>
                    <a:pt x="2" y="3"/>
                  </a:moveTo>
                  <a:lnTo>
                    <a:pt x="2" y="3"/>
                  </a:lnTo>
                  <a:cubicBezTo>
                    <a:pt x="23" y="2"/>
                    <a:pt x="37" y="1"/>
                    <a:pt x="70" y="2"/>
                  </a:cubicBezTo>
                  <a:cubicBezTo>
                    <a:pt x="82" y="6"/>
                    <a:pt x="15" y="2"/>
                    <a:pt x="0" y="6"/>
                  </a:cubicBezTo>
                  <a:cubicBezTo>
                    <a:pt x="61" y="7"/>
                    <a:pt x="80" y="4"/>
                    <a:pt x="130" y="4"/>
                  </a:cubicBezTo>
                  <a:cubicBezTo>
                    <a:pt x="106" y="2"/>
                    <a:pt x="4" y="0"/>
                    <a:pt x="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8" name="Freeform 67"/>
            <p:cNvSpPr>
              <a:spLocks/>
            </p:cNvSpPr>
            <p:nvPr/>
          </p:nvSpPr>
          <p:spPr bwMode="invGray">
            <a:xfrm>
              <a:off x="12252325" y="2825750"/>
              <a:ext cx="73025" cy="1587"/>
            </a:xfrm>
            <a:custGeom>
              <a:avLst/>
              <a:gdLst>
                <a:gd name="T0" fmla="*/ 4 w 38"/>
                <a:gd name="T1" fmla="*/ 1 h 1"/>
                <a:gd name="T2" fmla="*/ 4 w 38"/>
                <a:gd name="T3" fmla="*/ 1 h 1"/>
                <a:gd name="T4" fmla="*/ 38 w 38"/>
                <a:gd name="T5" fmla="*/ 0 h 1"/>
                <a:gd name="T6" fmla="*/ 34 w 38"/>
                <a:gd name="T7" fmla="*/ 0 h 1"/>
                <a:gd name="T8" fmla="*/ 0 w 38"/>
                <a:gd name="T9" fmla="*/ 1 h 1"/>
                <a:gd name="T10" fmla="*/ 4 w 38"/>
                <a:gd name="T11" fmla="*/ 1 h 1"/>
              </a:gdLst>
              <a:ahLst/>
              <a:cxnLst>
                <a:cxn ang="0">
                  <a:pos x="T0" y="T1"/>
                </a:cxn>
                <a:cxn ang="0">
                  <a:pos x="T2" y="T3"/>
                </a:cxn>
                <a:cxn ang="0">
                  <a:pos x="T4" y="T5"/>
                </a:cxn>
                <a:cxn ang="0">
                  <a:pos x="T6" y="T7"/>
                </a:cxn>
                <a:cxn ang="0">
                  <a:pos x="T8" y="T9"/>
                </a:cxn>
                <a:cxn ang="0">
                  <a:pos x="T10" y="T11"/>
                </a:cxn>
              </a:cxnLst>
              <a:rect l="0" t="0" r="r" b="b"/>
              <a:pathLst>
                <a:path w="38" h="1">
                  <a:moveTo>
                    <a:pt x="4" y="1"/>
                  </a:moveTo>
                  <a:lnTo>
                    <a:pt x="4" y="1"/>
                  </a:lnTo>
                  <a:lnTo>
                    <a:pt x="38" y="0"/>
                  </a:lnTo>
                  <a:lnTo>
                    <a:pt x="34" y="0"/>
                  </a:lnTo>
                  <a:lnTo>
                    <a:pt x="0" y="1"/>
                  </a:lnTo>
                  <a:lnTo>
                    <a:pt x="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9" name="Freeform 68"/>
            <p:cNvSpPr>
              <a:spLocks/>
            </p:cNvSpPr>
            <p:nvPr/>
          </p:nvSpPr>
          <p:spPr bwMode="invGray">
            <a:xfrm>
              <a:off x="10779125" y="2733675"/>
              <a:ext cx="66675" cy="4762"/>
            </a:xfrm>
            <a:custGeom>
              <a:avLst/>
              <a:gdLst>
                <a:gd name="T0" fmla="*/ 35 w 35"/>
                <a:gd name="T1" fmla="*/ 2 h 2"/>
                <a:gd name="T2" fmla="*/ 35 w 35"/>
                <a:gd name="T3" fmla="*/ 2 h 2"/>
                <a:gd name="T4" fmla="*/ 0 w 35"/>
                <a:gd name="T5" fmla="*/ 2 h 2"/>
                <a:gd name="T6" fmla="*/ 35 w 35"/>
                <a:gd name="T7" fmla="*/ 2 h 2"/>
              </a:gdLst>
              <a:ahLst/>
              <a:cxnLst>
                <a:cxn ang="0">
                  <a:pos x="T0" y="T1"/>
                </a:cxn>
                <a:cxn ang="0">
                  <a:pos x="T2" y="T3"/>
                </a:cxn>
                <a:cxn ang="0">
                  <a:pos x="T4" y="T5"/>
                </a:cxn>
                <a:cxn ang="0">
                  <a:pos x="T6" y="T7"/>
                </a:cxn>
              </a:cxnLst>
              <a:rect l="0" t="0" r="r" b="b"/>
              <a:pathLst>
                <a:path w="35" h="2">
                  <a:moveTo>
                    <a:pt x="35" y="2"/>
                  </a:moveTo>
                  <a:lnTo>
                    <a:pt x="35" y="2"/>
                  </a:lnTo>
                  <a:cubicBezTo>
                    <a:pt x="32" y="0"/>
                    <a:pt x="11" y="1"/>
                    <a:pt x="0" y="2"/>
                  </a:cubicBezTo>
                  <a:cubicBezTo>
                    <a:pt x="9" y="2"/>
                    <a:pt x="22" y="2"/>
                    <a:pt x="3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0" name="Freeform 69"/>
            <p:cNvSpPr>
              <a:spLocks/>
            </p:cNvSpPr>
            <p:nvPr/>
          </p:nvSpPr>
          <p:spPr bwMode="invGray">
            <a:xfrm>
              <a:off x="-2471738" y="2738438"/>
              <a:ext cx="496888" cy="1587"/>
            </a:xfrm>
            <a:custGeom>
              <a:avLst/>
              <a:gdLst>
                <a:gd name="T0" fmla="*/ 259 w 259"/>
                <a:gd name="T1" fmla="*/ 0 h 1"/>
                <a:gd name="T2" fmla="*/ 259 w 259"/>
                <a:gd name="T3" fmla="*/ 0 h 1"/>
                <a:gd name="T4" fmla="*/ 0 w 259"/>
                <a:gd name="T5" fmla="*/ 1 h 1"/>
                <a:gd name="T6" fmla="*/ 259 w 259"/>
                <a:gd name="T7" fmla="*/ 0 h 1"/>
              </a:gdLst>
              <a:ahLst/>
              <a:cxnLst>
                <a:cxn ang="0">
                  <a:pos x="T0" y="T1"/>
                </a:cxn>
                <a:cxn ang="0">
                  <a:pos x="T2" y="T3"/>
                </a:cxn>
                <a:cxn ang="0">
                  <a:pos x="T4" y="T5"/>
                </a:cxn>
                <a:cxn ang="0">
                  <a:pos x="T6" y="T7"/>
                </a:cxn>
              </a:cxnLst>
              <a:rect l="0" t="0" r="r" b="b"/>
              <a:pathLst>
                <a:path w="259" h="1">
                  <a:moveTo>
                    <a:pt x="259" y="0"/>
                  </a:moveTo>
                  <a:lnTo>
                    <a:pt x="259" y="0"/>
                  </a:lnTo>
                  <a:lnTo>
                    <a:pt x="0" y="1"/>
                  </a:lnTo>
                  <a:lnTo>
                    <a:pt x="25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1" name="Freeform 70"/>
            <p:cNvSpPr>
              <a:spLocks/>
            </p:cNvSpPr>
            <p:nvPr/>
          </p:nvSpPr>
          <p:spPr bwMode="invGray">
            <a:xfrm>
              <a:off x="9136063" y="2735263"/>
              <a:ext cx="387350" cy="14287"/>
            </a:xfrm>
            <a:custGeom>
              <a:avLst/>
              <a:gdLst>
                <a:gd name="T0" fmla="*/ 30 w 202"/>
                <a:gd name="T1" fmla="*/ 6 h 6"/>
                <a:gd name="T2" fmla="*/ 30 w 202"/>
                <a:gd name="T3" fmla="*/ 6 h 6"/>
                <a:gd name="T4" fmla="*/ 202 w 202"/>
                <a:gd name="T5" fmla="*/ 3 h 6"/>
                <a:gd name="T6" fmla="*/ 0 w 202"/>
                <a:gd name="T7" fmla="*/ 3 h 6"/>
                <a:gd name="T8" fmla="*/ 30 w 202"/>
                <a:gd name="T9" fmla="*/ 6 h 6"/>
              </a:gdLst>
              <a:ahLst/>
              <a:cxnLst>
                <a:cxn ang="0">
                  <a:pos x="T0" y="T1"/>
                </a:cxn>
                <a:cxn ang="0">
                  <a:pos x="T2" y="T3"/>
                </a:cxn>
                <a:cxn ang="0">
                  <a:pos x="T4" y="T5"/>
                </a:cxn>
                <a:cxn ang="0">
                  <a:pos x="T6" y="T7"/>
                </a:cxn>
                <a:cxn ang="0">
                  <a:pos x="T8" y="T9"/>
                </a:cxn>
              </a:cxnLst>
              <a:rect l="0" t="0" r="r" b="b"/>
              <a:pathLst>
                <a:path w="202" h="6">
                  <a:moveTo>
                    <a:pt x="30" y="6"/>
                  </a:moveTo>
                  <a:lnTo>
                    <a:pt x="30" y="6"/>
                  </a:lnTo>
                  <a:cubicBezTo>
                    <a:pt x="100" y="5"/>
                    <a:pt x="131" y="3"/>
                    <a:pt x="202" y="3"/>
                  </a:cubicBezTo>
                  <a:cubicBezTo>
                    <a:pt x="109" y="0"/>
                    <a:pt x="79" y="6"/>
                    <a:pt x="0" y="3"/>
                  </a:cubicBezTo>
                  <a:lnTo>
                    <a:pt x="30"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2" name="Freeform 71"/>
            <p:cNvSpPr>
              <a:spLocks/>
            </p:cNvSpPr>
            <p:nvPr/>
          </p:nvSpPr>
          <p:spPr bwMode="invGray">
            <a:xfrm>
              <a:off x="9139238" y="2725738"/>
              <a:ext cx="142875" cy="9525"/>
            </a:xfrm>
            <a:custGeom>
              <a:avLst/>
              <a:gdLst>
                <a:gd name="T0" fmla="*/ 54 w 75"/>
                <a:gd name="T1" fmla="*/ 0 h 4"/>
                <a:gd name="T2" fmla="*/ 54 w 75"/>
                <a:gd name="T3" fmla="*/ 0 h 4"/>
                <a:gd name="T4" fmla="*/ 10 w 75"/>
                <a:gd name="T5" fmla="*/ 4 h 4"/>
                <a:gd name="T6" fmla="*/ 75 w 75"/>
                <a:gd name="T7" fmla="*/ 2 h 4"/>
                <a:gd name="T8" fmla="*/ 54 w 75"/>
                <a:gd name="T9" fmla="*/ 0 h 4"/>
              </a:gdLst>
              <a:ahLst/>
              <a:cxnLst>
                <a:cxn ang="0">
                  <a:pos x="T0" y="T1"/>
                </a:cxn>
                <a:cxn ang="0">
                  <a:pos x="T2" y="T3"/>
                </a:cxn>
                <a:cxn ang="0">
                  <a:pos x="T4" y="T5"/>
                </a:cxn>
                <a:cxn ang="0">
                  <a:pos x="T6" y="T7"/>
                </a:cxn>
                <a:cxn ang="0">
                  <a:pos x="T8" y="T9"/>
                </a:cxn>
              </a:cxnLst>
              <a:rect l="0" t="0" r="r" b="b"/>
              <a:pathLst>
                <a:path w="75" h="4">
                  <a:moveTo>
                    <a:pt x="54" y="0"/>
                  </a:moveTo>
                  <a:lnTo>
                    <a:pt x="54" y="0"/>
                  </a:lnTo>
                  <a:cubicBezTo>
                    <a:pt x="65" y="2"/>
                    <a:pt x="0" y="3"/>
                    <a:pt x="10" y="4"/>
                  </a:cubicBezTo>
                  <a:cubicBezTo>
                    <a:pt x="57" y="4"/>
                    <a:pt x="32" y="2"/>
                    <a:pt x="75" y="2"/>
                  </a:cubicBezTo>
                  <a:lnTo>
                    <a:pt x="5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3" name="Freeform 72"/>
            <p:cNvSpPr>
              <a:spLocks/>
            </p:cNvSpPr>
            <p:nvPr/>
          </p:nvSpPr>
          <p:spPr bwMode="invGray">
            <a:xfrm>
              <a:off x="9805988" y="2817813"/>
              <a:ext cx="39688" cy="3175"/>
            </a:xfrm>
            <a:custGeom>
              <a:avLst/>
              <a:gdLst>
                <a:gd name="T0" fmla="*/ 21 w 21"/>
                <a:gd name="T1" fmla="*/ 0 h 1"/>
                <a:gd name="T2" fmla="*/ 21 w 21"/>
                <a:gd name="T3" fmla="*/ 0 h 1"/>
                <a:gd name="T4" fmla="*/ 0 w 21"/>
                <a:gd name="T5" fmla="*/ 1 h 1"/>
                <a:gd name="T6" fmla="*/ 17 w 21"/>
                <a:gd name="T7" fmla="*/ 1 h 1"/>
                <a:gd name="T8" fmla="*/ 21 w 21"/>
                <a:gd name="T9" fmla="*/ 0 h 1"/>
              </a:gdLst>
              <a:ahLst/>
              <a:cxnLst>
                <a:cxn ang="0">
                  <a:pos x="T0" y="T1"/>
                </a:cxn>
                <a:cxn ang="0">
                  <a:pos x="T2" y="T3"/>
                </a:cxn>
                <a:cxn ang="0">
                  <a:pos x="T4" y="T5"/>
                </a:cxn>
                <a:cxn ang="0">
                  <a:pos x="T6" y="T7"/>
                </a:cxn>
                <a:cxn ang="0">
                  <a:pos x="T8" y="T9"/>
                </a:cxn>
              </a:cxnLst>
              <a:rect l="0" t="0" r="r" b="b"/>
              <a:pathLst>
                <a:path w="21" h="1">
                  <a:moveTo>
                    <a:pt x="21" y="0"/>
                  </a:moveTo>
                  <a:lnTo>
                    <a:pt x="21" y="0"/>
                  </a:lnTo>
                  <a:lnTo>
                    <a:pt x="0" y="1"/>
                  </a:lnTo>
                  <a:lnTo>
                    <a:pt x="17" y="1"/>
                  </a:lnTo>
                  <a:lnTo>
                    <a:pt x="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4" name="Freeform 73"/>
            <p:cNvSpPr>
              <a:spLocks/>
            </p:cNvSpPr>
            <p:nvPr/>
          </p:nvSpPr>
          <p:spPr bwMode="invGray">
            <a:xfrm>
              <a:off x="8580438" y="2725738"/>
              <a:ext cx="66675" cy="3175"/>
            </a:xfrm>
            <a:custGeom>
              <a:avLst/>
              <a:gdLst>
                <a:gd name="T0" fmla="*/ 27 w 35"/>
                <a:gd name="T1" fmla="*/ 1 h 1"/>
                <a:gd name="T2" fmla="*/ 27 w 35"/>
                <a:gd name="T3" fmla="*/ 1 h 1"/>
                <a:gd name="T4" fmla="*/ 35 w 35"/>
                <a:gd name="T5" fmla="*/ 1 h 1"/>
                <a:gd name="T6" fmla="*/ 0 w 35"/>
                <a:gd name="T7" fmla="*/ 0 h 1"/>
                <a:gd name="T8" fmla="*/ 27 w 35"/>
                <a:gd name="T9" fmla="*/ 1 h 1"/>
              </a:gdLst>
              <a:ahLst/>
              <a:cxnLst>
                <a:cxn ang="0">
                  <a:pos x="T0" y="T1"/>
                </a:cxn>
                <a:cxn ang="0">
                  <a:pos x="T2" y="T3"/>
                </a:cxn>
                <a:cxn ang="0">
                  <a:pos x="T4" y="T5"/>
                </a:cxn>
                <a:cxn ang="0">
                  <a:pos x="T6" y="T7"/>
                </a:cxn>
                <a:cxn ang="0">
                  <a:pos x="T8" y="T9"/>
                </a:cxn>
              </a:cxnLst>
              <a:rect l="0" t="0" r="r" b="b"/>
              <a:pathLst>
                <a:path w="35" h="1">
                  <a:moveTo>
                    <a:pt x="27" y="1"/>
                  </a:moveTo>
                  <a:lnTo>
                    <a:pt x="27" y="1"/>
                  </a:lnTo>
                  <a:lnTo>
                    <a:pt x="35" y="1"/>
                  </a:lnTo>
                  <a:lnTo>
                    <a:pt x="0" y="0"/>
                  </a:lnTo>
                  <a:lnTo>
                    <a:pt x="2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5" name="Freeform 74"/>
            <p:cNvSpPr>
              <a:spLocks/>
            </p:cNvSpPr>
            <p:nvPr/>
          </p:nvSpPr>
          <p:spPr bwMode="invGray">
            <a:xfrm>
              <a:off x="8647113" y="2725738"/>
              <a:ext cx="15875" cy="3175"/>
            </a:xfrm>
            <a:custGeom>
              <a:avLst/>
              <a:gdLst>
                <a:gd name="T0" fmla="*/ 8 w 8"/>
                <a:gd name="T1" fmla="*/ 0 h 1"/>
                <a:gd name="T2" fmla="*/ 8 w 8"/>
                <a:gd name="T3" fmla="*/ 0 h 1"/>
                <a:gd name="T4" fmla="*/ 0 w 8"/>
                <a:gd name="T5" fmla="*/ 1 h 1"/>
                <a:gd name="T6" fmla="*/ 8 w 8"/>
                <a:gd name="T7" fmla="*/ 0 h 1"/>
              </a:gdLst>
              <a:ahLst/>
              <a:cxnLst>
                <a:cxn ang="0">
                  <a:pos x="T0" y="T1"/>
                </a:cxn>
                <a:cxn ang="0">
                  <a:pos x="T2" y="T3"/>
                </a:cxn>
                <a:cxn ang="0">
                  <a:pos x="T4" y="T5"/>
                </a:cxn>
                <a:cxn ang="0">
                  <a:pos x="T6" y="T7"/>
                </a:cxn>
              </a:cxnLst>
              <a:rect l="0" t="0" r="r" b="b"/>
              <a:pathLst>
                <a:path w="8" h="1">
                  <a:moveTo>
                    <a:pt x="8" y="0"/>
                  </a:moveTo>
                  <a:lnTo>
                    <a:pt x="8" y="0"/>
                  </a:lnTo>
                  <a:lnTo>
                    <a:pt x="0" y="1"/>
                  </a:lnTo>
                  <a:lnTo>
                    <a:pt x="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6" name="Freeform 75"/>
            <p:cNvSpPr>
              <a:spLocks/>
            </p:cNvSpPr>
            <p:nvPr/>
          </p:nvSpPr>
          <p:spPr bwMode="invGray">
            <a:xfrm>
              <a:off x="9794875" y="2830513"/>
              <a:ext cx="90488" cy="1587"/>
            </a:xfrm>
            <a:custGeom>
              <a:avLst/>
              <a:gdLst>
                <a:gd name="T0" fmla="*/ 0 w 47"/>
                <a:gd name="T1" fmla="*/ 0 h 1"/>
                <a:gd name="T2" fmla="*/ 0 w 47"/>
                <a:gd name="T3" fmla="*/ 0 h 1"/>
                <a:gd name="T4" fmla="*/ 32 w 47"/>
                <a:gd name="T5" fmla="*/ 1 h 1"/>
                <a:gd name="T6" fmla="*/ 47 w 47"/>
                <a:gd name="T7" fmla="*/ 0 h 1"/>
                <a:gd name="T8" fmla="*/ 0 w 47"/>
                <a:gd name="T9" fmla="*/ 0 h 1"/>
              </a:gdLst>
              <a:ahLst/>
              <a:cxnLst>
                <a:cxn ang="0">
                  <a:pos x="T0" y="T1"/>
                </a:cxn>
                <a:cxn ang="0">
                  <a:pos x="T2" y="T3"/>
                </a:cxn>
                <a:cxn ang="0">
                  <a:pos x="T4" y="T5"/>
                </a:cxn>
                <a:cxn ang="0">
                  <a:pos x="T6" y="T7"/>
                </a:cxn>
                <a:cxn ang="0">
                  <a:pos x="T8" y="T9"/>
                </a:cxn>
              </a:cxnLst>
              <a:rect l="0" t="0" r="r" b="b"/>
              <a:pathLst>
                <a:path w="47" h="1">
                  <a:moveTo>
                    <a:pt x="0" y="0"/>
                  </a:moveTo>
                  <a:lnTo>
                    <a:pt x="0" y="0"/>
                  </a:lnTo>
                  <a:lnTo>
                    <a:pt x="32" y="1"/>
                  </a:lnTo>
                  <a:lnTo>
                    <a:pt x="47"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7" name="Freeform 76"/>
            <p:cNvSpPr>
              <a:spLocks/>
            </p:cNvSpPr>
            <p:nvPr/>
          </p:nvSpPr>
          <p:spPr bwMode="invGray">
            <a:xfrm>
              <a:off x="9232900" y="2795588"/>
              <a:ext cx="84138" cy="3175"/>
            </a:xfrm>
            <a:custGeom>
              <a:avLst/>
              <a:gdLst>
                <a:gd name="T0" fmla="*/ 16 w 44"/>
                <a:gd name="T1" fmla="*/ 1 h 1"/>
                <a:gd name="T2" fmla="*/ 16 w 44"/>
                <a:gd name="T3" fmla="*/ 1 h 1"/>
                <a:gd name="T4" fmla="*/ 44 w 44"/>
                <a:gd name="T5" fmla="*/ 1 h 1"/>
                <a:gd name="T6" fmla="*/ 16 w 44"/>
                <a:gd name="T7" fmla="*/ 1 h 1"/>
              </a:gdLst>
              <a:ahLst/>
              <a:cxnLst>
                <a:cxn ang="0">
                  <a:pos x="T0" y="T1"/>
                </a:cxn>
                <a:cxn ang="0">
                  <a:pos x="T2" y="T3"/>
                </a:cxn>
                <a:cxn ang="0">
                  <a:pos x="T4" y="T5"/>
                </a:cxn>
                <a:cxn ang="0">
                  <a:pos x="T6" y="T7"/>
                </a:cxn>
              </a:cxnLst>
              <a:rect l="0" t="0" r="r" b="b"/>
              <a:pathLst>
                <a:path w="44" h="1">
                  <a:moveTo>
                    <a:pt x="16" y="1"/>
                  </a:moveTo>
                  <a:lnTo>
                    <a:pt x="16" y="1"/>
                  </a:lnTo>
                  <a:lnTo>
                    <a:pt x="44" y="1"/>
                  </a:lnTo>
                  <a:cubicBezTo>
                    <a:pt x="39" y="1"/>
                    <a:pt x="0" y="0"/>
                    <a:pt x="16"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8" name="Freeform 77"/>
            <p:cNvSpPr>
              <a:spLocks/>
            </p:cNvSpPr>
            <p:nvPr/>
          </p:nvSpPr>
          <p:spPr bwMode="invGray">
            <a:xfrm>
              <a:off x="8158163" y="2725738"/>
              <a:ext cx="71438" cy="3175"/>
            </a:xfrm>
            <a:custGeom>
              <a:avLst/>
              <a:gdLst>
                <a:gd name="T0" fmla="*/ 34 w 37"/>
                <a:gd name="T1" fmla="*/ 0 h 1"/>
                <a:gd name="T2" fmla="*/ 34 w 37"/>
                <a:gd name="T3" fmla="*/ 0 h 1"/>
                <a:gd name="T4" fmla="*/ 0 w 37"/>
                <a:gd name="T5" fmla="*/ 1 h 1"/>
                <a:gd name="T6" fmla="*/ 3 w 37"/>
                <a:gd name="T7" fmla="*/ 1 h 1"/>
                <a:gd name="T8" fmla="*/ 37 w 37"/>
                <a:gd name="T9" fmla="*/ 0 h 1"/>
                <a:gd name="T10" fmla="*/ 34 w 37"/>
                <a:gd name="T11" fmla="*/ 0 h 1"/>
              </a:gdLst>
              <a:ahLst/>
              <a:cxnLst>
                <a:cxn ang="0">
                  <a:pos x="T0" y="T1"/>
                </a:cxn>
                <a:cxn ang="0">
                  <a:pos x="T2" y="T3"/>
                </a:cxn>
                <a:cxn ang="0">
                  <a:pos x="T4" y="T5"/>
                </a:cxn>
                <a:cxn ang="0">
                  <a:pos x="T6" y="T7"/>
                </a:cxn>
                <a:cxn ang="0">
                  <a:pos x="T8" y="T9"/>
                </a:cxn>
                <a:cxn ang="0">
                  <a:pos x="T10" y="T11"/>
                </a:cxn>
              </a:cxnLst>
              <a:rect l="0" t="0" r="r" b="b"/>
              <a:pathLst>
                <a:path w="37" h="1">
                  <a:moveTo>
                    <a:pt x="34" y="0"/>
                  </a:moveTo>
                  <a:lnTo>
                    <a:pt x="34" y="0"/>
                  </a:lnTo>
                  <a:lnTo>
                    <a:pt x="0" y="1"/>
                  </a:lnTo>
                  <a:lnTo>
                    <a:pt x="3" y="1"/>
                  </a:lnTo>
                  <a:lnTo>
                    <a:pt x="37" y="0"/>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9" name="Freeform 78"/>
            <p:cNvSpPr>
              <a:spLocks/>
            </p:cNvSpPr>
            <p:nvPr/>
          </p:nvSpPr>
          <p:spPr bwMode="invGray">
            <a:xfrm>
              <a:off x="8734425" y="2814638"/>
              <a:ext cx="144463" cy="3175"/>
            </a:xfrm>
            <a:custGeom>
              <a:avLst/>
              <a:gdLst>
                <a:gd name="T0" fmla="*/ 56 w 76"/>
                <a:gd name="T1" fmla="*/ 0 h 2"/>
                <a:gd name="T2" fmla="*/ 56 w 76"/>
                <a:gd name="T3" fmla="*/ 0 h 2"/>
                <a:gd name="T4" fmla="*/ 40 w 76"/>
                <a:gd name="T5" fmla="*/ 2 h 2"/>
                <a:gd name="T6" fmla="*/ 56 w 76"/>
                <a:gd name="T7" fmla="*/ 0 h 2"/>
              </a:gdLst>
              <a:ahLst/>
              <a:cxnLst>
                <a:cxn ang="0">
                  <a:pos x="T0" y="T1"/>
                </a:cxn>
                <a:cxn ang="0">
                  <a:pos x="T2" y="T3"/>
                </a:cxn>
                <a:cxn ang="0">
                  <a:pos x="T4" y="T5"/>
                </a:cxn>
                <a:cxn ang="0">
                  <a:pos x="T6" y="T7"/>
                </a:cxn>
              </a:cxnLst>
              <a:rect l="0" t="0" r="r" b="b"/>
              <a:pathLst>
                <a:path w="76" h="2">
                  <a:moveTo>
                    <a:pt x="56" y="0"/>
                  </a:moveTo>
                  <a:lnTo>
                    <a:pt x="56" y="0"/>
                  </a:lnTo>
                  <a:cubicBezTo>
                    <a:pt x="76" y="2"/>
                    <a:pt x="0" y="0"/>
                    <a:pt x="40" y="2"/>
                  </a:cubicBezTo>
                  <a:cubicBezTo>
                    <a:pt x="76" y="2"/>
                    <a:pt x="61" y="1"/>
                    <a:pt x="56"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0" name="Freeform 79"/>
            <p:cNvSpPr>
              <a:spLocks/>
            </p:cNvSpPr>
            <p:nvPr/>
          </p:nvSpPr>
          <p:spPr bwMode="invGray">
            <a:xfrm>
              <a:off x="8023225" y="2782888"/>
              <a:ext cx="26988" cy="1587"/>
            </a:xfrm>
            <a:custGeom>
              <a:avLst/>
              <a:gdLst>
                <a:gd name="T0" fmla="*/ 14 w 14"/>
                <a:gd name="T1" fmla="*/ 0 h 1"/>
                <a:gd name="T2" fmla="*/ 14 w 14"/>
                <a:gd name="T3" fmla="*/ 0 h 1"/>
                <a:gd name="T4" fmla="*/ 0 w 14"/>
                <a:gd name="T5" fmla="*/ 1 h 1"/>
                <a:gd name="T6" fmla="*/ 14 w 14"/>
                <a:gd name="T7" fmla="*/ 0 h 1"/>
              </a:gdLst>
              <a:ahLst/>
              <a:cxnLst>
                <a:cxn ang="0">
                  <a:pos x="T0" y="T1"/>
                </a:cxn>
                <a:cxn ang="0">
                  <a:pos x="T2" y="T3"/>
                </a:cxn>
                <a:cxn ang="0">
                  <a:pos x="T4" y="T5"/>
                </a:cxn>
                <a:cxn ang="0">
                  <a:pos x="T6" y="T7"/>
                </a:cxn>
              </a:cxnLst>
              <a:rect l="0" t="0" r="r" b="b"/>
              <a:pathLst>
                <a:path w="14" h="1">
                  <a:moveTo>
                    <a:pt x="14" y="0"/>
                  </a:moveTo>
                  <a:lnTo>
                    <a:pt x="14" y="0"/>
                  </a:lnTo>
                  <a:cubicBezTo>
                    <a:pt x="9" y="0"/>
                    <a:pt x="5" y="0"/>
                    <a:pt x="0" y="1"/>
                  </a:cubicBezTo>
                  <a:lnTo>
                    <a:pt x="1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1" name="Freeform 80"/>
            <p:cNvSpPr>
              <a:spLocks/>
            </p:cNvSpPr>
            <p:nvPr/>
          </p:nvSpPr>
          <p:spPr bwMode="invGray">
            <a:xfrm>
              <a:off x="8050213" y="2782888"/>
              <a:ext cx="77788" cy="1587"/>
            </a:xfrm>
            <a:custGeom>
              <a:avLst/>
              <a:gdLst>
                <a:gd name="T0" fmla="*/ 0 w 40"/>
                <a:gd name="T1" fmla="*/ 0 h 1"/>
                <a:gd name="T2" fmla="*/ 0 w 40"/>
                <a:gd name="T3" fmla="*/ 0 h 1"/>
                <a:gd name="T4" fmla="*/ 40 w 40"/>
                <a:gd name="T5" fmla="*/ 1 h 1"/>
                <a:gd name="T6" fmla="*/ 0 w 40"/>
                <a:gd name="T7" fmla="*/ 0 h 1"/>
              </a:gdLst>
              <a:ahLst/>
              <a:cxnLst>
                <a:cxn ang="0">
                  <a:pos x="T0" y="T1"/>
                </a:cxn>
                <a:cxn ang="0">
                  <a:pos x="T2" y="T3"/>
                </a:cxn>
                <a:cxn ang="0">
                  <a:pos x="T4" y="T5"/>
                </a:cxn>
                <a:cxn ang="0">
                  <a:pos x="T6" y="T7"/>
                </a:cxn>
              </a:cxnLst>
              <a:rect l="0" t="0" r="r" b="b"/>
              <a:pathLst>
                <a:path w="40" h="1">
                  <a:moveTo>
                    <a:pt x="0" y="0"/>
                  </a:moveTo>
                  <a:lnTo>
                    <a:pt x="0" y="0"/>
                  </a:lnTo>
                  <a:cubicBezTo>
                    <a:pt x="15" y="0"/>
                    <a:pt x="30" y="1"/>
                    <a:pt x="40" y="1"/>
                  </a:cubicBezTo>
                  <a:cubicBezTo>
                    <a:pt x="21" y="0"/>
                    <a:pt x="15"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2" name="Freeform 81"/>
            <p:cNvSpPr>
              <a:spLocks/>
            </p:cNvSpPr>
            <p:nvPr/>
          </p:nvSpPr>
          <p:spPr bwMode="invGray">
            <a:xfrm>
              <a:off x="7715250" y="2779713"/>
              <a:ext cx="90488" cy="7937"/>
            </a:xfrm>
            <a:custGeom>
              <a:avLst/>
              <a:gdLst>
                <a:gd name="T0" fmla="*/ 5 w 47"/>
                <a:gd name="T1" fmla="*/ 2 h 3"/>
                <a:gd name="T2" fmla="*/ 5 w 47"/>
                <a:gd name="T3" fmla="*/ 2 h 3"/>
                <a:gd name="T4" fmla="*/ 18 w 47"/>
                <a:gd name="T5" fmla="*/ 2 h 3"/>
                <a:gd name="T6" fmla="*/ 23 w 47"/>
                <a:gd name="T7" fmla="*/ 2 h 3"/>
                <a:gd name="T8" fmla="*/ 38 w 47"/>
                <a:gd name="T9" fmla="*/ 1 h 3"/>
                <a:gd name="T10" fmla="*/ 47 w 47"/>
                <a:gd name="T11" fmla="*/ 0 h 3"/>
                <a:gd name="T12" fmla="*/ 35 w 47"/>
                <a:gd name="T13" fmla="*/ 1 h 3"/>
                <a:gd name="T14" fmla="*/ 5 w 47"/>
                <a:gd name="T15" fmla="*/ 2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7" h="3">
                  <a:moveTo>
                    <a:pt x="5" y="2"/>
                  </a:moveTo>
                  <a:lnTo>
                    <a:pt x="5" y="2"/>
                  </a:lnTo>
                  <a:lnTo>
                    <a:pt x="18" y="2"/>
                  </a:lnTo>
                  <a:cubicBezTo>
                    <a:pt x="4" y="3"/>
                    <a:pt x="11" y="3"/>
                    <a:pt x="23" y="2"/>
                  </a:cubicBezTo>
                  <a:cubicBezTo>
                    <a:pt x="37" y="2"/>
                    <a:pt x="37" y="1"/>
                    <a:pt x="38" y="1"/>
                  </a:cubicBezTo>
                  <a:lnTo>
                    <a:pt x="47" y="0"/>
                  </a:lnTo>
                  <a:lnTo>
                    <a:pt x="35" y="1"/>
                  </a:lnTo>
                  <a:cubicBezTo>
                    <a:pt x="13" y="1"/>
                    <a:pt x="0" y="1"/>
                    <a:pt x="5"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3" name="Freeform 82"/>
            <p:cNvSpPr>
              <a:spLocks/>
            </p:cNvSpPr>
            <p:nvPr/>
          </p:nvSpPr>
          <p:spPr bwMode="invGray">
            <a:xfrm>
              <a:off x="6508750" y="2713038"/>
              <a:ext cx="247650" cy="6350"/>
            </a:xfrm>
            <a:custGeom>
              <a:avLst/>
              <a:gdLst>
                <a:gd name="T0" fmla="*/ 0 w 129"/>
                <a:gd name="T1" fmla="*/ 0 h 3"/>
                <a:gd name="T2" fmla="*/ 0 w 129"/>
                <a:gd name="T3" fmla="*/ 0 h 3"/>
                <a:gd name="T4" fmla="*/ 60 w 129"/>
                <a:gd name="T5" fmla="*/ 2 h 3"/>
                <a:gd name="T6" fmla="*/ 129 w 129"/>
                <a:gd name="T7" fmla="*/ 0 h 3"/>
                <a:gd name="T8" fmla="*/ 0 w 129"/>
                <a:gd name="T9" fmla="*/ 0 h 3"/>
              </a:gdLst>
              <a:ahLst/>
              <a:cxnLst>
                <a:cxn ang="0">
                  <a:pos x="T0" y="T1"/>
                </a:cxn>
                <a:cxn ang="0">
                  <a:pos x="T2" y="T3"/>
                </a:cxn>
                <a:cxn ang="0">
                  <a:pos x="T4" y="T5"/>
                </a:cxn>
                <a:cxn ang="0">
                  <a:pos x="T6" y="T7"/>
                </a:cxn>
                <a:cxn ang="0">
                  <a:pos x="T8" y="T9"/>
                </a:cxn>
              </a:cxnLst>
              <a:rect l="0" t="0" r="r" b="b"/>
              <a:pathLst>
                <a:path w="129" h="3">
                  <a:moveTo>
                    <a:pt x="0" y="0"/>
                  </a:moveTo>
                  <a:lnTo>
                    <a:pt x="0" y="0"/>
                  </a:lnTo>
                  <a:cubicBezTo>
                    <a:pt x="50" y="1"/>
                    <a:pt x="63" y="1"/>
                    <a:pt x="60" y="2"/>
                  </a:cubicBezTo>
                  <a:cubicBezTo>
                    <a:pt x="108" y="3"/>
                    <a:pt x="100" y="0"/>
                    <a:pt x="129"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4" name="Freeform 83"/>
            <p:cNvSpPr>
              <a:spLocks/>
            </p:cNvSpPr>
            <p:nvPr/>
          </p:nvSpPr>
          <p:spPr bwMode="invGray">
            <a:xfrm>
              <a:off x="6756400" y="2713038"/>
              <a:ext cx="33338" cy="0"/>
            </a:xfrm>
            <a:custGeom>
              <a:avLst/>
              <a:gdLst>
                <a:gd name="T0" fmla="*/ 0 w 18"/>
                <a:gd name="T1" fmla="*/ 0 w 18"/>
                <a:gd name="T2" fmla="*/ 18 w 18"/>
                <a:gd name="T3" fmla="*/ 0 w 18"/>
              </a:gdLst>
              <a:ahLst/>
              <a:cxnLst>
                <a:cxn ang="0">
                  <a:pos x="T0" y="0"/>
                </a:cxn>
                <a:cxn ang="0">
                  <a:pos x="T1" y="0"/>
                </a:cxn>
                <a:cxn ang="0">
                  <a:pos x="T2" y="0"/>
                </a:cxn>
                <a:cxn ang="0">
                  <a:pos x="T3" y="0"/>
                </a:cxn>
              </a:cxnLst>
              <a:rect l="0" t="0" r="r" b="b"/>
              <a:pathLst>
                <a:path w="18">
                  <a:moveTo>
                    <a:pt x="0" y="0"/>
                  </a:moveTo>
                  <a:lnTo>
                    <a:pt x="0" y="0"/>
                  </a:lnTo>
                  <a:lnTo>
                    <a:pt x="18"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5" name="Freeform 84"/>
            <p:cNvSpPr>
              <a:spLocks/>
            </p:cNvSpPr>
            <p:nvPr/>
          </p:nvSpPr>
          <p:spPr bwMode="invGray">
            <a:xfrm>
              <a:off x="8047038" y="2820988"/>
              <a:ext cx="58738" cy="4762"/>
            </a:xfrm>
            <a:custGeom>
              <a:avLst/>
              <a:gdLst>
                <a:gd name="T0" fmla="*/ 31 w 31"/>
                <a:gd name="T1" fmla="*/ 0 h 2"/>
                <a:gd name="T2" fmla="*/ 31 w 31"/>
                <a:gd name="T3" fmla="*/ 0 h 2"/>
                <a:gd name="T4" fmla="*/ 0 w 31"/>
                <a:gd name="T5" fmla="*/ 2 h 2"/>
                <a:gd name="T6" fmla="*/ 11 w 31"/>
                <a:gd name="T7" fmla="*/ 2 h 2"/>
                <a:gd name="T8" fmla="*/ 31 w 31"/>
                <a:gd name="T9" fmla="*/ 0 h 2"/>
              </a:gdLst>
              <a:ahLst/>
              <a:cxnLst>
                <a:cxn ang="0">
                  <a:pos x="T0" y="T1"/>
                </a:cxn>
                <a:cxn ang="0">
                  <a:pos x="T2" y="T3"/>
                </a:cxn>
                <a:cxn ang="0">
                  <a:pos x="T4" y="T5"/>
                </a:cxn>
                <a:cxn ang="0">
                  <a:pos x="T6" y="T7"/>
                </a:cxn>
                <a:cxn ang="0">
                  <a:pos x="T8" y="T9"/>
                </a:cxn>
              </a:cxnLst>
              <a:rect l="0" t="0" r="r" b="b"/>
              <a:pathLst>
                <a:path w="31" h="2">
                  <a:moveTo>
                    <a:pt x="31" y="0"/>
                  </a:moveTo>
                  <a:lnTo>
                    <a:pt x="31" y="0"/>
                  </a:lnTo>
                  <a:lnTo>
                    <a:pt x="0" y="2"/>
                  </a:lnTo>
                  <a:lnTo>
                    <a:pt x="11" y="2"/>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6" name="Freeform 85"/>
            <p:cNvSpPr>
              <a:spLocks/>
            </p:cNvSpPr>
            <p:nvPr/>
          </p:nvSpPr>
          <p:spPr bwMode="invGray">
            <a:xfrm>
              <a:off x="6348413" y="2711451"/>
              <a:ext cx="82550" cy="1587"/>
            </a:xfrm>
            <a:custGeom>
              <a:avLst/>
              <a:gdLst>
                <a:gd name="T0" fmla="*/ 9 w 43"/>
                <a:gd name="T1" fmla="*/ 1 h 1"/>
                <a:gd name="T2" fmla="*/ 9 w 43"/>
                <a:gd name="T3" fmla="*/ 1 h 1"/>
                <a:gd name="T4" fmla="*/ 41 w 43"/>
                <a:gd name="T5" fmla="*/ 1 h 1"/>
                <a:gd name="T6" fmla="*/ 9 w 43"/>
                <a:gd name="T7" fmla="*/ 1 h 1"/>
              </a:gdLst>
              <a:ahLst/>
              <a:cxnLst>
                <a:cxn ang="0">
                  <a:pos x="T0" y="T1"/>
                </a:cxn>
                <a:cxn ang="0">
                  <a:pos x="T2" y="T3"/>
                </a:cxn>
                <a:cxn ang="0">
                  <a:pos x="T4" y="T5"/>
                </a:cxn>
                <a:cxn ang="0">
                  <a:pos x="T6" y="T7"/>
                </a:cxn>
              </a:cxnLst>
              <a:rect l="0" t="0" r="r" b="b"/>
              <a:pathLst>
                <a:path w="43" h="1">
                  <a:moveTo>
                    <a:pt x="9" y="1"/>
                  </a:moveTo>
                  <a:lnTo>
                    <a:pt x="9" y="1"/>
                  </a:lnTo>
                  <a:cubicBezTo>
                    <a:pt x="18" y="1"/>
                    <a:pt x="33" y="1"/>
                    <a:pt x="41" y="1"/>
                  </a:cubicBezTo>
                  <a:cubicBezTo>
                    <a:pt x="43" y="0"/>
                    <a:pt x="0" y="1"/>
                    <a:pt x="9"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7" name="Freeform 86"/>
            <p:cNvSpPr>
              <a:spLocks/>
            </p:cNvSpPr>
            <p:nvPr/>
          </p:nvSpPr>
          <p:spPr bwMode="invGray">
            <a:xfrm>
              <a:off x="6734175" y="2771775"/>
              <a:ext cx="96838" cy="6350"/>
            </a:xfrm>
            <a:custGeom>
              <a:avLst/>
              <a:gdLst>
                <a:gd name="T0" fmla="*/ 0 w 50"/>
                <a:gd name="T1" fmla="*/ 2 h 3"/>
                <a:gd name="T2" fmla="*/ 0 w 50"/>
                <a:gd name="T3" fmla="*/ 2 h 3"/>
                <a:gd name="T4" fmla="*/ 50 w 50"/>
                <a:gd name="T5" fmla="*/ 3 h 3"/>
                <a:gd name="T6" fmla="*/ 0 w 50"/>
                <a:gd name="T7" fmla="*/ 2 h 3"/>
              </a:gdLst>
              <a:ahLst/>
              <a:cxnLst>
                <a:cxn ang="0">
                  <a:pos x="T0" y="T1"/>
                </a:cxn>
                <a:cxn ang="0">
                  <a:pos x="T2" y="T3"/>
                </a:cxn>
                <a:cxn ang="0">
                  <a:pos x="T4" y="T5"/>
                </a:cxn>
                <a:cxn ang="0">
                  <a:pos x="T6" y="T7"/>
                </a:cxn>
              </a:cxnLst>
              <a:rect l="0" t="0" r="r" b="b"/>
              <a:pathLst>
                <a:path w="50" h="3">
                  <a:moveTo>
                    <a:pt x="0" y="2"/>
                  </a:moveTo>
                  <a:lnTo>
                    <a:pt x="0" y="2"/>
                  </a:lnTo>
                  <a:cubicBezTo>
                    <a:pt x="6" y="3"/>
                    <a:pt x="37" y="2"/>
                    <a:pt x="50" y="3"/>
                  </a:cubicBezTo>
                  <a:cubicBezTo>
                    <a:pt x="32" y="2"/>
                    <a:pt x="17"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8" name="Freeform 87"/>
            <p:cNvSpPr>
              <a:spLocks/>
            </p:cNvSpPr>
            <p:nvPr/>
          </p:nvSpPr>
          <p:spPr bwMode="invGray">
            <a:xfrm>
              <a:off x="6091238" y="2722563"/>
              <a:ext cx="95250" cy="7937"/>
            </a:xfrm>
            <a:custGeom>
              <a:avLst/>
              <a:gdLst>
                <a:gd name="T0" fmla="*/ 0 w 49"/>
                <a:gd name="T1" fmla="*/ 1 h 4"/>
                <a:gd name="T2" fmla="*/ 0 w 49"/>
                <a:gd name="T3" fmla="*/ 1 h 4"/>
                <a:gd name="T4" fmla="*/ 18 w 49"/>
                <a:gd name="T5" fmla="*/ 4 h 4"/>
                <a:gd name="T6" fmla="*/ 0 w 49"/>
                <a:gd name="T7" fmla="*/ 1 h 4"/>
              </a:gdLst>
              <a:ahLst/>
              <a:cxnLst>
                <a:cxn ang="0">
                  <a:pos x="T0" y="T1"/>
                </a:cxn>
                <a:cxn ang="0">
                  <a:pos x="T2" y="T3"/>
                </a:cxn>
                <a:cxn ang="0">
                  <a:pos x="T4" y="T5"/>
                </a:cxn>
                <a:cxn ang="0">
                  <a:pos x="T6" y="T7"/>
                </a:cxn>
              </a:cxnLst>
              <a:rect l="0" t="0" r="r" b="b"/>
              <a:pathLst>
                <a:path w="49" h="4">
                  <a:moveTo>
                    <a:pt x="0" y="1"/>
                  </a:moveTo>
                  <a:lnTo>
                    <a:pt x="0" y="1"/>
                  </a:lnTo>
                  <a:cubicBezTo>
                    <a:pt x="10" y="2"/>
                    <a:pt x="24" y="2"/>
                    <a:pt x="18" y="4"/>
                  </a:cubicBezTo>
                  <a:cubicBezTo>
                    <a:pt x="31" y="3"/>
                    <a:pt x="4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9" name="Freeform 88"/>
            <p:cNvSpPr>
              <a:spLocks/>
            </p:cNvSpPr>
            <p:nvPr/>
          </p:nvSpPr>
          <p:spPr bwMode="invGray">
            <a:xfrm>
              <a:off x="6559550" y="2773363"/>
              <a:ext cx="80963" cy="3175"/>
            </a:xfrm>
            <a:custGeom>
              <a:avLst/>
              <a:gdLst>
                <a:gd name="T0" fmla="*/ 0 w 42"/>
                <a:gd name="T1" fmla="*/ 1 h 1"/>
                <a:gd name="T2" fmla="*/ 0 w 42"/>
                <a:gd name="T3" fmla="*/ 1 h 1"/>
                <a:gd name="T4" fmla="*/ 8 w 42"/>
                <a:gd name="T5" fmla="*/ 1 h 1"/>
                <a:gd name="T6" fmla="*/ 42 w 42"/>
                <a:gd name="T7" fmla="*/ 0 h 1"/>
                <a:gd name="T8" fmla="*/ 0 w 42"/>
                <a:gd name="T9" fmla="*/ 1 h 1"/>
              </a:gdLst>
              <a:ahLst/>
              <a:cxnLst>
                <a:cxn ang="0">
                  <a:pos x="T0" y="T1"/>
                </a:cxn>
                <a:cxn ang="0">
                  <a:pos x="T2" y="T3"/>
                </a:cxn>
                <a:cxn ang="0">
                  <a:pos x="T4" y="T5"/>
                </a:cxn>
                <a:cxn ang="0">
                  <a:pos x="T6" y="T7"/>
                </a:cxn>
                <a:cxn ang="0">
                  <a:pos x="T8" y="T9"/>
                </a:cxn>
              </a:cxnLst>
              <a:rect l="0" t="0" r="r" b="b"/>
              <a:pathLst>
                <a:path w="42" h="1">
                  <a:moveTo>
                    <a:pt x="0" y="1"/>
                  </a:moveTo>
                  <a:lnTo>
                    <a:pt x="0" y="1"/>
                  </a:lnTo>
                  <a:lnTo>
                    <a:pt x="8" y="1"/>
                  </a:lnTo>
                  <a:lnTo>
                    <a:pt x="42"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0" name="Freeform 89"/>
            <p:cNvSpPr>
              <a:spLocks/>
            </p:cNvSpPr>
            <p:nvPr/>
          </p:nvSpPr>
          <p:spPr bwMode="invGray">
            <a:xfrm>
              <a:off x="6640513" y="2806700"/>
              <a:ext cx="227013" cy="15875"/>
            </a:xfrm>
            <a:custGeom>
              <a:avLst/>
              <a:gdLst>
                <a:gd name="T0" fmla="*/ 80 w 118"/>
                <a:gd name="T1" fmla="*/ 7 h 7"/>
                <a:gd name="T2" fmla="*/ 80 w 118"/>
                <a:gd name="T3" fmla="*/ 7 h 7"/>
                <a:gd name="T4" fmla="*/ 85 w 118"/>
                <a:gd name="T5" fmla="*/ 1 h 7"/>
                <a:gd name="T6" fmla="*/ 29 w 118"/>
                <a:gd name="T7" fmla="*/ 4 h 7"/>
                <a:gd name="T8" fmla="*/ 80 w 118"/>
                <a:gd name="T9" fmla="*/ 7 h 7"/>
              </a:gdLst>
              <a:ahLst/>
              <a:cxnLst>
                <a:cxn ang="0">
                  <a:pos x="T0" y="T1"/>
                </a:cxn>
                <a:cxn ang="0">
                  <a:pos x="T2" y="T3"/>
                </a:cxn>
                <a:cxn ang="0">
                  <a:pos x="T4" y="T5"/>
                </a:cxn>
                <a:cxn ang="0">
                  <a:pos x="T6" y="T7"/>
                </a:cxn>
                <a:cxn ang="0">
                  <a:pos x="T8" y="T9"/>
                </a:cxn>
              </a:cxnLst>
              <a:rect l="0" t="0" r="r" b="b"/>
              <a:pathLst>
                <a:path w="118" h="7">
                  <a:moveTo>
                    <a:pt x="80" y="7"/>
                  </a:moveTo>
                  <a:lnTo>
                    <a:pt x="80" y="7"/>
                  </a:lnTo>
                  <a:cubicBezTo>
                    <a:pt x="118" y="5"/>
                    <a:pt x="19" y="3"/>
                    <a:pt x="85" y="1"/>
                  </a:cubicBezTo>
                  <a:cubicBezTo>
                    <a:pt x="0" y="0"/>
                    <a:pt x="92" y="4"/>
                    <a:pt x="29" y="4"/>
                  </a:cubicBezTo>
                  <a:cubicBezTo>
                    <a:pt x="66" y="4"/>
                    <a:pt x="84" y="6"/>
                    <a:pt x="80"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1" name="Freeform 90"/>
            <p:cNvSpPr>
              <a:spLocks/>
            </p:cNvSpPr>
            <p:nvPr/>
          </p:nvSpPr>
          <p:spPr bwMode="invGray">
            <a:xfrm>
              <a:off x="6661150" y="2814638"/>
              <a:ext cx="34925" cy="1587"/>
            </a:xfrm>
            <a:custGeom>
              <a:avLst/>
              <a:gdLst>
                <a:gd name="T0" fmla="*/ 18 w 18"/>
                <a:gd name="T1" fmla="*/ 1 h 1"/>
                <a:gd name="T2" fmla="*/ 18 w 18"/>
                <a:gd name="T3" fmla="*/ 1 h 1"/>
                <a:gd name="T4" fmla="*/ 0 w 18"/>
                <a:gd name="T5" fmla="*/ 0 h 1"/>
                <a:gd name="T6" fmla="*/ 18 w 18"/>
                <a:gd name="T7" fmla="*/ 1 h 1"/>
              </a:gdLst>
              <a:ahLst/>
              <a:cxnLst>
                <a:cxn ang="0">
                  <a:pos x="T0" y="T1"/>
                </a:cxn>
                <a:cxn ang="0">
                  <a:pos x="T2" y="T3"/>
                </a:cxn>
                <a:cxn ang="0">
                  <a:pos x="T4" y="T5"/>
                </a:cxn>
                <a:cxn ang="0">
                  <a:pos x="T6" y="T7"/>
                </a:cxn>
              </a:cxnLst>
              <a:rect l="0" t="0" r="r" b="b"/>
              <a:pathLst>
                <a:path w="18" h="1">
                  <a:moveTo>
                    <a:pt x="18" y="1"/>
                  </a:moveTo>
                  <a:lnTo>
                    <a:pt x="18" y="1"/>
                  </a:lnTo>
                  <a:lnTo>
                    <a:pt x="0" y="0"/>
                  </a:lnTo>
                  <a:lnTo>
                    <a:pt x="18"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2" name="Freeform 91"/>
            <p:cNvSpPr>
              <a:spLocks/>
            </p:cNvSpPr>
            <p:nvPr/>
          </p:nvSpPr>
          <p:spPr bwMode="invGray">
            <a:xfrm>
              <a:off x="5661025" y="2789238"/>
              <a:ext cx="23813" cy="1587"/>
            </a:xfrm>
            <a:custGeom>
              <a:avLst/>
              <a:gdLst>
                <a:gd name="T0" fmla="*/ 0 w 13"/>
                <a:gd name="T1" fmla="*/ 1 h 1"/>
                <a:gd name="T2" fmla="*/ 0 w 13"/>
                <a:gd name="T3" fmla="*/ 1 h 1"/>
                <a:gd name="T4" fmla="*/ 13 w 13"/>
                <a:gd name="T5" fmla="*/ 0 h 1"/>
                <a:gd name="T6" fmla="*/ 0 w 13"/>
                <a:gd name="T7" fmla="*/ 1 h 1"/>
              </a:gdLst>
              <a:ahLst/>
              <a:cxnLst>
                <a:cxn ang="0">
                  <a:pos x="T0" y="T1"/>
                </a:cxn>
                <a:cxn ang="0">
                  <a:pos x="T2" y="T3"/>
                </a:cxn>
                <a:cxn ang="0">
                  <a:pos x="T4" y="T5"/>
                </a:cxn>
                <a:cxn ang="0">
                  <a:pos x="T6" y="T7"/>
                </a:cxn>
              </a:cxnLst>
              <a:rect l="0" t="0" r="r" b="b"/>
              <a:pathLst>
                <a:path w="13" h="1">
                  <a:moveTo>
                    <a:pt x="0" y="1"/>
                  </a:moveTo>
                  <a:lnTo>
                    <a:pt x="0" y="1"/>
                  </a:lnTo>
                  <a:lnTo>
                    <a:pt x="13" y="0"/>
                  </a:lnTo>
                  <a:lnTo>
                    <a:pt x="0"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3" name="Freeform 92"/>
            <p:cNvSpPr>
              <a:spLocks/>
            </p:cNvSpPr>
            <p:nvPr/>
          </p:nvSpPr>
          <p:spPr bwMode="invGray">
            <a:xfrm>
              <a:off x="6162675" y="2814638"/>
              <a:ext cx="258763" cy="7937"/>
            </a:xfrm>
            <a:custGeom>
              <a:avLst/>
              <a:gdLst>
                <a:gd name="T0" fmla="*/ 77 w 135"/>
                <a:gd name="T1" fmla="*/ 2 h 4"/>
                <a:gd name="T2" fmla="*/ 77 w 135"/>
                <a:gd name="T3" fmla="*/ 2 h 4"/>
                <a:gd name="T4" fmla="*/ 135 w 135"/>
                <a:gd name="T5" fmla="*/ 0 h 4"/>
                <a:gd name="T6" fmla="*/ 6 w 135"/>
                <a:gd name="T7" fmla="*/ 4 h 4"/>
                <a:gd name="T8" fmla="*/ 90 w 135"/>
                <a:gd name="T9" fmla="*/ 3 h 4"/>
                <a:gd name="T10" fmla="*/ 77 w 135"/>
                <a:gd name="T11" fmla="*/ 2 h 4"/>
              </a:gdLst>
              <a:ahLst/>
              <a:cxnLst>
                <a:cxn ang="0">
                  <a:pos x="T0" y="T1"/>
                </a:cxn>
                <a:cxn ang="0">
                  <a:pos x="T2" y="T3"/>
                </a:cxn>
                <a:cxn ang="0">
                  <a:pos x="T4" y="T5"/>
                </a:cxn>
                <a:cxn ang="0">
                  <a:pos x="T6" y="T7"/>
                </a:cxn>
                <a:cxn ang="0">
                  <a:pos x="T8" y="T9"/>
                </a:cxn>
                <a:cxn ang="0">
                  <a:pos x="T10" y="T11"/>
                </a:cxn>
              </a:cxnLst>
              <a:rect l="0" t="0" r="r" b="b"/>
              <a:pathLst>
                <a:path w="135" h="4">
                  <a:moveTo>
                    <a:pt x="77" y="2"/>
                  </a:moveTo>
                  <a:lnTo>
                    <a:pt x="77" y="2"/>
                  </a:lnTo>
                  <a:lnTo>
                    <a:pt x="135" y="0"/>
                  </a:lnTo>
                  <a:cubicBezTo>
                    <a:pt x="96" y="1"/>
                    <a:pt x="0" y="1"/>
                    <a:pt x="6" y="4"/>
                  </a:cubicBezTo>
                  <a:cubicBezTo>
                    <a:pt x="37" y="4"/>
                    <a:pt x="75" y="4"/>
                    <a:pt x="90" y="3"/>
                  </a:cubicBezTo>
                  <a:lnTo>
                    <a:pt x="77"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4" name="Freeform 93"/>
            <p:cNvSpPr>
              <a:spLocks/>
            </p:cNvSpPr>
            <p:nvPr/>
          </p:nvSpPr>
          <p:spPr bwMode="invGray">
            <a:xfrm>
              <a:off x="5019675" y="2713038"/>
              <a:ext cx="73025" cy="4762"/>
            </a:xfrm>
            <a:custGeom>
              <a:avLst/>
              <a:gdLst>
                <a:gd name="T0" fmla="*/ 13 w 38"/>
                <a:gd name="T1" fmla="*/ 1 h 2"/>
                <a:gd name="T2" fmla="*/ 13 w 38"/>
                <a:gd name="T3" fmla="*/ 1 h 2"/>
                <a:gd name="T4" fmla="*/ 38 w 38"/>
                <a:gd name="T5" fmla="*/ 0 h 2"/>
                <a:gd name="T6" fmla="*/ 7 w 38"/>
                <a:gd name="T7" fmla="*/ 0 h 2"/>
                <a:gd name="T8" fmla="*/ 13 w 38"/>
                <a:gd name="T9" fmla="*/ 1 h 2"/>
              </a:gdLst>
              <a:ahLst/>
              <a:cxnLst>
                <a:cxn ang="0">
                  <a:pos x="T0" y="T1"/>
                </a:cxn>
                <a:cxn ang="0">
                  <a:pos x="T2" y="T3"/>
                </a:cxn>
                <a:cxn ang="0">
                  <a:pos x="T4" y="T5"/>
                </a:cxn>
                <a:cxn ang="0">
                  <a:pos x="T6" y="T7"/>
                </a:cxn>
                <a:cxn ang="0">
                  <a:pos x="T8" y="T9"/>
                </a:cxn>
              </a:cxnLst>
              <a:rect l="0" t="0" r="r" b="b"/>
              <a:pathLst>
                <a:path w="38" h="2">
                  <a:moveTo>
                    <a:pt x="13" y="1"/>
                  </a:moveTo>
                  <a:lnTo>
                    <a:pt x="13" y="1"/>
                  </a:lnTo>
                  <a:lnTo>
                    <a:pt x="38" y="0"/>
                  </a:lnTo>
                  <a:lnTo>
                    <a:pt x="7" y="0"/>
                  </a:lnTo>
                  <a:cubicBezTo>
                    <a:pt x="16" y="0"/>
                    <a:pt x="0" y="2"/>
                    <a:pt x="1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5" name="Freeform 94"/>
            <p:cNvSpPr>
              <a:spLocks/>
            </p:cNvSpPr>
            <p:nvPr/>
          </p:nvSpPr>
          <p:spPr bwMode="invGray">
            <a:xfrm>
              <a:off x="5021263" y="2713038"/>
              <a:ext cx="11113" cy="0"/>
            </a:xfrm>
            <a:custGeom>
              <a:avLst/>
              <a:gdLst>
                <a:gd name="T0" fmla="*/ 0 w 6"/>
                <a:gd name="T1" fmla="*/ 0 w 6"/>
                <a:gd name="T2" fmla="*/ 6 w 6"/>
                <a:gd name="T3" fmla="*/ 0 w 6"/>
              </a:gdLst>
              <a:ahLst/>
              <a:cxnLst>
                <a:cxn ang="0">
                  <a:pos x="T0" y="0"/>
                </a:cxn>
                <a:cxn ang="0">
                  <a:pos x="T1" y="0"/>
                </a:cxn>
                <a:cxn ang="0">
                  <a:pos x="T2" y="0"/>
                </a:cxn>
                <a:cxn ang="0">
                  <a:pos x="T3" y="0"/>
                </a:cxn>
              </a:cxnLst>
              <a:rect l="0" t="0" r="r" b="b"/>
              <a:pathLst>
                <a:path w="6">
                  <a:moveTo>
                    <a:pt x="0" y="0"/>
                  </a:moveTo>
                  <a:lnTo>
                    <a:pt x="0" y="0"/>
                  </a:lnTo>
                  <a:lnTo>
                    <a:pt x="6"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6" name="Freeform 95"/>
            <p:cNvSpPr>
              <a:spLocks/>
            </p:cNvSpPr>
            <p:nvPr/>
          </p:nvSpPr>
          <p:spPr bwMode="invGray">
            <a:xfrm>
              <a:off x="5864225" y="2784475"/>
              <a:ext cx="101600" cy="4762"/>
            </a:xfrm>
            <a:custGeom>
              <a:avLst/>
              <a:gdLst>
                <a:gd name="T0" fmla="*/ 3 w 53"/>
                <a:gd name="T1" fmla="*/ 2 h 2"/>
                <a:gd name="T2" fmla="*/ 3 w 53"/>
                <a:gd name="T3" fmla="*/ 2 h 2"/>
                <a:gd name="T4" fmla="*/ 53 w 53"/>
                <a:gd name="T5" fmla="*/ 1 h 2"/>
                <a:gd name="T6" fmla="*/ 3 w 53"/>
                <a:gd name="T7" fmla="*/ 2 h 2"/>
              </a:gdLst>
              <a:ahLst/>
              <a:cxnLst>
                <a:cxn ang="0">
                  <a:pos x="T0" y="T1"/>
                </a:cxn>
                <a:cxn ang="0">
                  <a:pos x="T2" y="T3"/>
                </a:cxn>
                <a:cxn ang="0">
                  <a:pos x="T4" y="T5"/>
                </a:cxn>
                <a:cxn ang="0">
                  <a:pos x="T6" y="T7"/>
                </a:cxn>
              </a:cxnLst>
              <a:rect l="0" t="0" r="r" b="b"/>
              <a:pathLst>
                <a:path w="53" h="2">
                  <a:moveTo>
                    <a:pt x="3" y="2"/>
                  </a:moveTo>
                  <a:lnTo>
                    <a:pt x="3" y="2"/>
                  </a:lnTo>
                  <a:cubicBezTo>
                    <a:pt x="21" y="2"/>
                    <a:pt x="36" y="2"/>
                    <a:pt x="53" y="1"/>
                  </a:cubicBezTo>
                  <a:cubicBezTo>
                    <a:pt x="46" y="1"/>
                    <a:pt x="0" y="0"/>
                    <a:pt x="3"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7" name="Freeform 96"/>
            <p:cNvSpPr>
              <a:spLocks/>
            </p:cNvSpPr>
            <p:nvPr/>
          </p:nvSpPr>
          <p:spPr bwMode="invGray">
            <a:xfrm>
              <a:off x="4703763" y="2722563"/>
              <a:ext cx="84138" cy="1587"/>
            </a:xfrm>
            <a:custGeom>
              <a:avLst/>
              <a:gdLst>
                <a:gd name="T0" fmla="*/ 3 w 44"/>
                <a:gd name="T1" fmla="*/ 1 h 1"/>
                <a:gd name="T2" fmla="*/ 3 w 44"/>
                <a:gd name="T3" fmla="*/ 1 h 1"/>
                <a:gd name="T4" fmla="*/ 44 w 44"/>
                <a:gd name="T5" fmla="*/ 0 h 1"/>
                <a:gd name="T6" fmla="*/ 0 w 44"/>
                <a:gd name="T7" fmla="*/ 0 h 1"/>
                <a:gd name="T8" fmla="*/ 3 w 44"/>
                <a:gd name="T9" fmla="*/ 1 h 1"/>
              </a:gdLst>
              <a:ahLst/>
              <a:cxnLst>
                <a:cxn ang="0">
                  <a:pos x="T0" y="T1"/>
                </a:cxn>
                <a:cxn ang="0">
                  <a:pos x="T2" y="T3"/>
                </a:cxn>
                <a:cxn ang="0">
                  <a:pos x="T4" y="T5"/>
                </a:cxn>
                <a:cxn ang="0">
                  <a:pos x="T6" y="T7"/>
                </a:cxn>
                <a:cxn ang="0">
                  <a:pos x="T8" y="T9"/>
                </a:cxn>
              </a:cxnLst>
              <a:rect l="0" t="0" r="r" b="b"/>
              <a:pathLst>
                <a:path w="44" h="1">
                  <a:moveTo>
                    <a:pt x="3" y="1"/>
                  </a:moveTo>
                  <a:lnTo>
                    <a:pt x="3" y="1"/>
                  </a:lnTo>
                  <a:lnTo>
                    <a:pt x="44" y="0"/>
                  </a:lnTo>
                  <a:lnTo>
                    <a:pt x="0" y="0"/>
                  </a:lnTo>
                  <a:lnTo>
                    <a:pt x="3"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8" name="Freeform 97"/>
            <p:cNvSpPr>
              <a:spLocks/>
            </p:cNvSpPr>
            <p:nvPr/>
          </p:nvSpPr>
          <p:spPr bwMode="invGray">
            <a:xfrm>
              <a:off x="4264025" y="2713038"/>
              <a:ext cx="77788" cy="4762"/>
            </a:xfrm>
            <a:custGeom>
              <a:avLst/>
              <a:gdLst>
                <a:gd name="T0" fmla="*/ 41 w 41"/>
                <a:gd name="T1" fmla="*/ 1 h 2"/>
                <a:gd name="T2" fmla="*/ 41 w 41"/>
                <a:gd name="T3" fmla="*/ 1 h 2"/>
                <a:gd name="T4" fmla="*/ 34 w 41"/>
                <a:gd name="T5" fmla="*/ 0 h 2"/>
                <a:gd name="T6" fmla="*/ 0 w 41"/>
                <a:gd name="T7" fmla="*/ 1 h 2"/>
                <a:gd name="T8" fmla="*/ 7 w 41"/>
                <a:gd name="T9" fmla="*/ 2 h 2"/>
                <a:gd name="T10" fmla="*/ 41 w 41"/>
                <a:gd name="T11" fmla="*/ 1 h 2"/>
              </a:gdLst>
              <a:ahLst/>
              <a:cxnLst>
                <a:cxn ang="0">
                  <a:pos x="T0" y="T1"/>
                </a:cxn>
                <a:cxn ang="0">
                  <a:pos x="T2" y="T3"/>
                </a:cxn>
                <a:cxn ang="0">
                  <a:pos x="T4" y="T5"/>
                </a:cxn>
                <a:cxn ang="0">
                  <a:pos x="T6" y="T7"/>
                </a:cxn>
                <a:cxn ang="0">
                  <a:pos x="T8" y="T9"/>
                </a:cxn>
                <a:cxn ang="0">
                  <a:pos x="T10" y="T11"/>
                </a:cxn>
              </a:cxnLst>
              <a:rect l="0" t="0" r="r" b="b"/>
              <a:pathLst>
                <a:path w="41" h="2">
                  <a:moveTo>
                    <a:pt x="41" y="1"/>
                  </a:moveTo>
                  <a:lnTo>
                    <a:pt x="41" y="1"/>
                  </a:lnTo>
                  <a:lnTo>
                    <a:pt x="34" y="0"/>
                  </a:lnTo>
                  <a:lnTo>
                    <a:pt x="0" y="1"/>
                  </a:lnTo>
                  <a:lnTo>
                    <a:pt x="7" y="2"/>
                  </a:lnTo>
                  <a:lnTo>
                    <a:pt x="4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9" name="Freeform 98"/>
            <p:cNvSpPr>
              <a:spLocks/>
            </p:cNvSpPr>
            <p:nvPr/>
          </p:nvSpPr>
          <p:spPr bwMode="invGray">
            <a:xfrm>
              <a:off x="4800600" y="2822575"/>
              <a:ext cx="117475" cy="7937"/>
            </a:xfrm>
            <a:custGeom>
              <a:avLst/>
              <a:gdLst>
                <a:gd name="T0" fmla="*/ 11 w 61"/>
                <a:gd name="T1" fmla="*/ 2 h 3"/>
                <a:gd name="T2" fmla="*/ 11 w 61"/>
                <a:gd name="T3" fmla="*/ 2 h 3"/>
                <a:gd name="T4" fmla="*/ 54 w 61"/>
                <a:gd name="T5" fmla="*/ 0 h 3"/>
                <a:gd name="T6" fmla="*/ 0 w 61"/>
                <a:gd name="T7" fmla="*/ 0 h 3"/>
                <a:gd name="T8" fmla="*/ 46 w 61"/>
                <a:gd name="T9" fmla="*/ 0 h 3"/>
                <a:gd name="T10" fmla="*/ 11 w 61"/>
                <a:gd name="T11" fmla="*/ 2 h 3"/>
              </a:gdLst>
              <a:ahLst/>
              <a:cxnLst>
                <a:cxn ang="0">
                  <a:pos x="T0" y="T1"/>
                </a:cxn>
                <a:cxn ang="0">
                  <a:pos x="T2" y="T3"/>
                </a:cxn>
                <a:cxn ang="0">
                  <a:pos x="T4" y="T5"/>
                </a:cxn>
                <a:cxn ang="0">
                  <a:pos x="T6" y="T7"/>
                </a:cxn>
                <a:cxn ang="0">
                  <a:pos x="T8" y="T9"/>
                </a:cxn>
                <a:cxn ang="0">
                  <a:pos x="T10" y="T11"/>
                </a:cxn>
              </a:cxnLst>
              <a:rect l="0" t="0" r="r" b="b"/>
              <a:pathLst>
                <a:path w="61" h="3">
                  <a:moveTo>
                    <a:pt x="11" y="2"/>
                  </a:moveTo>
                  <a:lnTo>
                    <a:pt x="11" y="2"/>
                  </a:lnTo>
                  <a:cubicBezTo>
                    <a:pt x="39" y="3"/>
                    <a:pt x="61" y="0"/>
                    <a:pt x="54" y="0"/>
                  </a:cubicBezTo>
                  <a:lnTo>
                    <a:pt x="0" y="0"/>
                  </a:lnTo>
                  <a:cubicBezTo>
                    <a:pt x="13" y="2"/>
                    <a:pt x="15" y="0"/>
                    <a:pt x="46" y="0"/>
                  </a:cubicBezTo>
                  <a:lnTo>
                    <a:pt x="11"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0" name="Freeform 99"/>
            <p:cNvSpPr>
              <a:spLocks/>
            </p:cNvSpPr>
            <p:nvPr/>
          </p:nvSpPr>
          <p:spPr bwMode="invGray">
            <a:xfrm>
              <a:off x="187325" y="2714625"/>
              <a:ext cx="1925638" cy="31750"/>
            </a:xfrm>
            <a:custGeom>
              <a:avLst/>
              <a:gdLst>
                <a:gd name="T0" fmla="*/ 746 w 1004"/>
                <a:gd name="T1" fmla="*/ 6 h 14"/>
                <a:gd name="T2" fmla="*/ 746 w 1004"/>
                <a:gd name="T3" fmla="*/ 6 h 14"/>
                <a:gd name="T4" fmla="*/ 820 w 1004"/>
                <a:gd name="T5" fmla="*/ 7 h 14"/>
                <a:gd name="T6" fmla="*/ 800 w 1004"/>
                <a:gd name="T7" fmla="*/ 8 h 14"/>
                <a:gd name="T8" fmla="*/ 847 w 1004"/>
                <a:gd name="T9" fmla="*/ 5 h 14"/>
                <a:gd name="T10" fmla="*/ 769 w 1004"/>
                <a:gd name="T11" fmla="*/ 11 h 14"/>
                <a:gd name="T12" fmla="*/ 918 w 1004"/>
                <a:gd name="T13" fmla="*/ 9 h 14"/>
                <a:gd name="T14" fmla="*/ 876 w 1004"/>
                <a:gd name="T15" fmla="*/ 7 h 14"/>
                <a:gd name="T16" fmla="*/ 981 w 1004"/>
                <a:gd name="T17" fmla="*/ 5 h 14"/>
                <a:gd name="T18" fmla="*/ 989 w 1004"/>
                <a:gd name="T19" fmla="*/ 2 h 14"/>
                <a:gd name="T20" fmla="*/ 997 w 1004"/>
                <a:gd name="T21" fmla="*/ 2 h 14"/>
                <a:gd name="T22" fmla="*/ 1004 w 1004"/>
                <a:gd name="T23" fmla="*/ 2 h 14"/>
                <a:gd name="T24" fmla="*/ 999 w 1004"/>
                <a:gd name="T25" fmla="*/ 2 h 14"/>
                <a:gd name="T26" fmla="*/ 994 w 1004"/>
                <a:gd name="T27" fmla="*/ 1 h 14"/>
                <a:gd name="T28" fmla="*/ 904 w 1004"/>
                <a:gd name="T29" fmla="*/ 0 h 14"/>
                <a:gd name="T30" fmla="*/ 791 w 1004"/>
                <a:gd name="T31" fmla="*/ 2 h 14"/>
                <a:gd name="T32" fmla="*/ 756 w 1004"/>
                <a:gd name="T33" fmla="*/ 2 h 14"/>
                <a:gd name="T34" fmla="*/ 743 w 1004"/>
                <a:gd name="T35" fmla="*/ 2 h 14"/>
                <a:gd name="T36" fmla="*/ 764 w 1004"/>
                <a:gd name="T37" fmla="*/ 1 h 14"/>
                <a:gd name="T38" fmla="*/ 697 w 1004"/>
                <a:gd name="T39" fmla="*/ 2 h 14"/>
                <a:gd name="T40" fmla="*/ 570 w 1004"/>
                <a:gd name="T41" fmla="*/ 3 h 14"/>
                <a:gd name="T42" fmla="*/ 559 w 1004"/>
                <a:gd name="T43" fmla="*/ 2 h 14"/>
                <a:gd name="T44" fmla="*/ 554 w 1004"/>
                <a:gd name="T45" fmla="*/ 3 h 14"/>
                <a:gd name="T46" fmla="*/ 0 w 1004"/>
                <a:gd name="T47" fmla="*/ 4 h 14"/>
                <a:gd name="T48" fmla="*/ 79 w 1004"/>
                <a:gd name="T49" fmla="*/ 5 h 14"/>
                <a:gd name="T50" fmla="*/ 113 w 1004"/>
                <a:gd name="T51" fmla="*/ 8 h 14"/>
                <a:gd name="T52" fmla="*/ 49 w 1004"/>
                <a:gd name="T53" fmla="*/ 8 h 14"/>
                <a:gd name="T54" fmla="*/ 64 w 1004"/>
                <a:gd name="T55" fmla="*/ 12 h 14"/>
                <a:gd name="T56" fmla="*/ 213 w 1004"/>
                <a:gd name="T57" fmla="*/ 8 h 14"/>
                <a:gd name="T58" fmla="*/ 234 w 1004"/>
                <a:gd name="T59" fmla="*/ 11 h 14"/>
                <a:gd name="T60" fmla="*/ 223 w 1004"/>
                <a:gd name="T61" fmla="*/ 11 h 14"/>
                <a:gd name="T62" fmla="*/ 324 w 1004"/>
                <a:gd name="T63" fmla="*/ 10 h 14"/>
                <a:gd name="T64" fmla="*/ 322 w 1004"/>
                <a:gd name="T65" fmla="*/ 12 h 14"/>
                <a:gd name="T66" fmla="*/ 454 w 1004"/>
                <a:gd name="T67" fmla="*/ 10 h 14"/>
                <a:gd name="T68" fmla="*/ 452 w 1004"/>
                <a:gd name="T69" fmla="*/ 11 h 14"/>
                <a:gd name="T70" fmla="*/ 620 w 1004"/>
                <a:gd name="T71" fmla="*/ 9 h 14"/>
                <a:gd name="T72" fmla="*/ 568 w 1004"/>
                <a:gd name="T73" fmla="*/ 11 h 14"/>
                <a:gd name="T74" fmla="*/ 643 w 1004"/>
                <a:gd name="T75" fmla="*/ 10 h 14"/>
                <a:gd name="T76" fmla="*/ 622 w 1004"/>
                <a:gd name="T77" fmla="*/ 12 h 14"/>
                <a:gd name="T78" fmla="*/ 758 w 1004"/>
                <a:gd name="T79" fmla="*/ 8 h 14"/>
                <a:gd name="T80" fmla="*/ 746 w 1004"/>
                <a:gd name="T81"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04" h="14">
                  <a:moveTo>
                    <a:pt x="746" y="6"/>
                  </a:moveTo>
                  <a:lnTo>
                    <a:pt x="746" y="6"/>
                  </a:lnTo>
                  <a:cubicBezTo>
                    <a:pt x="758" y="5"/>
                    <a:pt x="817" y="5"/>
                    <a:pt x="820" y="7"/>
                  </a:cubicBezTo>
                  <a:cubicBezTo>
                    <a:pt x="812" y="7"/>
                    <a:pt x="780" y="8"/>
                    <a:pt x="800" y="8"/>
                  </a:cubicBezTo>
                  <a:lnTo>
                    <a:pt x="847" y="5"/>
                  </a:lnTo>
                  <a:cubicBezTo>
                    <a:pt x="909" y="7"/>
                    <a:pt x="800" y="10"/>
                    <a:pt x="769" y="11"/>
                  </a:cubicBezTo>
                  <a:cubicBezTo>
                    <a:pt x="832" y="11"/>
                    <a:pt x="851" y="9"/>
                    <a:pt x="918" y="9"/>
                  </a:cubicBezTo>
                  <a:cubicBezTo>
                    <a:pt x="899" y="9"/>
                    <a:pt x="886" y="8"/>
                    <a:pt x="876" y="7"/>
                  </a:cubicBezTo>
                  <a:cubicBezTo>
                    <a:pt x="873" y="5"/>
                    <a:pt x="936" y="6"/>
                    <a:pt x="981" y="5"/>
                  </a:cubicBezTo>
                  <a:cubicBezTo>
                    <a:pt x="952" y="4"/>
                    <a:pt x="969" y="3"/>
                    <a:pt x="989" y="2"/>
                  </a:cubicBezTo>
                  <a:cubicBezTo>
                    <a:pt x="993" y="2"/>
                    <a:pt x="996" y="2"/>
                    <a:pt x="997" y="2"/>
                  </a:cubicBezTo>
                  <a:lnTo>
                    <a:pt x="1004" y="2"/>
                  </a:lnTo>
                  <a:lnTo>
                    <a:pt x="999" y="2"/>
                  </a:lnTo>
                  <a:cubicBezTo>
                    <a:pt x="999" y="1"/>
                    <a:pt x="998" y="1"/>
                    <a:pt x="994" y="1"/>
                  </a:cubicBezTo>
                  <a:cubicBezTo>
                    <a:pt x="957" y="1"/>
                    <a:pt x="928" y="0"/>
                    <a:pt x="904" y="0"/>
                  </a:cubicBezTo>
                  <a:cubicBezTo>
                    <a:pt x="928" y="3"/>
                    <a:pt x="822" y="1"/>
                    <a:pt x="791" y="2"/>
                  </a:cubicBezTo>
                  <a:lnTo>
                    <a:pt x="756" y="2"/>
                  </a:lnTo>
                  <a:lnTo>
                    <a:pt x="743" y="2"/>
                  </a:lnTo>
                  <a:cubicBezTo>
                    <a:pt x="740" y="2"/>
                    <a:pt x="744" y="1"/>
                    <a:pt x="764" y="1"/>
                  </a:cubicBezTo>
                  <a:cubicBezTo>
                    <a:pt x="747" y="1"/>
                    <a:pt x="692" y="1"/>
                    <a:pt x="697" y="2"/>
                  </a:cubicBezTo>
                  <a:lnTo>
                    <a:pt x="570" y="3"/>
                  </a:lnTo>
                  <a:cubicBezTo>
                    <a:pt x="566" y="3"/>
                    <a:pt x="562" y="2"/>
                    <a:pt x="559" y="2"/>
                  </a:cubicBezTo>
                  <a:cubicBezTo>
                    <a:pt x="554" y="2"/>
                    <a:pt x="554" y="3"/>
                    <a:pt x="554" y="3"/>
                  </a:cubicBezTo>
                  <a:lnTo>
                    <a:pt x="0" y="4"/>
                  </a:lnTo>
                  <a:lnTo>
                    <a:pt x="79" y="5"/>
                  </a:lnTo>
                  <a:cubicBezTo>
                    <a:pt x="37" y="8"/>
                    <a:pt x="125" y="6"/>
                    <a:pt x="113" y="8"/>
                  </a:cubicBezTo>
                  <a:cubicBezTo>
                    <a:pt x="94" y="9"/>
                    <a:pt x="66" y="9"/>
                    <a:pt x="49" y="8"/>
                  </a:cubicBezTo>
                  <a:cubicBezTo>
                    <a:pt x="43" y="9"/>
                    <a:pt x="67" y="10"/>
                    <a:pt x="64" y="12"/>
                  </a:cubicBezTo>
                  <a:cubicBezTo>
                    <a:pt x="134" y="13"/>
                    <a:pt x="145" y="7"/>
                    <a:pt x="213" y="8"/>
                  </a:cubicBezTo>
                  <a:cubicBezTo>
                    <a:pt x="210" y="10"/>
                    <a:pt x="189" y="11"/>
                    <a:pt x="234" y="11"/>
                  </a:cubicBezTo>
                  <a:lnTo>
                    <a:pt x="223" y="11"/>
                  </a:lnTo>
                  <a:cubicBezTo>
                    <a:pt x="294" y="9"/>
                    <a:pt x="278" y="14"/>
                    <a:pt x="324" y="10"/>
                  </a:cubicBezTo>
                  <a:lnTo>
                    <a:pt x="322" y="12"/>
                  </a:lnTo>
                  <a:cubicBezTo>
                    <a:pt x="355" y="11"/>
                    <a:pt x="418" y="11"/>
                    <a:pt x="454" y="10"/>
                  </a:cubicBezTo>
                  <a:lnTo>
                    <a:pt x="452" y="11"/>
                  </a:lnTo>
                  <a:cubicBezTo>
                    <a:pt x="551" y="8"/>
                    <a:pt x="508" y="10"/>
                    <a:pt x="620" y="9"/>
                  </a:cubicBezTo>
                  <a:lnTo>
                    <a:pt x="568" y="11"/>
                  </a:lnTo>
                  <a:cubicBezTo>
                    <a:pt x="607" y="12"/>
                    <a:pt x="616" y="10"/>
                    <a:pt x="643" y="10"/>
                  </a:cubicBezTo>
                  <a:cubicBezTo>
                    <a:pt x="641" y="10"/>
                    <a:pt x="648" y="12"/>
                    <a:pt x="622" y="12"/>
                  </a:cubicBezTo>
                  <a:lnTo>
                    <a:pt x="758" y="8"/>
                  </a:lnTo>
                  <a:cubicBezTo>
                    <a:pt x="790" y="7"/>
                    <a:pt x="751" y="7"/>
                    <a:pt x="746"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1" name="Freeform 100"/>
            <p:cNvSpPr>
              <a:spLocks/>
            </p:cNvSpPr>
            <p:nvPr/>
          </p:nvSpPr>
          <p:spPr bwMode="invGray">
            <a:xfrm>
              <a:off x="1947862" y="2735263"/>
              <a:ext cx="47625" cy="0"/>
            </a:xfrm>
            <a:custGeom>
              <a:avLst/>
              <a:gdLst>
                <a:gd name="T0" fmla="*/ 0 w 25"/>
                <a:gd name="T1" fmla="*/ 0 w 25"/>
                <a:gd name="T2" fmla="*/ 25 w 25"/>
                <a:gd name="T3" fmla="*/ 0 w 25"/>
              </a:gdLst>
              <a:ahLst/>
              <a:cxnLst>
                <a:cxn ang="0">
                  <a:pos x="T0" y="0"/>
                </a:cxn>
                <a:cxn ang="0">
                  <a:pos x="T1" y="0"/>
                </a:cxn>
                <a:cxn ang="0">
                  <a:pos x="T2" y="0"/>
                </a:cxn>
                <a:cxn ang="0">
                  <a:pos x="T3" y="0"/>
                </a:cxn>
              </a:cxnLst>
              <a:rect l="0" t="0" r="r" b="b"/>
              <a:pathLst>
                <a:path w="25">
                  <a:moveTo>
                    <a:pt x="0" y="0"/>
                  </a:moveTo>
                  <a:lnTo>
                    <a:pt x="0" y="0"/>
                  </a:lnTo>
                  <a:lnTo>
                    <a:pt x="25" y="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2" name="Freeform 101"/>
            <p:cNvSpPr>
              <a:spLocks/>
            </p:cNvSpPr>
            <p:nvPr/>
          </p:nvSpPr>
          <p:spPr bwMode="invGray">
            <a:xfrm>
              <a:off x="112712" y="2724150"/>
              <a:ext cx="74613" cy="0"/>
            </a:xfrm>
            <a:custGeom>
              <a:avLst/>
              <a:gdLst>
                <a:gd name="T0" fmla="*/ 0 w 39"/>
                <a:gd name="T1" fmla="*/ 0 w 39"/>
                <a:gd name="T2" fmla="*/ 39 w 39"/>
                <a:gd name="T3" fmla="*/ 0 w 39"/>
              </a:gdLst>
              <a:ahLst/>
              <a:cxnLst>
                <a:cxn ang="0">
                  <a:pos x="T0" y="0"/>
                </a:cxn>
                <a:cxn ang="0">
                  <a:pos x="T1" y="0"/>
                </a:cxn>
                <a:cxn ang="0">
                  <a:pos x="T2" y="0"/>
                </a:cxn>
                <a:cxn ang="0">
                  <a:pos x="T3" y="0"/>
                </a:cxn>
              </a:cxnLst>
              <a:rect l="0" t="0" r="r" b="b"/>
              <a:pathLst>
                <a:path w="39">
                  <a:moveTo>
                    <a:pt x="0" y="0"/>
                  </a:moveTo>
                  <a:lnTo>
                    <a:pt x="0" y="0"/>
                  </a:lnTo>
                  <a:lnTo>
                    <a:pt x="39" y="0"/>
                  </a:lnTo>
                  <a:cubicBezTo>
                    <a:pt x="27" y="0"/>
                    <a:pt x="14"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3" name="Freeform 102"/>
            <p:cNvSpPr>
              <a:spLocks/>
            </p:cNvSpPr>
            <p:nvPr/>
          </p:nvSpPr>
          <p:spPr bwMode="invGray">
            <a:xfrm>
              <a:off x="2187575" y="2717800"/>
              <a:ext cx="176213" cy="6350"/>
            </a:xfrm>
            <a:custGeom>
              <a:avLst/>
              <a:gdLst>
                <a:gd name="T0" fmla="*/ 71 w 92"/>
                <a:gd name="T1" fmla="*/ 3 h 3"/>
                <a:gd name="T2" fmla="*/ 71 w 92"/>
                <a:gd name="T3" fmla="*/ 3 h 3"/>
                <a:gd name="T4" fmla="*/ 92 w 92"/>
                <a:gd name="T5" fmla="*/ 0 h 3"/>
                <a:gd name="T6" fmla="*/ 8 w 92"/>
                <a:gd name="T7" fmla="*/ 1 h 3"/>
                <a:gd name="T8" fmla="*/ 2 w 92"/>
                <a:gd name="T9" fmla="*/ 3 h 3"/>
                <a:gd name="T10" fmla="*/ 71 w 92"/>
                <a:gd name="T11" fmla="*/ 3 h 3"/>
              </a:gdLst>
              <a:ahLst/>
              <a:cxnLst>
                <a:cxn ang="0">
                  <a:pos x="T0" y="T1"/>
                </a:cxn>
                <a:cxn ang="0">
                  <a:pos x="T2" y="T3"/>
                </a:cxn>
                <a:cxn ang="0">
                  <a:pos x="T4" y="T5"/>
                </a:cxn>
                <a:cxn ang="0">
                  <a:pos x="T6" y="T7"/>
                </a:cxn>
                <a:cxn ang="0">
                  <a:pos x="T8" y="T9"/>
                </a:cxn>
                <a:cxn ang="0">
                  <a:pos x="T10" y="T11"/>
                </a:cxn>
              </a:cxnLst>
              <a:rect l="0" t="0" r="r" b="b"/>
              <a:pathLst>
                <a:path w="92" h="3">
                  <a:moveTo>
                    <a:pt x="71" y="3"/>
                  </a:moveTo>
                  <a:lnTo>
                    <a:pt x="71" y="3"/>
                  </a:lnTo>
                  <a:cubicBezTo>
                    <a:pt x="47" y="2"/>
                    <a:pt x="88" y="1"/>
                    <a:pt x="92" y="0"/>
                  </a:cubicBezTo>
                  <a:lnTo>
                    <a:pt x="8" y="1"/>
                  </a:lnTo>
                  <a:cubicBezTo>
                    <a:pt x="8" y="1"/>
                    <a:pt x="0" y="2"/>
                    <a:pt x="2" y="3"/>
                  </a:cubicBezTo>
                  <a:lnTo>
                    <a:pt x="71"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4" name="Freeform 103"/>
            <p:cNvSpPr>
              <a:spLocks/>
            </p:cNvSpPr>
            <p:nvPr/>
          </p:nvSpPr>
          <p:spPr bwMode="invGray">
            <a:xfrm>
              <a:off x="2112962" y="2714625"/>
              <a:ext cx="90488" cy="4762"/>
            </a:xfrm>
            <a:custGeom>
              <a:avLst/>
              <a:gdLst>
                <a:gd name="T0" fmla="*/ 22 w 47"/>
                <a:gd name="T1" fmla="*/ 0 h 2"/>
                <a:gd name="T2" fmla="*/ 22 w 47"/>
                <a:gd name="T3" fmla="*/ 0 h 2"/>
                <a:gd name="T4" fmla="*/ 0 w 47"/>
                <a:gd name="T5" fmla="*/ 2 h 2"/>
                <a:gd name="T6" fmla="*/ 47 w 47"/>
                <a:gd name="T7" fmla="*/ 2 h 2"/>
                <a:gd name="T8" fmla="*/ 22 w 47"/>
                <a:gd name="T9" fmla="*/ 0 h 2"/>
              </a:gdLst>
              <a:ahLst/>
              <a:cxnLst>
                <a:cxn ang="0">
                  <a:pos x="T0" y="T1"/>
                </a:cxn>
                <a:cxn ang="0">
                  <a:pos x="T2" y="T3"/>
                </a:cxn>
                <a:cxn ang="0">
                  <a:pos x="T4" y="T5"/>
                </a:cxn>
                <a:cxn ang="0">
                  <a:pos x="T6" y="T7"/>
                </a:cxn>
                <a:cxn ang="0">
                  <a:pos x="T8" y="T9"/>
                </a:cxn>
              </a:cxnLst>
              <a:rect l="0" t="0" r="r" b="b"/>
              <a:pathLst>
                <a:path w="47" h="2">
                  <a:moveTo>
                    <a:pt x="22" y="0"/>
                  </a:moveTo>
                  <a:lnTo>
                    <a:pt x="22" y="0"/>
                  </a:lnTo>
                  <a:cubicBezTo>
                    <a:pt x="19" y="1"/>
                    <a:pt x="11" y="1"/>
                    <a:pt x="0" y="2"/>
                  </a:cubicBezTo>
                  <a:lnTo>
                    <a:pt x="47" y="2"/>
                  </a:lnTo>
                  <a:cubicBezTo>
                    <a:pt x="47" y="1"/>
                    <a:pt x="41" y="0"/>
                    <a:pt x="2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5" name="Freeform 104"/>
            <p:cNvSpPr>
              <a:spLocks/>
            </p:cNvSpPr>
            <p:nvPr/>
          </p:nvSpPr>
          <p:spPr bwMode="invGray">
            <a:xfrm>
              <a:off x="2101850" y="2811463"/>
              <a:ext cx="71438" cy="3175"/>
            </a:xfrm>
            <a:custGeom>
              <a:avLst/>
              <a:gdLst>
                <a:gd name="T0" fmla="*/ 37 w 37"/>
                <a:gd name="T1" fmla="*/ 0 h 1"/>
                <a:gd name="T2" fmla="*/ 37 w 37"/>
                <a:gd name="T3" fmla="*/ 0 h 1"/>
                <a:gd name="T4" fmla="*/ 22 w 37"/>
                <a:gd name="T5" fmla="*/ 1 h 1"/>
                <a:gd name="T6" fmla="*/ 0 w 37"/>
                <a:gd name="T7" fmla="*/ 1 h 1"/>
                <a:gd name="T8" fmla="*/ 37 w 37"/>
                <a:gd name="T9" fmla="*/ 0 h 1"/>
              </a:gdLst>
              <a:ahLst/>
              <a:cxnLst>
                <a:cxn ang="0">
                  <a:pos x="T0" y="T1"/>
                </a:cxn>
                <a:cxn ang="0">
                  <a:pos x="T2" y="T3"/>
                </a:cxn>
                <a:cxn ang="0">
                  <a:pos x="T4" y="T5"/>
                </a:cxn>
                <a:cxn ang="0">
                  <a:pos x="T6" y="T7"/>
                </a:cxn>
                <a:cxn ang="0">
                  <a:pos x="T8" y="T9"/>
                </a:cxn>
              </a:cxnLst>
              <a:rect l="0" t="0" r="r" b="b"/>
              <a:pathLst>
                <a:path w="37" h="1">
                  <a:moveTo>
                    <a:pt x="37" y="0"/>
                  </a:moveTo>
                  <a:lnTo>
                    <a:pt x="37" y="0"/>
                  </a:lnTo>
                  <a:lnTo>
                    <a:pt x="22" y="1"/>
                  </a:lnTo>
                  <a:lnTo>
                    <a:pt x="0" y="1"/>
                  </a:lnTo>
                  <a:lnTo>
                    <a:pt x="37"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6" name="Freeform 105"/>
            <p:cNvSpPr>
              <a:spLocks/>
            </p:cNvSpPr>
            <p:nvPr/>
          </p:nvSpPr>
          <p:spPr bwMode="invGray">
            <a:xfrm>
              <a:off x="1724025" y="2805113"/>
              <a:ext cx="120650" cy="4762"/>
            </a:xfrm>
            <a:custGeom>
              <a:avLst/>
              <a:gdLst>
                <a:gd name="T0" fmla="*/ 0 w 63"/>
                <a:gd name="T1" fmla="*/ 0 h 2"/>
                <a:gd name="T2" fmla="*/ 0 w 63"/>
                <a:gd name="T3" fmla="*/ 0 h 2"/>
                <a:gd name="T4" fmla="*/ 63 w 63"/>
                <a:gd name="T5" fmla="*/ 0 h 2"/>
                <a:gd name="T6" fmla="*/ 0 w 63"/>
                <a:gd name="T7" fmla="*/ 0 h 2"/>
              </a:gdLst>
              <a:ahLst/>
              <a:cxnLst>
                <a:cxn ang="0">
                  <a:pos x="T0" y="T1"/>
                </a:cxn>
                <a:cxn ang="0">
                  <a:pos x="T2" y="T3"/>
                </a:cxn>
                <a:cxn ang="0">
                  <a:pos x="T4" y="T5"/>
                </a:cxn>
                <a:cxn ang="0">
                  <a:pos x="T6" y="T7"/>
                </a:cxn>
              </a:cxnLst>
              <a:rect l="0" t="0" r="r" b="b"/>
              <a:pathLst>
                <a:path w="63" h="2">
                  <a:moveTo>
                    <a:pt x="0" y="0"/>
                  </a:moveTo>
                  <a:lnTo>
                    <a:pt x="0" y="0"/>
                  </a:lnTo>
                  <a:cubicBezTo>
                    <a:pt x="18" y="2"/>
                    <a:pt x="52" y="1"/>
                    <a:pt x="63" y="0"/>
                  </a:cubicBezTo>
                  <a:cubicBezTo>
                    <a:pt x="24" y="0"/>
                    <a:pt x="41"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7" name="Freeform 106"/>
            <p:cNvSpPr>
              <a:spLocks/>
            </p:cNvSpPr>
            <p:nvPr/>
          </p:nvSpPr>
          <p:spPr bwMode="invGray">
            <a:xfrm>
              <a:off x="1744662" y="2833688"/>
              <a:ext cx="73025" cy="3175"/>
            </a:xfrm>
            <a:custGeom>
              <a:avLst/>
              <a:gdLst>
                <a:gd name="T0" fmla="*/ 38 w 38"/>
                <a:gd name="T1" fmla="*/ 0 h 1"/>
                <a:gd name="T2" fmla="*/ 38 w 38"/>
                <a:gd name="T3" fmla="*/ 0 h 1"/>
                <a:gd name="T4" fmla="*/ 0 w 38"/>
                <a:gd name="T5" fmla="*/ 1 h 1"/>
                <a:gd name="T6" fmla="*/ 3 w 38"/>
                <a:gd name="T7" fmla="*/ 1 h 1"/>
                <a:gd name="T8" fmla="*/ 38 w 38"/>
                <a:gd name="T9" fmla="*/ 0 h 1"/>
              </a:gdLst>
              <a:ahLst/>
              <a:cxnLst>
                <a:cxn ang="0">
                  <a:pos x="T0" y="T1"/>
                </a:cxn>
                <a:cxn ang="0">
                  <a:pos x="T2" y="T3"/>
                </a:cxn>
                <a:cxn ang="0">
                  <a:pos x="T4" y="T5"/>
                </a:cxn>
                <a:cxn ang="0">
                  <a:pos x="T6" y="T7"/>
                </a:cxn>
                <a:cxn ang="0">
                  <a:pos x="T8" y="T9"/>
                </a:cxn>
              </a:cxnLst>
              <a:rect l="0" t="0" r="r" b="b"/>
              <a:pathLst>
                <a:path w="38" h="1">
                  <a:moveTo>
                    <a:pt x="38" y="0"/>
                  </a:moveTo>
                  <a:lnTo>
                    <a:pt x="38" y="0"/>
                  </a:lnTo>
                  <a:lnTo>
                    <a:pt x="0" y="1"/>
                  </a:lnTo>
                  <a:lnTo>
                    <a:pt x="3" y="1"/>
                  </a:lnTo>
                  <a:lnTo>
                    <a:pt x="3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8" name="Freeform 107"/>
            <p:cNvSpPr>
              <a:spLocks/>
            </p:cNvSpPr>
            <p:nvPr/>
          </p:nvSpPr>
          <p:spPr bwMode="invGray">
            <a:xfrm>
              <a:off x="-474663" y="2741613"/>
              <a:ext cx="34925" cy="0"/>
            </a:xfrm>
            <a:custGeom>
              <a:avLst/>
              <a:gdLst>
                <a:gd name="T0" fmla="*/ 18 w 18"/>
                <a:gd name="T1" fmla="*/ 18 w 18"/>
                <a:gd name="T2" fmla="*/ 0 w 18"/>
                <a:gd name="T3" fmla="*/ 18 w 18"/>
              </a:gdLst>
              <a:ahLst/>
              <a:cxnLst>
                <a:cxn ang="0">
                  <a:pos x="T0" y="0"/>
                </a:cxn>
                <a:cxn ang="0">
                  <a:pos x="T1" y="0"/>
                </a:cxn>
                <a:cxn ang="0">
                  <a:pos x="T2" y="0"/>
                </a:cxn>
                <a:cxn ang="0">
                  <a:pos x="T3" y="0"/>
                </a:cxn>
              </a:cxnLst>
              <a:rect l="0" t="0" r="r" b="b"/>
              <a:pathLst>
                <a:path w="18">
                  <a:moveTo>
                    <a:pt x="18" y="0"/>
                  </a:moveTo>
                  <a:lnTo>
                    <a:pt x="18" y="0"/>
                  </a:lnTo>
                  <a:lnTo>
                    <a:pt x="0" y="0"/>
                  </a:lnTo>
                  <a:lnTo>
                    <a:pt x="1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59" name="Freeform 108"/>
            <p:cNvSpPr>
              <a:spLocks/>
            </p:cNvSpPr>
            <p:nvPr/>
          </p:nvSpPr>
          <p:spPr bwMode="invGray">
            <a:xfrm>
              <a:off x="-947738" y="2725738"/>
              <a:ext cx="1239838" cy="19050"/>
            </a:xfrm>
            <a:custGeom>
              <a:avLst/>
              <a:gdLst>
                <a:gd name="T0" fmla="*/ 588 w 647"/>
                <a:gd name="T1" fmla="*/ 5 h 8"/>
                <a:gd name="T2" fmla="*/ 588 w 647"/>
                <a:gd name="T3" fmla="*/ 5 h 8"/>
                <a:gd name="T4" fmla="*/ 619 w 647"/>
                <a:gd name="T5" fmla="*/ 0 h 8"/>
                <a:gd name="T6" fmla="*/ 570 w 647"/>
                <a:gd name="T7" fmla="*/ 1 h 8"/>
                <a:gd name="T8" fmla="*/ 574 w 647"/>
                <a:gd name="T9" fmla="*/ 0 h 8"/>
                <a:gd name="T10" fmla="*/ 515 w 647"/>
                <a:gd name="T11" fmla="*/ 1 h 8"/>
                <a:gd name="T12" fmla="*/ 533 w 647"/>
                <a:gd name="T13" fmla="*/ 3 h 8"/>
                <a:gd name="T14" fmla="*/ 450 w 647"/>
                <a:gd name="T15" fmla="*/ 0 h 8"/>
                <a:gd name="T16" fmla="*/ 361 w 647"/>
                <a:gd name="T17" fmla="*/ 0 h 8"/>
                <a:gd name="T18" fmla="*/ 368 w 647"/>
                <a:gd name="T19" fmla="*/ 0 h 8"/>
                <a:gd name="T20" fmla="*/ 355 w 647"/>
                <a:gd name="T21" fmla="*/ 0 h 8"/>
                <a:gd name="T22" fmla="*/ 55 w 647"/>
                <a:gd name="T23" fmla="*/ 1 h 8"/>
                <a:gd name="T24" fmla="*/ 45 w 647"/>
                <a:gd name="T25" fmla="*/ 6 h 8"/>
                <a:gd name="T26" fmla="*/ 207 w 647"/>
                <a:gd name="T27" fmla="*/ 5 h 8"/>
                <a:gd name="T28" fmla="*/ 214 w 647"/>
                <a:gd name="T29" fmla="*/ 6 h 8"/>
                <a:gd name="T30" fmla="*/ 250 w 647"/>
                <a:gd name="T31" fmla="*/ 4 h 8"/>
                <a:gd name="T32" fmla="*/ 216 w 647"/>
                <a:gd name="T33" fmla="*/ 3 h 8"/>
                <a:gd name="T34" fmla="*/ 393 w 647"/>
                <a:gd name="T35" fmla="*/ 3 h 8"/>
                <a:gd name="T36" fmla="*/ 265 w 647"/>
                <a:gd name="T37" fmla="*/ 5 h 8"/>
                <a:gd name="T38" fmla="*/ 265 w 647"/>
                <a:gd name="T39" fmla="*/ 7 h 8"/>
                <a:gd name="T40" fmla="*/ 588 w 647"/>
                <a:gd name="T41"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47" h="8">
                  <a:moveTo>
                    <a:pt x="588" y="5"/>
                  </a:moveTo>
                  <a:lnTo>
                    <a:pt x="588" y="5"/>
                  </a:lnTo>
                  <a:cubicBezTo>
                    <a:pt x="499" y="3"/>
                    <a:pt x="647" y="3"/>
                    <a:pt x="619" y="0"/>
                  </a:cubicBezTo>
                  <a:lnTo>
                    <a:pt x="570" y="1"/>
                  </a:lnTo>
                  <a:lnTo>
                    <a:pt x="574" y="0"/>
                  </a:lnTo>
                  <a:lnTo>
                    <a:pt x="515" y="1"/>
                  </a:lnTo>
                  <a:cubicBezTo>
                    <a:pt x="527" y="2"/>
                    <a:pt x="536" y="2"/>
                    <a:pt x="533" y="3"/>
                  </a:cubicBezTo>
                  <a:cubicBezTo>
                    <a:pt x="454" y="3"/>
                    <a:pt x="508" y="2"/>
                    <a:pt x="450" y="0"/>
                  </a:cubicBezTo>
                  <a:lnTo>
                    <a:pt x="361" y="0"/>
                  </a:lnTo>
                  <a:lnTo>
                    <a:pt x="368" y="0"/>
                  </a:lnTo>
                  <a:cubicBezTo>
                    <a:pt x="361" y="0"/>
                    <a:pt x="357" y="0"/>
                    <a:pt x="355" y="0"/>
                  </a:cubicBezTo>
                  <a:lnTo>
                    <a:pt x="55" y="1"/>
                  </a:lnTo>
                  <a:cubicBezTo>
                    <a:pt x="0" y="3"/>
                    <a:pt x="85" y="4"/>
                    <a:pt x="45" y="6"/>
                  </a:cubicBezTo>
                  <a:cubicBezTo>
                    <a:pt x="108" y="6"/>
                    <a:pt x="202" y="8"/>
                    <a:pt x="207" y="5"/>
                  </a:cubicBezTo>
                  <a:cubicBezTo>
                    <a:pt x="205" y="5"/>
                    <a:pt x="201" y="6"/>
                    <a:pt x="214" y="6"/>
                  </a:cubicBezTo>
                  <a:lnTo>
                    <a:pt x="250" y="4"/>
                  </a:lnTo>
                  <a:lnTo>
                    <a:pt x="216" y="3"/>
                  </a:lnTo>
                  <a:cubicBezTo>
                    <a:pt x="252" y="1"/>
                    <a:pt x="371" y="1"/>
                    <a:pt x="393" y="3"/>
                  </a:cubicBezTo>
                  <a:cubicBezTo>
                    <a:pt x="325" y="4"/>
                    <a:pt x="359" y="6"/>
                    <a:pt x="265" y="5"/>
                  </a:cubicBezTo>
                  <a:cubicBezTo>
                    <a:pt x="269" y="6"/>
                    <a:pt x="286" y="7"/>
                    <a:pt x="265" y="7"/>
                  </a:cubicBezTo>
                  <a:cubicBezTo>
                    <a:pt x="375" y="6"/>
                    <a:pt x="474" y="8"/>
                    <a:pt x="588" y="5"/>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0" name="Freeform 109"/>
            <p:cNvSpPr>
              <a:spLocks/>
            </p:cNvSpPr>
            <p:nvPr/>
          </p:nvSpPr>
          <p:spPr bwMode="invGray">
            <a:xfrm>
              <a:off x="-1944688" y="2741613"/>
              <a:ext cx="4763" cy="0"/>
            </a:xfrm>
            <a:custGeom>
              <a:avLst/>
              <a:gdLst>
                <a:gd name="T0" fmla="*/ 1 w 2"/>
                <a:gd name="T1" fmla="*/ 1 w 2"/>
                <a:gd name="T2" fmla="*/ 2 w 2"/>
                <a:gd name="T3" fmla="*/ 1 w 2"/>
              </a:gdLst>
              <a:ahLst/>
              <a:cxnLst>
                <a:cxn ang="0">
                  <a:pos x="T0" y="0"/>
                </a:cxn>
                <a:cxn ang="0">
                  <a:pos x="T1" y="0"/>
                </a:cxn>
                <a:cxn ang="0">
                  <a:pos x="T2" y="0"/>
                </a:cxn>
                <a:cxn ang="0">
                  <a:pos x="T3" y="0"/>
                </a:cxn>
              </a:cxnLst>
              <a:rect l="0" t="0" r="r" b="b"/>
              <a:pathLst>
                <a:path w="2">
                  <a:moveTo>
                    <a:pt x="1" y="0"/>
                  </a:moveTo>
                  <a:lnTo>
                    <a:pt x="1" y="0"/>
                  </a:lnTo>
                  <a:lnTo>
                    <a:pt x="2" y="0"/>
                  </a:lnTo>
                  <a:cubicBezTo>
                    <a:pt x="0" y="0"/>
                    <a:pt x="0"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1" name="Freeform 110"/>
            <p:cNvSpPr>
              <a:spLocks/>
            </p:cNvSpPr>
            <p:nvPr/>
          </p:nvSpPr>
          <p:spPr bwMode="invGray">
            <a:xfrm>
              <a:off x="-1939925" y="2735263"/>
              <a:ext cx="173038" cy="6350"/>
            </a:xfrm>
            <a:custGeom>
              <a:avLst/>
              <a:gdLst>
                <a:gd name="T0" fmla="*/ 36 w 90"/>
                <a:gd name="T1" fmla="*/ 3 h 3"/>
                <a:gd name="T2" fmla="*/ 36 w 90"/>
                <a:gd name="T3" fmla="*/ 3 h 3"/>
                <a:gd name="T4" fmla="*/ 90 w 90"/>
                <a:gd name="T5" fmla="*/ 0 h 3"/>
                <a:gd name="T6" fmla="*/ 6 w 90"/>
                <a:gd name="T7" fmla="*/ 1 h 3"/>
                <a:gd name="T8" fmla="*/ 0 w 90"/>
                <a:gd name="T9" fmla="*/ 3 h 3"/>
                <a:gd name="T10" fmla="*/ 48 w 90"/>
                <a:gd name="T11" fmla="*/ 2 h 3"/>
                <a:gd name="T12" fmla="*/ 36 w 90"/>
                <a:gd name="T13" fmla="*/ 3 h 3"/>
              </a:gdLst>
              <a:ahLst/>
              <a:cxnLst>
                <a:cxn ang="0">
                  <a:pos x="T0" y="T1"/>
                </a:cxn>
                <a:cxn ang="0">
                  <a:pos x="T2" y="T3"/>
                </a:cxn>
                <a:cxn ang="0">
                  <a:pos x="T4" y="T5"/>
                </a:cxn>
                <a:cxn ang="0">
                  <a:pos x="T6" y="T7"/>
                </a:cxn>
                <a:cxn ang="0">
                  <a:pos x="T8" y="T9"/>
                </a:cxn>
                <a:cxn ang="0">
                  <a:pos x="T10" y="T11"/>
                </a:cxn>
                <a:cxn ang="0">
                  <a:pos x="T12" y="T13"/>
                </a:cxn>
              </a:cxnLst>
              <a:rect l="0" t="0" r="r" b="b"/>
              <a:pathLst>
                <a:path w="90" h="3">
                  <a:moveTo>
                    <a:pt x="36" y="3"/>
                  </a:moveTo>
                  <a:lnTo>
                    <a:pt x="36" y="3"/>
                  </a:lnTo>
                  <a:lnTo>
                    <a:pt x="90" y="0"/>
                  </a:lnTo>
                  <a:lnTo>
                    <a:pt x="6" y="1"/>
                  </a:lnTo>
                  <a:lnTo>
                    <a:pt x="0" y="3"/>
                  </a:lnTo>
                  <a:cubicBezTo>
                    <a:pt x="8" y="2"/>
                    <a:pt x="37" y="1"/>
                    <a:pt x="48" y="2"/>
                  </a:cubicBezTo>
                  <a:lnTo>
                    <a:pt x="36"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2" name="Freeform 111"/>
            <p:cNvSpPr>
              <a:spLocks/>
            </p:cNvSpPr>
            <p:nvPr/>
          </p:nvSpPr>
          <p:spPr bwMode="invGray">
            <a:xfrm>
              <a:off x="-1773238" y="2733675"/>
              <a:ext cx="123825" cy="12700"/>
            </a:xfrm>
            <a:custGeom>
              <a:avLst/>
              <a:gdLst>
                <a:gd name="T0" fmla="*/ 65 w 65"/>
                <a:gd name="T1" fmla="*/ 0 h 6"/>
                <a:gd name="T2" fmla="*/ 65 w 65"/>
                <a:gd name="T3" fmla="*/ 0 h 6"/>
                <a:gd name="T4" fmla="*/ 48 w 65"/>
                <a:gd name="T5" fmla="*/ 4 h 6"/>
                <a:gd name="T6" fmla="*/ 0 w 65"/>
                <a:gd name="T7" fmla="*/ 4 h 6"/>
                <a:gd name="T8" fmla="*/ 61 w 65"/>
                <a:gd name="T9" fmla="*/ 4 h 6"/>
                <a:gd name="T10" fmla="*/ 65 w 65"/>
                <a:gd name="T11" fmla="*/ 0 h 6"/>
              </a:gdLst>
              <a:ahLst/>
              <a:cxnLst>
                <a:cxn ang="0">
                  <a:pos x="T0" y="T1"/>
                </a:cxn>
                <a:cxn ang="0">
                  <a:pos x="T2" y="T3"/>
                </a:cxn>
                <a:cxn ang="0">
                  <a:pos x="T4" y="T5"/>
                </a:cxn>
                <a:cxn ang="0">
                  <a:pos x="T6" y="T7"/>
                </a:cxn>
                <a:cxn ang="0">
                  <a:pos x="T8" y="T9"/>
                </a:cxn>
                <a:cxn ang="0">
                  <a:pos x="T10" y="T11"/>
                </a:cxn>
              </a:cxnLst>
              <a:rect l="0" t="0" r="r" b="b"/>
              <a:pathLst>
                <a:path w="65" h="6">
                  <a:moveTo>
                    <a:pt x="65" y="0"/>
                  </a:moveTo>
                  <a:lnTo>
                    <a:pt x="65" y="0"/>
                  </a:lnTo>
                  <a:cubicBezTo>
                    <a:pt x="22" y="1"/>
                    <a:pt x="25" y="3"/>
                    <a:pt x="48" y="4"/>
                  </a:cubicBezTo>
                  <a:cubicBezTo>
                    <a:pt x="8" y="5"/>
                    <a:pt x="27" y="1"/>
                    <a:pt x="0" y="4"/>
                  </a:cubicBezTo>
                  <a:cubicBezTo>
                    <a:pt x="1" y="6"/>
                    <a:pt x="50" y="5"/>
                    <a:pt x="61" y="4"/>
                  </a:cubicBezTo>
                  <a:lnTo>
                    <a:pt x="6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3" name="Freeform 112"/>
            <p:cNvSpPr>
              <a:spLocks/>
            </p:cNvSpPr>
            <p:nvPr/>
          </p:nvSpPr>
          <p:spPr bwMode="invGray">
            <a:xfrm>
              <a:off x="-1057275" y="2735263"/>
              <a:ext cx="57150" cy="3175"/>
            </a:xfrm>
            <a:custGeom>
              <a:avLst/>
              <a:gdLst>
                <a:gd name="T0" fmla="*/ 12 w 30"/>
                <a:gd name="T1" fmla="*/ 0 h 1"/>
                <a:gd name="T2" fmla="*/ 12 w 30"/>
                <a:gd name="T3" fmla="*/ 0 h 1"/>
                <a:gd name="T4" fmla="*/ 0 w 30"/>
                <a:gd name="T5" fmla="*/ 1 h 1"/>
                <a:gd name="T6" fmla="*/ 30 w 30"/>
                <a:gd name="T7" fmla="*/ 1 h 1"/>
                <a:gd name="T8" fmla="*/ 12 w 30"/>
                <a:gd name="T9" fmla="*/ 0 h 1"/>
              </a:gdLst>
              <a:ahLst/>
              <a:cxnLst>
                <a:cxn ang="0">
                  <a:pos x="T0" y="T1"/>
                </a:cxn>
                <a:cxn ang="0">
                  <a:pos x="T2" y="T3"/>
                </a:cxn>
                <a:cxn ang="0">
                  <a:pos x="T4" y="T5"/>
                </a:cxn>
                <a:cxn ang="0">
                  <a:pos x="T6" y="T7"/>
                </a:cxn>
                <a:cxn ang="0">
                  <a:pos x="T8" y="T9"/>
                </a:cxn>
              </a:cxnLst>
              <a:rect l="0" t="0" r="r" b="b"/>
              <a:pathLst>
                <a:path w="30" h="1">
                  <a:moveTo>
                    <a:pt x="12" y="0"/>
                  </a:moveTo>
                  <a:lnTo>
                    <a:pt x="12" y="0"/>
                  </a:lnTo>
                  <a:lnTo>
                    <a:pt x="0" y="1"/>
                  </a:lnTo>
                  <a:lnTo>
                    <a:pt x="30" y="1"/>
                  </a:lnTo>
                  <a:lnTo>
                    <a:pt x="1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4" name="Freeform 113"/>
            <p:cNvSpPr>
              <a:spLocks/>
            </p:cNvSpPr>
            <p:nvPr/>
          </p:nvSpPr>
          <p:spPr bwMode="invGray">
            <a:xfrm>
              <a:off x="-1116013" y="2738438"/>
              <a:ext cx="58738" cy="3175"/>
            </a:xfrm>
            <a:custGeom>
              <a:avLst/>
              <a:gdLst>
                <a:gd name="T0" fmla="*/ 30 w 30"/>
                <a:gd name="T1" fmla="*/ 0 h 2"/>
                <a:gd name="T2" fmla="*/ 30 w 30"/>
                <a:gd name="T3" fmla="*/ 0 h 2"/>
                <a:gd name="T4" fmla="*/ 0 w 30"/>
                <a:gd name="T5" fmla="*/ 0 h 2"/>
                <a:gd name="T6" fmla="*/ 9 w 30"/>
                <a:gd name="T7" fmla="*/ 2 h 2"/>
                <a:gd name="T8" fmla="*/ 30 w 30"/>
                <a:gd name="T9" fmla="*/ 0 h 2"/>
              </a:gdLst>
              <a:ahLst/>
              <a:cxnLst>
                <a:cxn ang="0">
                  <a:pos x="T0" y="T1"/>
                </a:cxn>
                <a:cxn ang="0">
                  <a:pos x="T2" y="T3"/>
                </a:cxn>
                <a:cxn ang="0">
                  <a:pos x="T4" y="T5"/>
                </a:cxn>
                <a:cxn ang="0">
                  <a:pos x="T6" y="T7"/>
                </a:cxn>
                <a:cxn ang="0">
                  <a:pos x="T8" y="T9"/>
                </a:cxn>
              </a:cxnLst>
              <a:rect l="0" t="0" r="r" b="b"/>
              <a:pathLst>
                <a:path w="30" h="2">
                  <a:moveTo>
                    <a:pt x="30" y="0"/>
                  </a:moveTo>
                  <a:lnTo>
                    <a:pt x="30" y="0"/>
                  </a:lnTo>
                  <a:lnTo>
                    <a:pt x="0" y="0"/>
                  </a:lnTo>
                  <a:cubicBezTo>
                    <a:pt x="2" y="0"/>
                    <a:pt x="4" y="1"/>
                    <a:pt x="9" y="2"/>
                  </a:cubicBez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5" name="Freeform 114"/>
            <p:cNvSpPr>
              <a:spLocks/>
            </p:cNvSpPr>
            <p:nvPr/>
          </p:nvSpPr>
          <p:spPr bwMode="invGray">
            <a:xfrm>
              <a:off x="-1349375" y="2735263"/>
              <a:ext cx="84138" cy="0"/>
            </a:xfrm>
            <a:custGeom>
              <a:avLst/>
              <a:gdLst>
                <a:gd name="T0" fmla="*/ 44 w 44"/>
                <a:gd name="T1" fmla="*/ 44 w 44"/>
                <a:gd name="T2" fmla="*/ 0 w 44"/>
                <a:gd name="T3" fmla="*/ 44 w 44"/>
              </a:gdLst>
              <a:ahLst/>
              <a:cxnLst>
                <a:cxn ang="0">
                  <a:pos x="T0" y="0"/>
                </a:cxn>
                <a:cxn ang="0">
                  <a:pos x="T1" y="0"/>
                </a:cxn>
                <a:cxn ang="0">
                  <a:pos x="T2" y="0"/>
                </a:cxn>
                <a:cxn ang="0">
                  <a:pos x="T3" y="0"/>
                </a:cxn>
              </a:cxnLst>
              <a:rect l="0" t="0" r="r" b="b"/>
              <a:pathLst>
                <a:path w="44">
                  <a:moveTo>
                    <a:pt x="44" y="0"/>
                  </a:moveTo>
                  <a:lnTo>
                    <a:pt x="44" y="0"/>
                  </a:lnTo>
                  <a:lnTo>
                    <a:pt x="0" y="0"/>
                  </a:lnTo>
                  <a:lnTo>
                    <a:pt x="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6" name="Freeform 115"/>
            <p:cNvSpPr>
              <a:spLocks/>
            </p:cNvSpPr>
            <p:nvPr/>
          </p:nvSpPr>
          <p:spPr bwMode="invGray">
            <a:xfrm>
              <a:off x="-1265238" y="2735263"/>
              <a:ext cx="65088" cy="3175"/>
            </a:xfrm>
            <a:custGeom>
              <a:avLst/>
              <a:gdLst>
                <a:gd name="T0" fmla="*/ 34 w 34"/>
                <a:gd name="T1" fmla="*/ 1 h 1"/>
                <a:gd name="T2" fmla="*/ 34 w 34"/>
                <a:gd name="T3" fmla="*/ 1 h 1"/>
                <a:gd name="T4" fmla="*/ 33 w 34"/>
                <a:gd name="T5" fmla="*/ 0 h 1"/>
                <a:gd name="T6" fmla="*/ 0 w 34"/>
                <a:gd name="T7" fmla="*/ 0 h 1"/>
                <a:gd name="T8" fmla="*/ 34 w 34"/>
                <a:gd name="T9" fmla="*/ 1 h 1"/>
              </a:gdLst>
              <a:ahLst/>
              <a:cxnLst>
                <a:cxn ang="0">
                  <a:pos x="T0" y="T1"/>
                </a:cxn>
                <a:cxn ang="0">
                  <a:pos x="T2" y="T3"/>
                </a:cxn>
                <a:cxn ang="0">
                  <a:pos x="T4" y="T5"/>
                </a:cxn>
                <a:cxn ang="0">
                  <a:pos x="T6" y="T7"/>
                </a:cxn>
                <a:cxn ang="0">
                  <a:pos x="T8" y="T9"/>
                </a:cxn>
              </a:cxnLst>
              <a:rect l="0" t="0" r="r" b="b"/>
              <a:pathLst>
                <a:path w="34" h="1">
                  <a:moveTo>
                    <a:pt x="34" y="1"/>
                  </a:moveTo>
                  <a:lnTo>
                    <a:pt x="34" y="1"/>
                  </a:lnTo>
                  <a:lnTo>
                    <a:pt x="33" y="0"/>
                  </a:lnTo>
                  <a:lnTo>
                    <a:pt x="0" y="0"/>
                  </a:lnTo>
                  <a:lnTo>
                    <a:pt x="34"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7" name="Freeform 116"/>
            <p:cNvSpPr>
              <a:spLocks/>
            </p:cNvSpPr>
            <p:nvPr/>
          </p:nvSpPr>
          <p:spPr bwMode="invGray">
            <a:xfrm>
              <a:off x="-1219200" y="2728913"/>
              <a:ext cx="103188" cy="9525"/>
            </a:xfrm>
            <a:custGeom>
              <a:avLst/>
              <a:gdLst>
                <a:gd name="T0" fmla="*/ 54 w 54"/>
                <a:gd name="T1" fmla="*/ 4 h 4"/>
                <a:gd name="T2" fmla="*/ 54 w 54"/>
                <a:gd name="T3" fmla="*/ 4 h 4"/>
                <a:gd name="T4" fmla="*/ 0 w 54"/>
                <a:gd name="T5" fmla="*/ 1 h 4"/>
                <a:gd name="T6" fmla="*/ 9 w 54"/>
                <a:gd name="T7" fmla="*/ 3 h 4"/>
                <a:gd name="T8" fmla="*/ 54 w 54"/>
                <a:gd name="T9" fmla="*/ 4 h 4"/>
              </a:gdLst>
              <a:ahLst/>
              <a:cxnLst>
                <a:cxn ang="0">
                  <a:pos x="T0" y="T1"/>
                </a:cxn>
                <a:cxn ang="0">
                  <a:pos x="T2" y="T3"/>
                </a:cxn>
                <a:cxn ang="0">
                  <a:pos x="T4" y="T5"/>
                </a:cxn>
                <a:cxn ang="0">
                  <a:pos x="T6" y="T7"/>
                </a:cxn>
                <a:cxn ang="0">
                  <a:pos x="T8" y="T9"/>
                </a:cxn>
              </a:cxnLst>
              <a:rect l="0" t="0" r="r" b="b"/>
              <a:pathLst>
                <a:path w="54" h="4">
                  <a:moveTo>
                    <a:pt x="54" y="4"/>
                  </a:moveTo>
                  <a:lnTo>
                    <a:pt x="54" y="4"/>
                  </a:lnTo>
                  <a:cubicBezTo>
                    <a:pt x="49" y="2"/>
                    <a:pt x="43" y="0"/>
                    <a:pt x="0" y="1"/>
                  </a:cubicBezTo>
                  <a:lnTo>
                    <a:pt x="9" y="3"/>
                  </a:lnTo>
                  <a:lnTo>
                    <a:pt x="54"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8" name="Freeform 117"/>
            <p:cNvSpPr>
              <a:spLocks/>
            </p:cNvSpPr>
            <p:nvPr/>
          </p:nvSpPr>
          <p:spPr bwMode="invGray">
            <a:xfrm>
              <a:off x="1225550" y="2830513"/>
              <a:ext cx="73025" cy="3175"/>
            </a:xfrm>
            <a:custGeom>
              <a:avLst/>
              <a:gdLst>
                <a:gd name="T0" fmla="*/ 34 w 38"/>
                <a:gd name="T1" fmla="*/ 0 h 2"/>
                <a:gd name="T2" fmla="*/ 34 w 38"/>
                <a:gd name="T3" fmla="*/ 0 h 2"/>
                <a:gd name="T4" fmla="*/ 0 w 38"/>
                <a:gd name="T5" fmla="*/ 1 h 2"/>
                <a:gd name="T6" fmla="*/ 4 w 38"/>
                <a:gd name="T7" fmla="*/ 2 h 2"/>
                <a:gd name="T8" fmla="*/ 38 w 38"/>
                <a:gd name="T9" fmla="*/ 1 h 2"/>
                <a:gd name="T10" fmla="*/ 34 w 38"/>
                <a:gd name="T11" fmla="*/ 0 h 2"/>
              </a:gdLst>
              <a:ahLst/>
              <a:cxnLst>
                <a:cxn ang="0">
                  <a:pos x="T0" y="T1"/>
                </a:cxn>
                <a:cxn ang="0">
                  <a:pos x="T2" y="T3"/>
                </a:cxn>
                <a:cxn ang="0">
                  <a:pos x="T4" y="T5"/>
                </a:cxn>
                <a:cxn ang="0">
                  <a:pos x="T6" y="T7"/>
                </a:cxn>
                <a:cxn ang="0">
                  <a:pos x="T8" y="T9"/>
                </a:cxn>
                <a:cxn ang="0">
                  <a:pos x="T10" y="T11"/>
                </a:cxn>
              </a:cxnLst>
              <a:rect l="0" t="0" r="r" b="b"/>
              <a:pathLst>
                <a:path w="38" h="2">
                  <a:moveTo>
                    <a:pt x="34" y="0"/>
                  </a:moveTo>
                  <a:lnTo>
                    <a:pt x="34" y="0"/>
                  </a:lnTo>
                  <a:lnTo>
                    <a:pt x="0" y="1"/>
                  </a:lnTo>
                  <a:lnTo>
                    <a:pt x="4" y="2"/>
                  </a:lnTo>
                  <a:lnTo>
                    <a:pt x="38" y="1"/>
                  </a:lnTo>
                  <a:lnTo>
                    <a:pt x="3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69" name="Freeform 118"/>
            <p:cNvSpPr>
              <a:spLocks/>
            </p:cNvSpPr>
            <p:nvPr/>
          </p:nvSpPr>
          <p:spPr bwMode="invGray">
            <a:xfrm>
              <a:off x="874712" y="2827338"/>
              <a:ext cx="39688" cy="3175"/>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9" y="1"/>
                    <a:pt x="16" y="1"/>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0" name="Freeform 119"/>
            <p:cNvSpPr>
              <a:spLocks/>
            </p:cNvSpPr>
            <p:nvPr/>
          </p:nvSpPr>
          <p:spPr bwMode="invGray">
            <a:xfrm>
              <a:off x="417512" y="2827338"/>
              <a:ext cx="457200" cy="31750"/>
            </a:xfrm>
            <a:custGeom>
              <a:avLst/>
              <a:gdLst>
                <a:gd name="T0" fmla="*/ 113 w 238"/>
                <a:gd name="T1" fmla="*/ 12 h 14"/>
                <a:gd name="T2" fmla="*/ 113 w 238"/>
                <a:gd name="T3" fmla="*/ 12 h 14"/>
                <a:gd name="T4" fmla="*/ 94 w 238"/>
                <a:gd name="T5" fmla="*/ 9 h 14"/>
                <a:gd name="T6" fmla="*/ 157 w 238"/>
                <a:gd name="T7" fmla="*/ 6 h 14"/>
                <a:gd name="T8" fmla="*/ 145 w 238"/>
                <a:gd name="T9" fmla="*/ 8 h 14"/>
                <a:gd name="T10" fmla="*/ 169 w 238"/>
                <a:gd name="T11" fmla="*/ 6 h 14"/>
                <a:gd name="T12" fmla="*/ 238 w 238"/>
                <a:gd name="T13" fmla="*/ 1 h 14"/>
                <a:gd name="T14" fmla="*/ 32 w 238"/>
                <a:gd name="T15" fmla="*/ 3 h 14"/>
                <a:gd name="T16" fmla="*/ 19 w 238"/>
                <a:gd name="T17" fmla="*/ 13 h 14"/>
                <a:gd name="T18" fmla="*/ 113 w 238"/>
                <a:gd name="T19" fmla="*/ 1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38" h="14">
                  <a:moveTo>
                    <a:pt x="113" y="12"/>
                  </a:moveTo>
                  <a:lnTo>
                    <a:pt x="113" y="12"/>
                  </a:lnTo>
                  <a:cubicBezTo>
                    <a:pt x="73" y="10"/>
                    <a:pt x="168" y="9"/>
                    <a:pt x="94" y="9"/>
                  </a:cubicBezTo>
                  <a:cubicBezTo>
                    <a:pt x="88" y="7"/>
                    <a:pt x="122" y="5"/>
                    <a:pt x="157" y="6"/>
                  </a:cubicBezTo>
                  <a:cubicBezTo>
                    <a:pt x="155" y="7"/>
                    <a:pt x="123" y="7"/>
                    <a:pt x="145" y="8"/>
                  </a:cubicBezTo>
                  <a:cubicBezTo>
                    <a:pt x="168" y="7"/>
                    <a:pt x="177" y="8"/>
                    <a:pt x="169" y="6"/>
                  </a:cubicBezTo>
                  <a:cubicBezTo>
                    <a:pt x="208" y="4"/>
                    <a:pt x="212" y="3"/>
                    <a:pt x="238" y="1"/>
                  </a:cubicBezTo>
                  <a:cubicBezTo>
                    <a:pt x="191" y="2"/>
                    <a:pt x="92" y="0"/>
                    <a:pt x="32" y="3"/>
                  </a:cubicBezTo>
                  <a:cubicBezTo>
                    <a:pt x="0" y="6"/>
                    <a:pt x="20" y="9"/>
                    <a:pt x="19" y="13"/>
                  </a:cubicBezTo>
                  <a:cubicBezTo>
                    <a:pt x="24" y="14"/>
                    <a:pt x="110" y="14"/>
                    <a:pt x="113" y="1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1" name="Freeform 120"/>
            <p:cNvSpPr>
              <a:spLocks/>
            </p:cNvSpPr>
            <p:nvPr/>
          </p:nvSpPr>
          <p:spPr bwMode="invGray">
            <a:xfrm>
              <a:off x="755650" y="2859087"/>
              <a:ext cx="68263" cy="4762"/>
            </a:xfrm>
            <a:custGeom>
              <a:avLst/>
              <a:gdLst>
                <a:gd name="T0" fmla="*/ 0 w 36"/>
                <a:gd name="T1" fmla="*/ 1 h 2"/>
                <a:gd name="T2" fmla="*/ 0 w 36"/>
                <a:gd name="T3" fmla="*/ 1 h 2"/>
                <a:gd name="T4" fmla="*/ 36 w 36"/>
                <a:gd name="T5" fmla="*/ 1 h 2"/>
                <a:gd name="T6" fmla="*/ 0 w 36"/>
                <a:gd name="T7" fmla="*/ 1 h 2"/>
              </a:gdLst>
              <a:ahLst/>
              <a:cxnLst>
                <a:cxn ang="0">
                  <a:pos x="T0" y="T1"/>
                </a:cxn>
                <a:cxn ang="0">
                  <a:pos x="T2" y="T3"/>
                </a:cxn>
                <a:cxn ang="0">
                  <a:pos x="T4" y="T5"/>
                </a:cxn>
                <a:cxn ang="0">
                  <a:pos x="T6" y="T7"/>
                </a:cxn>
              </a:cxnLst>
              <a:rect l="0" t="0" r="r" b="b"/>
              <a:pathLst>
                <a:path w="36" h="2">
                  <a:moveTo>
                    <a:pt x="0" y="1"/>
                  </a:moveTo>
                  <a:lnTo>
                    <a:pt x="0" y="1"/>
                  </a:lnTo>
                  <a:cubicBezTo>
                    <a:pt x="19" y="2"/>
                    <a:pt x="24" y="1"/>
                    <a:pt x="36" y="1"/>
                  </a:cubicBezTo>
                  <a:cubicBezTo>
                    <a:pt x="33" y="0"/>
                    <a:pt x="15" y="1"/>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2" name="Freeform 121"/>
            <p:cNvSpPr>
              <a:spLocks/>
            </p:cNvSpPr>
            <p:nvPr/>
          </p:nvSpPr>
          <p:spPr bwMode="invGray">
            <a:xfrm>
              <a:off x="-133350" y="2798763"/>
              <a:ext cx="111125" cy="4762"/>
            </a:xfrm>
            <a:custGeom>
              <a:avLst/>
              <a:gdLst>
                <a:gd name="T0" fmla="*/ 37 w 58"/>
                <a:gd name="T1" fmla="*/ 0 h 2"/>
                <a:gd name="T2" fmla="*/ 37 w 58"/>
                <a:gd name="T3" fmla="*/ 0 h 2"/>
                <a:gd name="T4" fmla="*/ 7 w 58"/>
                <a:gd name="T5" fmla="*/ 2 h 2"/>
                <a:gd name="T6" fmla="*/ 58 w 58"/>
                <a:gd name="T7" fmla="*/ 2 h 2"/>
                <a:gd name="T8" fmla="*/ 37 w 58"/>
                <a:gd name="T9" fmla="*/ 0 h 2"/>
              </a:gdLst>
              <a:ahLst/>
              <a:cxnLst>
                <a:cxn ang="0">
                  <a:pos x="T0" y="T1"/>
                </a:cxn>
                <a:cxn ang="0">
                  <a:pos x="T2" y="T3"/>
                </a:cxn>
                <a:cxn ang="0">
                  <a:pos x="T4" y="T5"/>
                </a:cxn>
                <a:cxn ang="0">
                  <a:pos x="T6" y="T7"/>
                </a:cxn>
                <a:cxn ang="0">
                  <a:pos x="T8" y="T9"/>
                </a:cxn>
              </a:cxnLst>
              <a:rect l="0" t="0" r="r" b="b"/>
              <a:pathLst>
                <a:path w="58" h="2">
                  <a:moveTo>
                    <a:pt x="37" y="0"/>
                  </a:moveTo>
                  <a:lnTo>
                    <a:pt x="37" y="0"/>
                  </a:lnTo>
                  <a:cubicBezTo>
                    <a:pt x="34" y="1"/>
                    <a:pt x="0" y="1"/>
                    <a:pt x="7" y="2"/>
                  </a:cubicBezTo>
                  <a:lnTo>
                    <a:pt x="58" y="2"/>
                  </a:lnTo>
                  <a:cubicBezTo>
                    <a:pt x="46" y="2"/>
                    <a:pt x="42" y="1"/>
                    <a:pt x="3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3" name="Freeform 122"/>
            <p:cNvSpPr>
              <a:spLocks/>
            </p:cNvSpPr>
            <p:nvPr/>
          </p:nvSpPr>
          <p:spPr bwMode="invGray">
            <a:xfrm>
              <a:off x="-22225" y="2800350"/>
              <a:ext cx="44450" cy="3175"/>
            </a:xfrm>
            <a:custGeom>
              <a:avLst/>
              <a:gdLst>
                <a:gd name="T0" fmla="*/ 23 w 23"/>
                <a:gd name="T1" fmla="*/ 0 h 1"/>
                <a:gd name="T2" fmla="*/ 23 w 23"/>
                <a:gd name="T3" fmla="*/ 0 h 1"/>
                <a:gd name="T4" fmla="*/ 0 w 23"/>
                <a:gd name="T5" fmla="*/ 1 h 1"/>
                <a:gd name="T6" fmla="*/ 23 w 23"/>
                <a:gd name="T7" fmla="*/ 0 h 1"/>
              </a:gdLst>
              <a:ahLst/>
              <a:cxnLst>
                <a:cxn ang="0">
                  <a:pos x="T0" y="T1"/>
                </a:cxn>
                <a:cxn ang="0">
                  <a:pos x="T2" y="T3"/>
                </a:cxn>
                <a:cxn ang="0">
                  <a:pos x="T4" y="T5"/>
                </a:cxn>
                <a:cxn ang="0">
                  <a:pos x="T6" y="T7"/>
                </a:cxn>
              </a:cxnLst>
              <a:rect l="0" t="0" r="r" b="b"/>
              <a:pathLst>
                <a:path w="23" h="1">
                  <a:moveTo>
                    <a:pt x="23" y="0"/>
                  </a:moveTo>
                  <a:lnTo>
                    <a:pt x="23" y="0"/>
                  </a:lnTo>
                  <a:lnTo>
                    <a:pt x="0" y="1"/>
                  </a:lnTo>
                  <a:cubicBezTo>
                    <a:pt x="6" y="1"/>
                    <a:pt x="13"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4" name="Freeform 123"/>
            <p:cNvSpPr>
              <a:spLocks/>
            </p:cNvSpPr>
            <p:nvPr/>
          </p:nvSpPr>
          <p:spPr bwMode="invGray">
            <a:xfrm>
              <a:off x="-66675" y="2798763"/>
              <a:ext cx="6350" cy="0"/>
            </a:xfrm>
            <a:custGeom>
              <a:avLst/>
              <a:gdLst>
                <a:gd name="T0" fmla="*/ 0 w 3"/>
                <a:gd name="T1" fmla="*/ 0 w 3"/>
                <a:gd name="T2" fmla="*/ 2 w 3"/>
                <a:gd name="T3" fmla="*/ 0 w 3"/>
              </a:gdLst>
              <a:ahLst/>
              <a:cxnLst>
                <a:cxn ang="0">
                  <a:pos x="T0" y="0"/>
                </a:cxn>
                <a:cxn ang="0">
                  <a:pos x="T1" y="0"/>
                </a:cxn>
                <a:cxn ang="0">
                  <a:pos x="T2" y="0"/>
                </a:cxn>
                <a:cxn ang="0">
                  <a:pos x="T3" y="0"/>
                </a:cxn>
              </a:cxnLst>
              <a:rect l="0" t="0" r="r" b="b"/>
              <a:pathLst>
                <a:path w="3">
                  <a:moveTo>
                    <a:pt x="0" y="0"/>
                  </a:moveTo>
                  <a:lnTo>
                    <a:pt x="0" y="0"/>
                  </a:lnTo>
                  <a:lnTo>
                    <a:pt x="2" y="0"/>
                  </a:lnTo>
                  <a:cubicBezTo>
                    <a:pt x="3" y="0"/>
                    <a:pt x="3" y="0"/>
                    <a:pt x="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5" name="Freeform 124"/>
            <p:cNvSpPr>
              <a:spLocks/>
            </p:cNvSpPr>
            <p:nvPr/>
          </p:nvSpPr>
          <p:spPr bwMode="invGray">
            <a:xfrm>
              <a:off x="-1566863" y="2730500"/>
              <a:ext cx="65088" cy="3175"/>
            </a:xfrm>
            <a:custGeom>
              <a:avLst/>
              <a:gdLst>
                <a:gd name="T0" fmla="*/ 33 w 34"/>
                <a:gd name="T1" fmla="*/ 1 h 1"/>
                <a:gd name="T2" fmla="*/ 33 w 34"/>
                <a:gd name="T3" fmla="*/ 1 h 1"/>
                <a:gd name="T4" fmla="*/ 0 w 34"/>
                <a:gd name="T5" fmla="*/ 1 h 1"/>
                <a:gd name="T6" fmla="*/ 33 w 34"/>
                <a:gd name="T7" fmla="*/ 1 h 1"/>
              </a:gdLst>
              <a:ahLst/>
              <a:cxnLst>
                <a:cxn ang="0">
                  <a:pos x="T0" y="T1"/>
                </a:cxn>
                <a:cxn ang="0">
                  <a:pos x="T2" y="T3"/>
                </a:cxn>
                <a:cxn ang="0">
                  <a:pos x="T4" y="T5"/>
                </a:cxn>
                <a:cxn ang="0">
                  <a:pos x="T6" y="T7"/>
                </a:cxn>
              </a:cxnLst>
              <a:rect l="0" t="0" r="r" b="b"/>
              <a:pathLst>
                <a:path w="34" h="1">
                  <a:moveTo>
                    <a:pt x="33" y="1"/>
                  </a:moveTo>
                  <a:lnTo>
                    <a:pt x="33" y="1"/>
                  </a:lnTo>
                  <a:cubicBezTo>
                    <a:pt x="34" y="0"/>
                    <a:pt x="12" y="1"/>
                    <a:pt x="0" y="1"/>
                  </a:cubicBezTo>
                  <a:cubicBezTo>
                    <a:pt x="9" y="1"/>
                    <a:pt x="22" y="1"/>
                    <a:pt x="3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6" name="Freeform 125"/>
            <p:cNvSpPr>
              <a:spLocks/>
            </p:cNvSpPr>
            <p:nvPr/>
          </p:nvSpPr>
          <p:spPr bwMode="invGray">
            <a:xfrm>
              <a:off x="-3175000" y="2740025"/>
              <a:ext cx="38100" cy="0"/>
            </a:xfrm>
            <a:custGeom>
              <a:avLst/>
              <a:gdLst>
                <a:gd name="T0" fmla="*/ 20 w 20"/>
                <a:gd name="T1" fmla="*/ 20 w 20"/>
                <a:gd name="T2" fmla="*/ 0 w 20"/>
                <a:gd name="T3" fmla="*/ 20 w 20"/>
              </a:gdLst>
              <a:ahLst/>
              <a:cxnLst>
                <a:cxn ang="0">
                  <a:pos x="T0" y="0"/>
                </a:cxn>
                <a:cxn ang="0">
                  <a:pos x="T1" y="0"/>
                </a:cxn>
                <a:cxn ang="0">
                  <a:pos x="T2" y="0"/>
                </a:cxn>
                <a:cxn ang="0">
                  <a:pos x="T3" y="0"/>
                </a:cxn>
              </a:cxnLst>
              <a:rect l="0" t="0" r="r" b="b"/>
              <a:pathLst>
                <a:path w="20">
                  <a:moveTo>
                    <a:pt x="20" y="0"/>
                  </a:moveTo>
                  <a:lnTo>
                    <a:pt x="20" y="0"/>
                  </a:lnTo>
                  <a:lnTo>
                    <a:pt x="0" y="0"/>
                  </a:lnTo>
                  <a:cubicBezTo>
                    <a:pt x="7" y="0"/>
                    <a:pt x="11" y="0"/>
                    <a:pt x="2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7" name="Freeform 126"/>
            <p:cNvSpPr>
              <a:spLocks/>
            </p:cNvSpPr>
            <p:nvPr/>
          </p:nvSpPr>
          <p:spPr bwMode="invGray">
            <a:xfrm>
              <a:off x="-3735388" y="2803525"/>
              <a:ext cx="6350" cy="1587"/>
            </a:xfrm>
            <a:custGeom>
              <a:avLst/>
              <a:gdLst>
                <a:gd name="T0" fmla="*/ 4 w 4"/>
                <a:gd name="T1" fmla="*/ 0 h 1"/>
                <a:gd name="T2" fmla="*/ 4 w 4"/>
                <a:gd name="T3" fmla="*/ 0 h 1"/>
                <a:gd name="T4" fmla="*/ 0 w 4"/>
                <a:gd name="T5" fmla="*/ 1 h 1"/>
                <a:gd name="T6" fmla="*/ 4 w 4"/>
                <a:gd name="T7" fmla="*/ 0 h 1"/>
              </a:gdLst>
              <a:ahLst/>
              <a:cxnLst>
                <a:cxn ang="0">
                  <a:pos x="T0" y="T1"/>
                </a:cxn>
                <a:cxn ang="0">
                  <a:pos x="T2" y="T3"/>
                </a:cxn>
                <a:cxn ang="0">
                  <a:pos x="T4" y="T5"/>
                </a:cxn>
                <a:cxn ang="0">
                  <a:pos x="T6" y="T7"/>
                </a:cxn>
              </a:cxnLst>
              <a:rect l="0" t="0" r="r" b="b"/>
              <a:pathLst>
                <a:path w="4" h="1">
                  <a:moveTo>
                    <a:pt x="4" y="0"/>
                  </a:moveTo>
                  <a:lnTo>
                    <a:pt x="4" y="0"/>
                  </a:lnTo>
                  <a:cubicBezTo>
                    <a:pt x="3" y="0"/>
                    <a:pt x="2" y="1"/>
                    <a:pt x="0" y="1"/>
                  </a:cubicBezTo>
                  <a:cubicBezTo>
                    <a:pt x="2" y="1"/>
                    <a:pt x="3" y="1"/>
                    <a:pt x="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78" name="Freeform 127"/>
            <p:cNvSpPr>
              <a:spLocks/>
            </p:cNvSpPr>
            <p:nvPr/>
          </p:nvSpPr>
          <p:spPr bwMode="invGray">
            <a:xfrm>
              <a:off x="-3924300" y="2803525"/>
              <a:ext cx="188913" cy="3175"/>
            </a:xfrm>
            <a:custGeom>
              <a:avLst/>
              <a:gdLst>
                <a:gd name="T0" fmla="*/ 98 w 98"/>
                <a:gd name="T1" fmla="*/ 1 h 2"/>
                <a:gd name="T2" fmla="*/ 98 w 98"/>
                <a:gd name="T3" fmla="*/ 1 h 2"/>
                <a:gd name="T4" fmla="*/ 26 w 98"/>
                <a:gd name="T5" fmla="*/ 1 h 2"/>
                <a:gd name="T6" fmla="*/ 28 w 98"/>
                <a:gd name="T7" fmla="*/ 1 h 2"/>
                <a:gd name="T8" fmla="*/ 0 w 98"/>
                <a:gd name="T9" fmla="*/ 2 h 2"/>
                <a:gd name="T10" fmla="*/ 98 w 98"/>
                <a:gd name="T11" fmla="*/ 1 h 2"/>
              </a:gdLst>
              <a:ahLst/>
              <a:cxnLst>
                <a:cxn ang="0">
                  <a:pos x="T0" y="T1"/>
                </a:cxn>
                <a:cxn ang="0">
                  <a:pos x="T2" y="T3"/>
                </a:cxn>
                <a:cxn ang="0">
                  <a:pos x="T4" y="T5"/>
                </a:cxn>
                <a:cxn ang="0">
                  <a:pos x="T6" y="T7"/>
                </a:cxn>
                <a:cxn ang="0">
                  <a:pos x="T8" y="T9"/>
                </a:cxn>
                <a:cxn ang="0">
                  <a:pos x="T10" y="T11"/>
                </a:cxn>
              </a:cxnLst>
              <a:rect l="0" t="0" r="r" b="b"/>
              <a:pathLst>
                <a:path w="98" h="2">
                  <a:moveTo>
                    <a:pt x="98" y="1"/>
                  </a:moveTo>
                  <a:lnTo>
                    <a:pt x="98" y="1"/>
                  </a:lnTo>
                  <a:cubicBezTo>
                    <a:pt x="84" y="2"/>
                    <a:pt x="42" y="0"/>
                    <a:pt x="26" y="1"/>
                  </a:cubicBezTo>
                  <a:lnTo>
                    <a:pt x="28" y="1"/>
                  </a:lnTo>
                  <a:lnTo>
                    <a:pt x="0" y="2"/>
                  </a:lnTo>
                  <a:cubicBezTo>
                    <a:pt x="27" y="2"/>
                    <a:pt x="82" y="2"/>
                    <a:pt x="9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sp>
        <p:nvSpPr>
          <p:cNvPr id="3" name="Text Placeholder 2"/>
          <p:cNvSpPr>
            <a:spLocks noGrp="1"/>
          </p:cNvSpPr>
          <p:nvPr>
            <p:ph type="body" idx="1"/>
          </p:nvPr>
        </p:nvSpPr>
        <p:spPr>
          <a:xfrm>
            <a:off x="1522413" y="5102525"/>
            <a:ext cx="9143999" cy="1069675"/>
          </a:xfrm>
        </p:spPr>
        <p:txBody>
          <a:bodyPr anchor="t">
            <a:normAutofit/>
          </a:bodyPr>
          <a:lstStyle>
            <a:lvl1pPr marL="0" indent="0">
              <a:spcBef>
                <a:spcPts val="0"/>
              </a:spcBef>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058797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p>
            <a:r>
              <a:rPr lang="en-US"/>
              <a:t>Click to edit Master title style</a:t>
            </a:r>
            <a:endParaRPr/>
          </a:p>
        </p:txBody>
      </p:sp>
      <p:grpSp>
        <p:nvGrpSpPr>
          <p:cNvPr id="158" name="line" descr="Line graphic"/>
          <p:cNvGrpSpPr/>
          <p:nvPr/>
        </p:nvGrpSpPr>
        <p:grpSpPr bwMode="invGray">
          <a:xfrm>
            <a:off x="1522413" y="1514475"/>
            <a:ext cx="10569575" cy="64008"/>
            <a:chOff x="1522413" y="1514475"/>
            <a:chExt cx="10569575" cy="64008"/>
          </a:xfrm>
        </p:grpSpPr>
        <p:sp>
          <p:nvSpPr>
            <p:cNvPr id="159"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Content Placeholder 2"/>
          <p:cNvSpPr>
            <a:spLocks noGrp="1"/>
          </p:cNvSpPr>
          <p:nvPr>
            <p:ph sz="half" idx="1"/>
          </p:nvPr>
        </p:nvSpPr>
        <p:spPr>
          <a:xfrm>
            <a:off x="1522413" y="1905000"/>
            <a:ext cx="4419599"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46815" y="1905000"/>
            <a:ext cx="4419598" cy="4267200"/>
          </a:xfrm>
        </p:spPr>
        <p:txBody>
          <a:bodyPr>
            <a:normAutofit/>
          </a:bodyPr>
          <a:lstStyle>
            <a:lvl1pPr>
              <a:defRPr sz="2400"/>
            </a:lvl1pPr>
            <a:lvl2pPr>
              <a:defRPr sz="2000"/>
            </a:lvl2pPr>
            <a:lvl3pPr>
              <a:defRPr sz="1800"/>
            </a:lvl3pPr>
            <a:lvl4pPr>
              <a:defRPr sz="1600"/>
            </a:lvl4pPr>
            <a:lvl5pPr>
              <a:defRPr sz="1600"/>
            </a:lvl5pPr>
            <a:lvl6pPr marL="1956816">
              <a:defRPr sz="1600"/>
            </a:lvl6pPr>
            <a:lvl7pPr marL="1956816">
              <a:defRPr sz="160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683294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lstStyle>
            <a:lvl1pPr>
              <a:defRPr/>
            </a:lvl1pPr>
          </a:lstStyle>
          <a:p>
            <a:r>
              <a:rPr lang="en-US"/>
              <a:t>Click to edit Master title style</a:t>
            </a:r>
            <a:endParaRPr/>
          </a:p>
        </p:txBody>
      </p:sp>
      <p:grpSp>
        <p:nvGrpSpPr>
          <p:cNvPr id="160" name="line" descr="Line graphic"/>
          <p:cNvGrpSpPr/>
          <p:nvPr/>
        </p:nvGrpSpPr>
        <p:grpSpPr bwMode="invGray">
          <a:xfrm>
            <a:off x="1522413" y="1514475"/>
            <a:ext cx="10569575" cy="64008"/>
            <a:chOff x="1522413" y="1514475"/>
            <a:chExt cx="10569575" cy="64008"/>
          </a:xfrm>
        </p:grpSpPr>
        <p:sp>
          <p:nvSpPr>
            <p:cNvPr id="161" name="Freeform 16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6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6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1"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2"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3"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4"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Text Placeholder 2"/>
          <p:cNvSpPr>
            <a:spLocks noGrp="1"/>
          </p:cNvSpPr>
          <p:nvPr>
            <p:ph type="body" idx="1"/>
          </p:nvPr>
        </p:nvSpPr>
        <p:spPr>
          <a:xfrm>
            <a:off x="1522413"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819399"/>
            <a:ext cx="4416552" cy="3352801"/>
          </a:xfrm>
        </p:spPr>
        <p:txBody>
          <a:bodyPr/>
          <a:lstStyle>
            <a:lvl1pPr>
              <a:defRPr sz="2400"/>
            </a:lvl1pPr>
            <a:lvl2pPr>
              <a:defRPr sz="2000"/>
            </a:lvl2pPr>
            <a:lvl3pPr>
              <a:defRPr sz="1800"/>
            </a:lvl3pPr>
            <a:lvl4pPr>
              <a:defRPr sz="1600"/>
            </a:lvl4pPr>
            <a:lvl5pPr>
              <a:defRPr sz="1600"/>
            </a:lvl5pPr>
            <a:lvl6pPr marL="1956816">
              <a:defRPr sz="1600"/>
            </a:lvl6pPr>
            <a:lvl7pPr marL="1956816">
              <a:defRPr sz="1600" baseline="0"/>
            </a:lvl7pPr>
            <a:lvl8pPr marL="1956816">
              <a:defRPr sz="1600" baseline="0"/>
            </a:lvl8pPr>
            <a:lvl9pPr marL="1956816">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49860" y="1905000"/>
            <a:ext cx="4416552" cy="762000"/>
          </a:xfrm>
        </p:spPr>
        <p:txBody>
          <a:bodyPr anchor="ctr"/>
          <a:lstStyle>
            <a:lvl1pPr marL="0" indent="0">
              <a:spcBef>
                <a:spcPts val="0"/>
              </a:spcBef>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49860" y="2819399"/>
            <a:ext cx="4416552" cy="3352801"/>
          </a:xfrm>
        </p:spPr>
        <p:txBody>
          <a:bodyPr/>
          <a:lstStyle>
            <a:lvl1pPr>
              <a:defRPr sz="2400"/>
            </a:lvl1pPr>
            <a:lvl2pPr>
              <a:defRPr sz="2000"/>
            </a:lvl2pPr>
            <a:lvl3pPr>
              <a:defRPr sz="1800"/>
            </a:lvl3pPr>
            <a:lvl4pPr>
              <a:defRPr sz="1600"/>
            </a:lvl4pPr>
            <a:lvl5pPr marL="1956816">
              <a:defRPr sz="1600"/>
            </a:lvl5pPr>
            <a:lvl6pPr marL="1956816">
              <a:defRPr sz="1600"/>
            </a:lvl6pPr>
            <a:lvl7pPr marL="1956816">
              <a:defRPr sz="1600"/>
            </a:lvl7pPr>
            <a:lvl8pPr marL="1956816">
              <a:defRPr sz="1600"/>
            </a:lvl8pPr>
            <a:lvl9pPr marL="1956816">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IN"/>
              <a:t>Prepared By: Mr. Chetan C. Kamani, Lecturer computer department, GP, Jamnagar</a:t>
            </a:r>
            <a:endParaRPr/>
          </a:p>
        </p:txBody>
      </p:sp>
      <p:sp>
        <p:nvSpPr>
          <p:cNvPr id="7" name="Date Placeholder 6"/>
          <p:cNvSpPr>
            <a:spLocks noGrp="1"/>
          </p:cNvSpPr>
          <p:nvPr>
            <p:ph type="dt" sz="half" idx="10"/>
          </p:nvPr>
        </p:nvSpPr>
        <p:spPr/>
        <p:txBody>
          <a:bodyPr/>
          <a:lstStyle/>
          <a:p>
            <a:endParaRPr/>
          </a:p>
        </p:txBody>
      </p:sp>
      <p:sp>
        <p:nvSpPr>
          <p:cNvPr id="9" name="Slide Number Placeholder 8"/>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4182491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156" name="line" descr="Line graphic"/>
          <p:cNvGrpSpPr/>
          <p:nvPr/>
        </p:nvGrpSpPr>
        <p:grpSpPr bwMode="invGray">
          <a:xfrm>
            <a:off x="1522413" y="1514475"/>
            <a:ext cx="10569575" cy="64008"/>
            <a:chOff x="1522413" y="1514475"/>
            <a:chExt cx="10569575" cy="64008"/>
          </a:xfrm>
        </p:grpSpPr>
        <p:sp>
          <p:nvSpPr>
            <p:cNvPr id="157"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8"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9"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0"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1"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2"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3"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4"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5"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6"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7"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8"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9"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0"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1"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2"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3"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4"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5"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6"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7"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8"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9"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0"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1"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2"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3"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4"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5"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6"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7"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8"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9"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0"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1"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2"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3"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4"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5"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6"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7"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8"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9"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0"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1"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2"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3"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4"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5"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6"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7"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8"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9"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0"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1"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2"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3"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4"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5"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6"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7"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8"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9"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0"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1"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2"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3"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4"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5"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6"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7"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8"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9"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0"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4" name="Footer Placeholder 3"/>
          <p:cNvSpPr>
            <a:spLocks noGrp="1"/>
          </p:cNvSpPr>
          <p:nvPr>
            <p:ph type="ftr" sz="quarter" idx="11"/>
          </p:nvPr>
        </p:nvSpPr>
        <p:spPr/>
        <p:txBody>
          <a:bodyPr/>
          <a:lstStyle/>
          <a:p>
            <a:r>
              <a:rPr lang="en-IN"/>
              <a:t>Prepared By: Mr. Chetan C. Kamani, Lecturer computer department, GP, Jamnagar</a:t>
            </a:r>
            <a:endParaRPr/>
          </a:p>
        </p:txBody>
      </p:sp>
      <p:sp>
        <p:nvSpPr>
          <p:cNvPr id="3" name="Date Placeholder 2"/>
          <p:cNvSpPr>
            <a:spLocks noGrp="1"/>
          </p:cNvSpPr>
          <p:nvPr>
            <p:ph type="dt" sz="half" idx="10"/>
          </p:nvPr>
        </p:nvSpPr>
        <p:spPr/>
        <p:txBody>
          <a:bodyPr/>
          <a:lstStyle/>
          <a:p>
            <a:endParaRPr/>
          </a:p>
        </p:txBody>
      </p:sp>
      <p:sp>
        <p:nvSpPr>
          <p:cNvPr id="5" name="Slide Number Placeholder 4"/>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53156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Prepared By: Mr. Chetan C. Kamani, Lecturer computer department, GP, Jamnagar</a:t>
            </a:r>
            <a:endParaRPr/>
          </a:p>
        </p:txBody>
      </p:sp>
      <p:sp>
        <p:nvSpPr>
          <p:cNvPr id="2" name="Date Placeholder 1"/>
          <p:cNvSpPr>
            <a:spLocks noGrp="1"/>
          </p:cNvSpPr>
          <p:nvPr>
            <p:ph type="dt" sz="half" idx="10"/>
          </p:nvPr>
        </p:nvSpPr>
        <p:spPr/>
        <p:txBody>
          <a:bodyPr/>
          <a:lstStyle/>
          <a:p>
            <a:endParaRPr/>
          </a:p>
        </p:txBody>
      </p:sp>
      <p:sp>
        <p:nvSpPr>
          <p:cNvPr id="4" name="Slide Number Placeholder 3"/>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1405966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4" name="Text Placeholder 3"/>
          <p:cNvSpPr>
            <a:spLocks noGrp="1"/>
          </p:cNvSpPr>
          <p:nvPr>
            <p:ph type="body" sz="half" idx="2"/>
          </p:nvPr>
        </p:nvSpPr>
        <p:spPr>
          <a:xfrm>
            <a:off x="1522413" y="3429000"/>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Content Placeholder 2"/>
          <p:cNvSpPr>
            <a:spLocks noGrp="1"/>
          </p:cNvSpPr>
          <p:nvPr>
            <p:ph idx="1"/>
          </p:nvPr>
        </p:nvSpPr>
        <p:spPr>
          <a:xfrm>
            <a:off x="4710022" y="1905000"/>
            <a:ext cx="5669280" cy="4038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baseline="0"/>
            </a:lvl7pPr>
            <a:lvl8pPr>
              <a:defRPr sz="1600" baseline="0"/>
            </a:lvl8pPr>
            <a:lvl9pPr>
              <a:defRPr sz="16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grpSp>
        <p:nvGrpSpPr>
          <p:cNvPr id="615" name="frame" descr="Box graphic"/>
          <p:cNvGrpSpPr/>
          <p:nvPr/>
        </p:nvGrpSpPr>
        <p:grpSpPr bwMode="invGray">
          <a:xfrm>
            <a:off x="4417839" y="1630821"/>
            <a:ext cx="6291028" cy="4575885"/>
            <a:chOff x="4417839" y="1630821"/>
            <a:chExt cx="6291028" cy="4575885"/>
          </a:xfrm>
        </p:grpSpPr>
        <p:grpSp>
          <p:nvGrpSpPr>
            <p:cNvPr id="616" name="Group 615"/>
            <p:cNvGrpSpPr/>
            <p:nvPr/>
          </p:nvGrpSpPr>
          <p:grpSpPr bwMode="invGray">
            <a:xfrm>
              <a:off x="5414491" y="1630821"/>
              <a:ext cx="5294376" cy="4114800"/>
              <a:chOff x="3310555" y="716546"/>
              <a:chExt cx="5294376" cy="4114800"/>
            </a:xfrm>
          </p:grpSpPr>
          <p:grpSp>
            <p:nvGrpSpPr>
              <p:cNvPr id="768" name="Group 767"/>
              <p:cNvGrpSpPr/>
              <p:nvPr/>
            </p:nvGrpSpPr>
            <p:grpSpPr bwMode="invGray">
              <a:xfrm flipH="1">
                <a:off x="3310555" y="737968"/>
                <a:ext cx="5294376" cy="54864"/>
                <a:chOff x="1522413" y="1514475"/>
                <a:chExt cx="10569575" cy="64008"/>
              </a:xfrm>
              <a:solidFill>
                <a:schemeClr val="accent1"/>
              </a:solidFill>
            </p:grpSpPr>
            <p:sp>
              <p:nvSpPr>
                <p:cNvPr id="844" name="Freeform 84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84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9" name="Group 768"/>
              <p:cNvGrpSpPr/>
              <p:nvPr/>
            </p:nvGrpSpPr>
            <p:grpSpPr bwMode="invGray">
              <a:xfrm rot="16200000" flipH="1">
                <a:off x="6492229" y="2755658"/>
                <a:ext cx="4114800" cy="36576"/>
                <a:chOff x="1522413" y="1514475"/>
                <a:chExt cx="10569575" cy="64008"/>
              </a:xfrm>
              <a:solidFill>
                <a:schemeClr val="accent1"/>
              </a:solidFill>
            </p:grpSpPr>
            <p:sp>
              <p:nvSpPr>
                <p:cNvPr id="770" name="Freeform 76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77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7" name="Group 616"/>
            <p:cNvGrpSpPr/>
            <p:nvPr/>
          </p:nvGrpSpPr>
          <p:grpSpPr bwMode="invGray">
            <a:xfrm rot="10800000">
              <a:off x="4417839" y="2091906"/>
              <a:ext cx="5294376" cy="4114800"/>
              <a:chOff x="3310555" y="716546"/>
              <a:chExt cx="5294376" cy="4114800"/>
            </a:xfrm>
          </p:grpSpPr>
          <p:grpSp>
            <p:nvGrpSpPr>
              <p:cNvPr id="618" name="Group 617"/>
              <p:cNvGrpSpPr/>
              <p:nvPr/>
            </p:nvGrpSpPr>
            <p:grpSpPr bwMode="invGray">
              <a:xfrm flipH="1">
                <a:off x="3310555" y="737968"/>
                <a:ext cx="5294376" cy="54864"/>
                <a:chOff x="1522413" y="1514475"/>
                <a:chExt cx="10569575" cy="64008"/>
              </a:xfrm>
              <a:solidFill>
                <a:schemeClr val="accent1"/>
              </a:solidFill>
            </p:grpSpPr>
            <p:sp>
              <p:nvSpPr>
                <p:cNvPr id="694" name="Freeform 693"/>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695"/>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7"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9" name="Group 618"/>
              <p:cNvGrpSpPr/>
              <p:nvPr/>
            </p:nvGrpSpPr>
            <p:grpSpPr bwMode="invGray">
              <a:xfrm rot="16200000" flipH="1">
                <a:off x="6492229" y="2755658"/>
                <a:ext cx="4114800" cy="36576"/>
                <a:chOff x="1522413" y="1514475"/>
                <a:chExt cx="10569575" cy="64008"/>
              </a:xfrm>
              <a:solidFill>
                <a:schemeClr val="accent1"/>
              </a:solidFill>
            </p:grpSpPr>
            <p:sp>
              <p:nvSpPr>
                <p:cNvPr id="620" name="Freeform 619"/>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3"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962116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4" y="274638"/>
            <a:ext cx="9143998" cy="1020762"/>
          </a:xfrm>
        </p:spPr>
        <p:txBody>
          <a:bodyPr anchor="b">
            <a:noAutofit/>
          </a:bodyPr>
          <a:lstStyle>
            <a:lvl1pPr algn="l">
              <a:defRPr sz="32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1745838" y="1884311"/>
            <a:ext cx="5669280" cy="4041648"/>
          </a:xfrm>
          <a:solidFill>
            <a:schemeClr val="bg1"/>
          </a:solidFill>
        </p:spPr>
        <p:txBody>
          <a:bodyPr tIns="91440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grpSp>
        <p:nvGrpSpPr>
          <p:cNvPr id="614" name="frame" descr="Box graphic"/>
          <p:cNvGrpSpPr/>
          <p:nvPr/>
        </p:nvGrpSpPr>
        <p:grpSpPr bwMode="invGray">
          <a:xfrm flipH="1">
            <a:off x="1447500" y="1630821"/>
            <a:ext cx="6291028" cy="4575885"/>
            <a:chOff x="4417839" y="1630821"/>
            <a:chExt cx="6291028" cy="4575885"/>
          </a:xfrm>
        </p:grpSpPr>
        <p:grpSp>
          <p:nvGrpSpPr>
            <p:cNvPr id="615" name="Group 614"/>
            <p:cNvGrpSpPr/>
            <p:nvPr/>
          </p:nvGrpSpPr>
          <p:grpSpPr bwMode="invGray">
            <a:xfrm>
              <a:off x="5414491" y="1630821"/>
              <a:ext cx="5294376" cy="4114800"/>
              <a:chOff x="3310555" y="716546"/>
              <a:chExt cx="5294376" cy="4114800"/>
            </a:xfrm>
          </p:grpSpPr>
          <p:grpSp>
            <p:nvGrpSpPr>
              <p:cNvPr id="767" name="Group 766"/>
              <p:cNvGrpSpPr/>
              <p:nvPr/>
            </p:nvGrpSpPr>
            <p:grpSpPr bwMode="invGray">
              <a:xfrm flipH="1">
                <a:off x="3310555" y="737968"/>
                <a:ext cx="5294376" cy="54864"/>
                <a:chOff x="1522413" y="1514475"/>
                <a:chExt cx="10569575" cy="64008"/>
              </a:xfrm>
              <a:solidFill>
                <a:schemeClr val="accent1"/>
              </a:solidFill>
            </p:grpSpPr>
            <p:sp>
              <p:nvSpPr>
                <p:cNvPr id="843" name="Freeform 84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4" name="Freeform 84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5" name="Freeform 84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5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6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7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8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9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0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1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768" name="Group 767"/>
              <p:cNvGrpSpPr/>
              <p:nvPr/>
            </p:nvGrpSpPr>
            <p:grpSpPr bwMode="invGray">
              <a:xfrm rot="16200000" flipH="1">
                <a:off x="6492229" y="2755658"/>
                <a:ext cx="4114800" cy="36576"/>
                <a:chOff x="1522413" y="1514475"/>
                <a:chExt cx="10569575" cy="64008"/>
              </a:xfrm>
              <a:solidFill>
                <a:schemeClr val="accent1"/>
              </a:solidFill>
            </p:grpSpPr>
            <p:sp>
              <p:nvSpPr>
                <p:cNvPr id="769" name="Freeform 76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0" name="Freeform 76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1" name="Freeform 77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2"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3"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4"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5"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6"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7"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8"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9"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0"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1"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2"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3"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4"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5"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6"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7"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8"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9"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0"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1"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2"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3"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4"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5"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6"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7"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8"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9"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0"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1"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2"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3"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4"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5"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6"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7"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8"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9"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0"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1"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2"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3"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4"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5"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6"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7"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8"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9"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0"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1"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2"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3"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4"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5"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6"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7"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8"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29"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0"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1"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2"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3"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4"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5"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6"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7"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8"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39"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0"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1"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42"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nvGrpSpPr>
            <p:cNvPr id="616" name="Group 615"/>
            <p:cNvGrpSpPr/>
            <p:nvPr/>
          </p:nvGrpSpPr>
          <p:grpSpPr bwMode="invGray">
            <a:xfrm rot="10800000">
              <a:off x="4417839" y="2091906"/>
              <a:ext cx="5294376" cy="4114800"/>
              <a:chOff x="3310555" y="716546"/>
              <a:chExt cx="5294376" cy="4114800"/>
            </a:xfrm>
          </p:grpSpPr>
          <p:grpSp>
            <p:nvGrpSpPr>
              <p:cNvPr id="617" name="Group 616"/>
              <p:cNvGrpSpPr/>
              <p:nvPr/>
            </p:nvGrpSpPr>
            <p:grpSpPr bwMode="invGray">
              <a:xfrm flipH="1">
                <a:off x="3310555" y="737968"/>
                <a:ext cx="5294376" cy="54864"/>
                <a:chOff x="1522413" y="1514475"/>
                <a:chExt cx="10569575" cy="64008"/>
              </a:xfrm>
              <a:solidFill>
                <a:schemeClr val="accent1"/>
              </a:solidFill>
            </p:grpSpPr>
            <p:sp>
              <p:nvSpPr>
                <p:cNvPr id="693" name="Freeform 692"/>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4" name="Freeform 693"/>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5" name="Freeform 694"/>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6"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7"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8"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9"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0"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1"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2"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3"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4"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5"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6"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7"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8"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9"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0"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1"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2"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3"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4"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5"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6"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7"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8"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9"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0"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1"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2"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3"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4"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5"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6"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7"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8"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9"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0"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1"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2"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3"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4"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5"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6"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7"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8"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9"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0"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1"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2"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3"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4"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5"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6"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7"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8"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9"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0"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1"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2"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3"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4"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5"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6"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7"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8"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9"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0"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1"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2"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3"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4"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5"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6"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nvGrpSpPr>
              <p:cNvPr id="618" name="Group 617"/>
              <p:cNvGrpSpPr/>
              <p:nvPr/>
            </p:nvGrpSpPr>
            <p:grpSpPr bwMode="invGray">
              <a:xfrm rot="16200000" flipH="1">
                <a:off x="6492229" y="2755658"/>
                <a:ext cx="4114800" cy="36576"/>
                <a:chOff x="1522413" y="1514475"/>
                <a:chExt cx="10569575" cy="64008"/>
              </a:xfrm>
              <a:solidFill>
                <a:schemeClr val="accent1"/>
              </a:solidFill>
            </p:grpSpPr>
            <p:sp>
              <p:nvSpPr>
                <p:cNvPr id="619" name="Freeform 618"/>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0" name="Freeform 619"/>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1" name="Freeform 620"/>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2" name="Freeform 621"/>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3" name="Freeform 622"/>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4" name="Freeform 623"/>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5" name="Freeform 624"/>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6" name="Freeform 625"/>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7" name="Freeform 626"/>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8" name="Freeform 627"/>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9" name="Freeform 628"/>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0" name="Freeform 629"/>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1" name="Freeform 630"/>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2" name="Freeform 631"/>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3" name="Freeform 632"/>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4" name="Freeform 633"/>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5" name="Freeform 634"/>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6" name="Freeform 635"/>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7" name="Freeform 636"/>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8" name="Freeform 637"/>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9" name="Freeform 638"/>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0" name="Freeform 639"/>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1" name="Freeform 640"/>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2" name="Freeform 641"/>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3" name="Freeform 642"/>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4" name="Freeform 643"/>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5" name="Freeform 644"/>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6" name="Freeform 645"/>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7" name="Freeform 646"/>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8" name="Freeform 647"/>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9" name="Freeform 648"/>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0" name="Freeform 649"/>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1" name="Freeform 650"/>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2" name="Freeform 651"/>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3" name="Freeform 652"/>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4" name="Freeform 653"/>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5" name="Freeform 654"/>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6" name="Freeform 655"/>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7" name="Freeform 656"/>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8" name="Freeform 657"/>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9" name="Freeform 658"/>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0" name="Freeform 659"/>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1" name="Freeform 660"/>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2" name="Freeform 661"/>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3" name="Freeform 662"/>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4" name="Freeform 663"/>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5" name="Freeform 664"/>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6" name="Freeform 665"/>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7" name="Freeform 666"/>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8" name="Freeform 667"/>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9" name="Freeform 668"/>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0" name="Freeform 669"/>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1" name="Freeform 670"/>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2" name="Freeform 671"/>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3" name="Freeform 672"/>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4" name="Freeform 673"/>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5" name="Freeform 674"/>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6" name="Freeform 675"/>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7" name="Freeform 676"/>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8" name="Freeform 677"/>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9" name="Freeform 678"/>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0" name="Freeform 679"/>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1" name="Freeform 680"/>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2" name="Freeform 681"/>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3" name="Freeform 682"/>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4" name="Freeform 683"/>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5" name="Freeform 684"/>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6" name="Freeform 685"/>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7" name="Freeform 686"/>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8" name="Freeform 687"/>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9" name="Freeform 688"/>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0" name="Freeform 689"/>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1" name="Freeform 690"/>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2" name="Freeform 691"/>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grpSp>
      </p:grpSp>
      <p:sp>
        <p:nvSpPr>
          <p:cNvPr id="4" name="Text Placeholder 3"/>
          <p:cNvSpPr>
            <a:spLocks noGrp="1"/>
          </p:cNvSpPr>
          <p:nvPr>
            <p:ph type="body" sz="half" idx="2"/>
          </p:nvPr>
        </p:nvSpPr>
        <p:spPr>
          <a:xfrm>
            <a:off x="7905959" y="3411748"/>
            <a:ext cx="2743200" cy="2743200"/>
          </a:xfrm>
        </p:spPr>
        <p:txBody>
          <a:bodyPr anchor="b">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Prepared By: Mr. Chetan C. Kamani, Lecturer computer department, GP, Jamnagar</a:t>
            </a:r>
            <a:endParaRPr/>
          </a:p>
        </p:txBody>
      </p:sp>
      <p:sp>
        <p:nvSpPr>
          <p:cNvPr id="5" name="Date Placeholder 4"/>
          <p:cNvSpPr>
            <a:spLocks noGrp="1"/>
          </p:cNvSpPr>
          <p:nvPr>
            <p:ph type="dt" sz="half" idx="10"/>
          </p:nvPr>
        </p:nvSpPr>
        <p:spPr/>
        <p:txBody>
          <a:bodyPr/>
          <a:lstStyle/>
          <a:p>
            <a:endParaRPr/>
          </a:p>
        </p:txBody>
      </p:sp>
      <p:sp>
        <p:nvSpPr>
          <p:cNvPr id="7" name="Slide Number Placeholder 6"/>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3617694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grpSp>
        <p:nvGrpSpPr>
          <p:cNvPr id="7" name="line" descr="Line graphic"/>
          <p:cNvGrpSpPr/>
          <p:nvPr/>
        </p:nvGrpSpPr>
        <p:grpSpPr bwMode="invGray">
          <a:xfrm>
            <a:off x="1522413" y="1514475"/>
            <a:ext cx="10569575" cy="64008"/>
            <a:chOff x="1522413" y="1514475"/>
            <a:chExt cx="10569575" cy="64008"/>
          </a:xfrm>
        </p:grpSpPr>
        <p:sp>
          <p:nvSpPr>
            <p:cNvPr id="8" name="Freeform 7"/>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8"/>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9"/>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p:nvPr>
        </p:nvSpPr>
        <p:spPr/>
        <p:txBody>
          <a:bodyPr vert="eaVert"/>
          <a:lstStyle>
            <a:lvl5pPr>
              <a:defRPr/>
            </a:lvl5pPr>
            <a:lvl6pPr marL="1956816">
              <a:defRPr/>
            </a:lvl6pPr>
            <a:lvl7pPr marL="1956816">
              <a:defRPr/>
            </a:lvl7pPr>
            <a:lvl8pPr marL="1956816">
              <a:defRPr/>
            </a:lvl8pPr>
            <a:lvl9pPr marL="1956816">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126793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1612" y="274639"/>
            <a:ext cx="1371600" cy="5901747"/>
          </a:xfrm>
        </p:spPr>
        <p:txBody>
          <a:bodyPr vert="eaVert"/>
          <a:lstStyle/>
          <a:p>
            <a:r>
              <a:rPr lang="en-US"/>
              <a:t>Click to edit Master title style</a:t>
            </a:r>
            <a:endParaRPr/>
          </a:p>
        </p:txBody>
      </p:sp>
      <p:grpSp>
        <p:nvGrpSpPr>
          <p:cNvPr id="7" name="line" descr="Line graphic"/>
          <p:cNvGrpSpPr/>
          <p:nvPr/>
        </p:nvGrpSpPr>
        <p:grpSpPr bwMode="invGray">
          <a:xfrm rot="5400000">
            <a:off x="6864412" y="3472598"/>
            <a:ext cx="6492240" cy="64008"/>
            <a:chOff x="1522413" y="1514475"/>
            <a:chExt cx="10569575" cy="64008"/>
          </a:xfrm>
        </p:grpSpPr>
        <p:sp>
          <p:nvSpPr>
            <p:cNvPr id="8" name="Freeform 10"/>
            <p:cNvSpPr>
              <a:spLocks/>
            </p:cNvSpPr>
            <p:nvPr/>
          </p:nvSpPr>
          <p:spPr bwMode="invGray">
            <a:xfrm>
              <a:off x="12028488" y="1525554"/>
              <a:ext cx="63500" cy="4924"/>
            </a:xfrm>
            <a:custGeom>
              <a:avLst/>
              <a:gdLst>
                <a:gd name="T0" fmla="*/ 30 w 67"/>
                <a:gd name="T1" fmla="*/ 6 h 6"/>
                <a:gd name="T2" fmla="*/ 30 w 67"/>
                <a:gd name="T3" fmla="*/ 6 h 6"/>
                <a:gd name="T4" fmla="*/ 67 w 67"/>
                <a:gd name="T5" fmla="*/ 3 h 6"/>
                <a:gd name="T6" fmla="*/ 39 w 67"/>
                <a:gd name="T7" fmla="*/ 0 h 6"/>
                <a:gd name="T8" fmla="*/ 30 w 67"/>
                <a:gd name="T9" fmla="*/ 6 h 6"/>
              </a:gdLst>
              <a:ahLst/>
              <a:cxnLst>
                <a:cxn ang="0">
                  <a:pos x="T0" y="T1"/>
                </a:cxn>
                <a:cxn ang="0">
                  <a:pos x="T2" y="T3"/>
                </a:cxn>
                <a:cxn ang="0">
                  <a:pos x="T4" y="T5"/>
                </a:cxn>
                <a:cxn ang="0">
                  <a:pos x="T6" y="T7"/>
                </a:cxn>
                <a:cxn ang="0">
                  <a:pos x="T8" y="T9"/>
                </a:cxn>
              </a:cxnLst>
              <a:rect l="0" t="0" r="r" b="b"/>
              <a:pathLst>
                <a:path w="67" h="6">
                  <a:moveTo>
                    <a:pt x="30" y="6"/>
                  </a:moveTo>
                  <a:lnTo>
                    <a:pt x="30" y="6"/>
                  </a:lnTo>
                  <a:lnTo>
                    <a:pt x="67" y="3"/>
                  </a:lnTo>
                  <a:cubicBezTo>
                    <a:pt x="60" y="2"/>
                    <a:pt x="26" y="1"/>
                    <a:pt x="39" y="0"/>
                  </a:cubicBezTo>
                  <a:cubicBezTo>
                    <a:pt x="0" y="1"/>
                    <a:pt x="8" y="3"/>
                    <a:pt x="30"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9" name="Freeform 11"/>
            <p:cNvSpPr>
              <a:spLocks/>
            </p:cNvSpPr>
            <p:nvPr/>
          </p:nvSpPr>
          <p:spPr bwMode="invGray">
            <a:xfrm>
              <a:off x="12022138" y="1532939"/>
              <a:ext cx="19050" cy="1231"/>
            </a:xfrm>
            <a:custGeom>
              <a:avLst/>
              <a:gdLst>
                <a:gd name="T0" fmla="*/ 0 w 20"/>
                <a:gd name="T1" fmla="*/ 2 h 2"/>
                <a:gd name="T2" fmla="*/ 0 w 20"/>
                <a:gd name="T3" fmla="*/ 2 h 2"/>
                <a:gd name="T4" fmla="*/ 20 w 20"/>
                <a:gd name="T5" fmla="*/ 1 h 2"/>
                <a:gd name="T6" fmla="*/ 0 w 20"/>
                <a:gd name="T7" fmla="*/ 2 h 2"/>
              </a:gdLst>
              <a:ahLst/>
              <a:cxnLst>
                <a:cxn ang="0">
                  <a:pos x="T0" y="T1"/>
                </a:cxn>
                <a:cxn ang="0">
                  <a:pos x="T2" y="T3"/>
                </a:cxn>
                <a:cxn ang="0">
                  <a:pos x="T4" y="T5"/>
                </a:cxn>
                <a:cxn ang="0">
                  <a:pos x="T6" y="T7"/>
                </a:cxn>
              </a:cxnLst>
              <a:rect l="0" t="0" r="r" b="b"/>
              <a:pathLst>
                <a:path w="20" h="2">
                  <a:moveTo>
                    <a:pt x="0" y="2"/>
                  </a:moveTo>
                  <a:lnTo>
                    <a:pt x="0" y="2"/>
                  </a:lnTo>
                  <a:lnTo>
                    <a:pt x="20" y="1"/>
                  </a:lnTo>
                  <a:cubicBezTo>
                    <a:pt x="16" y="0"/>
                    <a:pt x="11" y="0"/>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0" name="Freeform 12"/>
            <p:cNvSpPr>
              <a:spLocks/>
            </p:cNvSpPr>
            <p:nvPr/>
          </p:nvSpPr>
          <p:spPr bwMode="invGray">
            <a:xfrm>
              <a:off x="12041188" y="1531708"/>
              <a:ext cx="39687" cy="6155"/>
            </a:xfrm>
            <a:custGeom>
              <a:avLst/>
              <a:gdLst>
                <a:gd name="T0" fmla="*/ 41 w 41"/>
                <a:gd name="T1" fmla="*/ 0 h 6"/>
                <a:gd name="T2" fmla="*/ 41 w 41"/>
                <a:gd name="T3" fmla="*/ 0 h 6"/>
                <a:gd name="T4" fmla="*/ 0 w 41"/>
                <a:gd name="T5" fmla="*/ 2 h 6"/>
                <a:gd name="T6" fmla="*/ 19 w 41"/>
                <a:gd name="T7" fmla="*/ 1 h 6"/>
                <a:gd name="T8" fmla="*/ 41 w 41"/>
                <a:gd name="T9" fmla="*/ 0 h 6"/>
              </a:gdLst>
              <a:ahLst/>
              <a:cxnLst>
                <a:cxn ang="0">
                  <a:pos x="T0" y="T1"/>
                </a:cxn>
                <a:cxn ang="0">
                  <a:pos x="T2" y="T3"/>
                </a:cxn>
                <a:cxn ang="0">
                  <a:pos x="T4" y="T5"/>
                </a:cxn>
                <a:cxn ang="0">
                  <a:pos x="T6" y="T7"/>
                </a:cxn>
                <a:cxn ang="0">
                  <a:pos x="T8" y="T9"/>
                </a:cxn>
              </a:cxnLst>
              <a:rect l="0" t="0" r="r" b="b"/>
              <a:pathLst>
                <a:path w="41" h="6">
                  <a:moveTo>
                    <a:pt x="41" y="0"/>
                  </a:moveTo>
                  <a:lnTo>
                    <a:pt x="41" y="0"/>
                  </a:lnTo>
                  <a:lnTo>
                    <a:pt x="0" y="2"/>
                  </a:lnTo>
                  <a:cubicBezTo>
                    <a:pt x="5" y="3"/>
                    <a:pt x="6" y="6"/>
                    <a:pt x="19" y="1"/>
                  </a:cubicBezTo>
                  <a:cubicBezTo>
                    <a:pt x="15" y="3"/>
                    <a:pt x="23" y="1"/>
                    <a:pt x="4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1" name="Freeform 15"/>
            <p:cNvSpPr>
              <a:spLocks/>
            </p:cNvSpPr>
            <p:nvPr/>
          </p:nvSpPr>
          <p:spPr bwMode="invGray">
            <a:xfrm>
              <a:off x="11831638" y="1526784"/>
              <a:ext cx="42862" cy="4924"/>
            </a:xfrm>
            <a:custGeom>
              <a:avLst/>
              <a:gdLst>
                <a:gd name="T0" fmla="*/ 2 w 45"/>
                <a:gd name="T1" fmla="*/ 0 h 6"/>
                <a:gd name="T2" fmla="*/ 2 w 45"/>
                <a:gd name="T3" fmla="*/ 0 h 6"/>
                <a:gd name="T4" fmla="*/ 18 w 45"/>
                <a:gd name="T5" fmla="*/ 6 h 6"/>
                <a:gd name="T6" fmla="*/ 45 w 45"/>
                <a:gd name="T7" fmla="*/ 4 h 6"/>
                <a:gd name="T8" fmla="*/ 2 w 45"/>
                <a:gd name="T9" fmla="*/ 0 h 6"/>
              </a:gdLst>
              <a:ahLst/>
              <a:cxnLst>
                <a:cxn ang="0">
                  <a:pos x="T0" y="T1"/>
                </a:cxn>
                <a:cxn ang="0">
                  <a:pos x="T2" y="T3"/>
                </a:cxn>
                <a:cxn ang="0">
                  <a:pos x="T4" y="T5"/>
                </a:cxn>
                <a:cxn ang="0">
                  <a:pos x="T6" y="T7"/>
                </a:cxn>
                <a:cxn ang="0">
                  <a:pos x="T8" y="T9"/>
                </a:cxn>
              </a:cxnLst>
              <a:rect l="0" t="0" r="r" b="b"/>
              <a:pathLst>
                <a:path w="45" h="6">
                  <a:moveTo>
                    <a:pt x="2" y="0"/>
                  </a:moveTo>
                  <a:lnTo>
                    <a:pt x="2" y="0"/>
                  </a:lnTo>
                  <a:cubicBezTo>
                    <a:pt x="0" y="1"/>
                    <a:pt x="15" y="4"/>
                    <a:pt x="18" y="6"/>
                  </a:cubicBezTo>
                  <a:lnTo>
                    <a:pt x="45" y="4"/>
                  </a:lnTo>
                  <a:cubicBezTo>
                    <a:pt x="31" y="3"/>
                    <a:pt x="4" y="2"/>
                    <a:pt x="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2" name="Freeform 16"/>
            <p:cNvSpPr>
              <a:spLocks/>
            </p:cNvSpPr>
            <p:nvPr/>
          </p:nvSpPr>
          <p:spPr bwMode="invGray">
            <a:xfrm>
              <a:off x="11809413" y="1531708"/>
              <a:ext cx="41275" cy="2462"/>
            </a:xfrm>
            <a:custGeom>
              <a:avLst/>
              <a:gdLst>
                <a:gd name="T0" fmla="*/ 42 w 44"/>
                <a:gd name="T1" fmla="*/ 0 h 3"/>
                <a:gd name="T2" fmla="*/ 42 w 44"/>
                <a:gd name="T3" fmla="*/ 0 h 3"/>
                <a:gd name="T4" fmla="*/ 0 w 44"/>
                <a:gd name="T5" fmla="*/ 3 h 3"/>
                <a:gd name="T6" fmla="*/ 42 w 44"/>
                <a:gd name="T7" fmla="*/ 0 h 3"/>
              </a:gdLst>
              <a:ahLst/>
              <a:cxnLst>
                <a:cxn ang="0">
                  <a:pos x="T0" y="T1"/>
                </a:cxn>
                <a:cxn ang="0">
                  <a:pos x="T2" y="T3"/>
                </a:cxn>
                <a:cxn ang="0">
                  <a:pos x="T4" y="T5"/>
                </a:cxn>
                <a:cxn ang="0">
                  <a:pos x="T6" y="T7"/>
                </a:cxn>
              </a:cxnLst>
              <a:rect l="0" t="0" r="r" b="b"/>
              <a:pathLst>
                <a:path w="44" h="3">
                  <a:moveTo>
                    <a:pt x="42" y="0"/>
                  </a:moveTo>
                  <a:lnTo>
                    <a:pt x="42" y="0"/>
                  </a:lnTo>
                  <a:lnTo>
                    <a:pt x="0" y="3"/>
                  </a:lnTo>
                  <a:cubicBezTo>
                    <a:pt x="37" y="3"/>
                    <a:pt x="44" y="2"/>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3" name="Freeform 17"/>
            <p:cNvSpPr>
              <a:spLocks/>
            </p:cNvSpPr>
            <p:nvPr/>
          </p:nvSpPr>
          <p:spPr bwMode="invGray">
            <a:xfrm>
              <a:off x="12003088" y="1537863"/>
              <a:ext cx="77787" cy="3693"/>
            </a:xfrm>
            <a:custGeom>
              <a:avLst/>
              <a:gdLst>
                <a:gd name="T0" fmla="*/ 14 w 82"/>
                <a:gd name="T1" fmla="*/ 5 h 5"/>
                <a:gd name="T2" fmla="*/ 14 w 82"/>
                <a:gd name="T3" fmla="*/ 5 h 5"/>
                <a:gd name="T4" fmla="*/ 82 w 82"/>
                <a:gd name="T5" fmla="*/ 0 h 5"/>
                <a:gd name="T6" fmla="*/ 0 w 82"/>
                <a:gd name="T7" fmla="*/ 5 h 5"/>
                <a:gd name="T8" fmla="*/ 14 w 82"/>
                <a:gd name="T9" fmla="*/ 5 h 5"/>
              </a:gdLst>
              <a:ahLst/>
              <a:cxnLst>
                <a:cxn ang="0">
                  <a:pos x="T0" y="T1"/>
                </a:cxn>
                <a:cxn ang="0">
                  <a:pos x="T2" y="T3"/>
                </a:cxn>
                <a:cxn ang="0">
                  <a:pos x="T4" y="T5"/>
                </a:cxn>
                <a:cxn ang="0">
                  <a:pos x="T6" y="T7"/>
                </a:cxn>
                <a:cxn ang="0">
                  <a:pos x="T8" y="T9"/>
                </a:cxn>
              </a:cxnLst>
              <a:rect l="0" t="0" r="r" b="b"/>
              <a:pathLst>
                <a:path w="82" h="5">
                  <a:moveTo>
                    <a:pt x="14" y="5"/>
                  </a:moveTo>
                  <a:lnTo>
                    <a:pt x="14" y="5"/>
                  </a:lnTo>
                  <a:lnTo>
                    <a:pt x="82" y="0"/>
                  </a:lnTo>
                  <a:lnTo>
                    <a:pt x="0" y="5"/>
                  </a:lnTo>
                  <a:lnTo>
                    <a:pt x="14"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4" name="Freeform 18"/>
            <p:cNvSpPr>
              <a:spLocks/>
            </p:cNvSpPr>
            <p:nvPr/>
          </p:nvSpPr>
          <p:spPr bwMode="invGray">
            <a:xfrm>
              <a:off x="11664950" y="1523092"/>
              <a:ext cx="39687" cy="4924"/>
            </a:xfrm>
            <a:custGeom>
              <a:avLst/>
              <a:gdLst>
                <a:gd name="T0" fmla="*/ 19 w 42"/>
                <a:gd name="T1" fmla="*/ 4 h 5"/>
                <a:gd name="T2" fmla="*/ 19 w 42"/>
                <a:gd name="T3" fmla="*/ 4 h 5"/>
                <a:gd name="T4" fmla="*/ 42 w 42"/>
                <a:gd name="T5" fmla="*/ 0 h 5"/>
                <a:gd name="T6" fmla="*/ 0 w 42"/>
                <a:gd name="T7" fmla="*/ 5 h 5"/>
                <a:gd name="T8" fmla="*/ 19 w 42"/>
                <a:gd name="T9" fmla="*/ 4 h 5"/>
              </a:gdLst>
              <a:ahLst/>
              <a:cxnLst>
                <a:cxn ang="0">
                  <a:pos x="T0" y="T1"/>
                </a:cxn>
                <a:cxn ang="0">
                  <a:pos x="T2" y="T3"/>
                </a:cxn>
                <a:cxn ang="0">
                  <a:pos x="T4" y="T5"/>
                </a:cxn>
                <a:cxn ang="0">
                  <a:pos x="T6" y="T7"/>
                </a:cxn>
                <a:cxn ang="0">
                  <a:pos x="T8" y="T9"/>
                </a:cxn>
              </a:cxnLst>
              <a:rect l="0" t="0" r="r" b="b"/>
              <a:pathLst>
                <a:path w="42" h="5">
                  <a:moveTo>
                    <a:pt x="19" y="4"/>
                  </a:moveTo>
                  <a:lnTo>
                    <a:pt x="19" y="4"/>
                  </a:lnTo>
                  <a:lnTo>
                    <a:pt x="42" y="0"/>
                  </a:lnTo>
                  <a:lnTo>
                    <a:pt x="0" y="5"/>
                  </a:lnTo>
                  <a:lnTo>
                    <a:pt x="19"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5" name="Freeform 19"/>
            <p:cNvSpPr>
              <a:spLocks/>
            </p:cNvSpPr>
            <p:nvPr/>
          </p:nvSpPr>
          <p:spPr bwMode="invGray">
            <a:xfrm>
              <a:off x="11506200" y="1521861"/>
              <a:ext cx="92075" cy="4924"/>
            </a:xfrm>
            <a:custGeom>
              <a:avLst/>
              <a:gdLst>
                <a:gd name="T0" fmla="*/ 81 w 98"/>
                <a:gd name="T1" fmla="*/ 6 h 6"/>
                <a:gd name="T2" fmla="*/ 81 w 98"/>
                <a:gd name="T3" fmla="*/ 6 h 6"/>
                <a:gd name="T4" fmla="*/ 75 w 98"/>
                <a:gd name="T5" fmla="*/ 0 h 6"/>
                <a:gd name="T6" fmla="*/ 0 w 98"/>
                <a:gd name="T7" fmla="*/ 5 h 6"/>
                <a:gd name="T8" fmla="*/ 81 w 98"/>
                <a:gd name="T9" fmla="*/ 6 h 6"/>
              </a:gdLst>
              <a:ahLst/>
              <a:cxnLst>
                <a:cxn ang="0">
                  <a:pos x="T0" y="T1"/>
                </a:cxn>
                <a:cxn ang="0">
                  <a:pos x="T2" y="T3"/>
                </a:cxn>
                <a:cxn ang="0">
                  <a:pos x="T4" y="T5"/>
                </a:cxn>
                <a:cxn ang="0">
                  <a:pos x="T6" y="T7"/>
                </a:cxn>
                <a:cxn ang="0">
                  <a:pos x="T8" y="T9"/>
                </a:cxn>
              </a:cxnLst>
              <a:rect l="0" t="0" r="r" b="b"/>
              <a:pathLst>
                <a:path w="98" h="6">
                  <a:moveTo>
                    <a:pt x="81" y="6"/>
                  </a:moveTo>
                  <a:lnTo>
                    <a:pt x="81" y="6"/>
                  </a:lnTo>
                  <a:cubicBezTo>
                    <a:pt x="98" y="3"/>
                    <a:pt x="57" y="1"/>
                    <a:pt x="75" y="0"/>
                  </a:cubicBezTo>
                  <a:cubicBezTo>
                    <a:pt x="47" y="0"/>
                    <a:pt x="22" y="2"/>
                    <a:pt x="0" y="5"/>
                  </a:cubicBezTo>
                  <a:cubicBezTo>
                    <a:pt x="24" y="3"/>
                    <a:pt x="49" y="4"/>
                    <a:pt x="81"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6" name="Freeform 20"/>
            <p:cNvSpPr>
              <a:spLocks/>
            </p:cNvSpPr>
            <p:nvPr/>
          </p:nvSpPr>
          <p:spPr bwMode="invGray">
            <a:xfrm>
              <a:off x="11471275" y="1525554"/>
              <a:ext cx="34925" cy="3693"/>
            </a:xfrm>
            <a:custGeom>
              <a:avLst/>
              <a:gdLst>
                <a:gd name="T0" fmla="*/ 0 w 36"/>
                <a:gd name="T1" fmla="*/ 3 h 3"/>
                <a:gd name="T2" fmla="*/ 0 w 36"/>
                <a:gd name="T3" fmla="*/ 3 h 3"/>
                <a:gd name="T4" fmla="*/ 36 w 36"/>
                <a:gd name="T5" fmla="*/ 0 h 3"/>
                <a:gd name="T6" fmla="*/ 0 w 36"/>
                <a:gd name="T7" fmla="*/ 3 h 3"/>
              </a:gdLst>
              <a:ahLst/>
              <a:cxnLst>
                <a:cxn ang="0">
                  <a:pos x="T0" y="T1"/>
                </a:cxn>
                <a:cxn ang="0">
                  <a:pos x="T2" y="T3"/>
                </a:cxn>
                <a:cxn ang="0">
                  <a:pos x="T4" y="T5"/>
                </a:cxn>
                <a:cxn ang="0">
                  <a:pos x="T6" y="T7"/>
                </a:cxn>
              </a:cxnLst>
              <a:rect l="0" t="0" r="r" b="b"/>
              <a:pathLst>
                <a:path w="36" h="3">
                  <a:moveTo>
                    <a:pt x="0" y="3"/>
                  </a:moveTo>
                  <a:lnTo>
                    <a:pt x="0" y="3"/>
                  </a:lnTo>
                  <a:cubicBezTo>
                    <a:pt x="11" y="2"/>
                    <a:pt x="23" y="1"/>
                    <a:pt x="36" y="0"/>
                  </a:cubicBezTo>
                  <a:cubicBezTo>
                    <a:pt x="24" y="0"/>
                    <a:pt x="12"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7" name="Freeform 21"/>
            <p:cNvSpPr>
              <a:spLocks/>
            </p:cNvSpPr>
            <p:nvPr/>
          </p:nvSpPr>
          <p:spPr bwMode="invGray">
            <a:xfrm>
              <a:off x="11710988" y="1529246"/>
              <a:ext cx="30162" cy="4924"/>
            </a:xfrm>
            <a:custGeom>
              <a:avLst/>
              <a:gdLst>
                <a:gd name="T0" fmla="*/ 32 w 32"/>
                <a:gd name="T1" fmla="*/ 5 h 5"/>
                <a:gd name="T2" fmla="*/ 32 w 32"/>
                <a:gd name="T3" fmla="*/ 5 h 5"/>
                <a:gd name="T4" fmla="*/ 0 w 32"/>
                <a:gd name="T5" fmla="*/ 0 h 5"/>
                <a:gd name="T6" fmla="*/ 16 w 32"/>
                <a:gd name="T7" fmla="*/ 5 h 5"/>
                <a:gd name="T8" fmla="*/ 32 w 32"/>
                <a:gd name="T9" fmla="*/ 5 h 5"/>
              </a:gdLst>
              <a:ahLst/>
              <a:cxnLst>
                <a:cxn ang="0">
                  <a:pos x="T0" y="T1"/>
                </a:cxn>
                <a:cxn ang="0">
                  <a:pos x="T2" y="T3"/>
                </a:cxn>
                <a:cxn ang="0">
                  <a:pos x="T4" y="T5"/>
                </a:cxn>
                <a:cxn ang="0">
                  <a:pos x="T6" y="T7"/>
                </a:cxn>
                <a:cxn ang="0">
                  <a:pos x="T8" y="T9"/>
                </a:cxn>
              </a:cxnLst>
              <a:rect l="0" t="0" r="r" b="b"/>
              <a:pathLst>
                <a:path w="32" h="5">
                  <a:moveTo>
                    <a:pt x="32" y="5"/>
                  </a:moveTo>
                  <a:lnTo>
                    <a:pt x="32" y="5"/>
                  </a:lnTo>
                  <a:cubicBezTo>
                    <a:pt x="29" y="4"/>
                    <a:pt x="23" y="1"/>
                    <a:pt x="0" y="0"/>
                  </a:cubicBezTo>
                  <a:lnTo>
                    <a:pt x="16" y="5"/>
                  </a:lnTo>
                  <a:lnTo>
                    <a:pt x="32"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8" name="Freeform 22"/>
            <p:cNvSpPr>
              <a:spLocks/>
            </p:cNvSpPr>
            <p:nvPr/>
          </p:nvSpPr>
          <p:spPr bwMode="invGray">
            <a:xfrm>
              <a:off x="11691938" y="1532939"/>
              <a:ext cx="34925" cy="1231"/>
            </a:xfrm>
            <a:custGeom>
              <a:avLst/>
              <a:gdLst>
                <a:gd name="T0" fmla="*/ 36 w 36"/>
                <a:gd name="T1" fmla="*/ 1 h 1"/>
                <a:gd name="T2" fmla="*/ 36 w 36"/>
                <a:gd name="T3" fmla="*/ 1 h 1"/>
                <a:gd name="T4" fmla="*/ 35 w 36"/>
                <a:gd name="T5" fmla="*/ 1 h 1"/>
                <a:gd name="T6" fmla="*/ 0 w 36"/>
                <a:gd name="T7" fmla="*/ 0 h 1"/>
                <a:gd name="T8" fmla="*/ 36 w 36"/>
                <a:gd name="T9" fmla="*/ 1 h 1"/>
              </a:gdLst>
              <a:ahLst/>
              <a:cxnLst>
                <a:cxn ang="0">
                  <a:pos x="T0" y="T1"/>
                </a:cxn>
                <a:cxn ang="0">
                  <a:pos x="T2" y="T3"/>
                </a:cxn>
                <a:cxn ang="0">
                  <a:pos x="T4" y="T5"/>
                </a:cxn>
                <a:cxn ang="0">
                  <a:pos x="T6" y="T7"/>
                </a:cxn>
                <a:cxn ang="0">
                  <a:pos x="T8" y="T9"/>
                </a:cxn>
              </a:cxnLst>
              <a:rect l="0" t="0" r="r" b="b"/>
              <a:pathLst>
                <a:path w="36" h="1">
                  <a:moveTo>
                    <a:pt x="36" y="1"/>
                  </a:moveTo>
                  <a:lnTo>
                    <a:pt x="36" y="1"/>
                  </a:lnTo>
                  <a:lnTo>
                    <a:pt x="35" y="1"/>
                  </a:lnTo>
                  <a:lnTo>
                    <a:pt x="0" y="0"/>
                  </a:lnTo>
                  <a:lnTo>
                    <a:pt x="36"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19" name="Freeform 23"/>
            <p:cNvSpPr>
              <a:spLocks/>
            </p:cNvSpPr>
            <p:nvPr/>
          </p:nvSpPr>
          <p:spPr bwMode="invGray">
            <a:xfrm>
              <a:off x="11741150" y="1534170"/>
              <a:ext cx="4762" cy="0"/>
            </a:xfrm>
            <a:custGeom>
              <a:avLst/>
              <a:gdLst>
                <a:gd name="T0" fmla="*/ 5 w 5"/>
                <a:gd name="T1" fmla="*/ 5 w 5"/>
                <a:gd name="T2" fmla="*/ 0 w 5"/>
                <a:gd name="T3" fmla="*/ 5 w 5"/>
              </a:gdLst>
              <a:ahLst/>
              <a:cxnLst>
                <a:cxn ang="0">
                  <a:pos x="T0" y="0"/>
                </a:cxn>
                <a:cxn ang="0">
                  <a:pos x="T1" y="0"/>
                </a:cxn>
                <a:cxn ang="0">
                  <a:pos x="T2" y="0"/>
                </a:cxn>
                <a:cxn ang="0">
                  <a:pos x="T3" y="0"/>
                </a:cxn>
              </a:cxnLst>
              <a:rect l="0" t="0" r="r" b="b"/>
              <a:pathLst>
                <a:path w="5">
                  <a:moveTo>
                    <a:pt x="5" y="0"/>
                  </a:moveTo>
                  <a:lnTo>
                    <a:pt x="5" y="0"/>
                  </a:lnTo>
                  <a:lnTo>
                    <a:pt x="0" y="0"/>
                  </a:lnTo>
                  <a:cubicBezTo>
                    <a:pt x="2" y="0"/>
                    <a:pt x="3" y="0"/>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0" name="Freeform 24"/>
            <p:cNvSpPr>
              <a:spLocks/>
            </p:cNvSpPr>
            <p:nvPr/>
          </p:nvSpPr>
          <p:spPr bwMode="invGray">
            <a:xfrm>
              <a:off x="11841163" y="1537863"/>
              <a:ext cx="71437" cy="8617"/>
            </a:xfrm>
            <a:custGeom>
              <a:avLst/>
              <a:gdLst>
                <a:gd name="T0" fmla="*/ 75 w 75"/>
                <a:gd name="T1" fmla="*/ 0 h 9"/>
                <a:gd name="T2" fmla="*/ 75 w 75"/>
                <a:gd name="T3" fmla="*/ 0 h 9"/>
                <a:gd name="T4" fmla="*/ 49 w 75"/>
                <a:gd name="T5" fmla="*/ 9 h 9"/>
                <a:gd name="T6" fmla="*/ 75 w 75"/>
                <a:gd name="T7" fmla="*/ 0 h 9"/>
              </a:gdLst>
              <a:ahLst/>
              <a:cxnLst>
                <a:cxn ang="0">
                  <a:pos x="T0" y="T1"/>
                </a:cxn>
                <a:cxn ang="0">
                  <a:pos x="T2" y="T3"/>
                </a:cxn>
                <a:cxn ang="0">
                  <a:pos x="T4" y="T5"/>
                </a:cxn>
                <a:cxn ang="0">
                  <a:pos x="T6" y="T7"/>
                </a:cxn>
              </a:cxnLst>
              <a:rect l="0" t="0" r="r" b="b"/>
              <a:pathLst>
                <a:path w="75" h="9">
                  <a:moveTo>
                    <a:pt x="75" y="0"/>
                  </a:moveTo>
                  <a:lnTo>
                    <a:pt x="75" y="0"/>
                  </a:lnTo>
                  <a:cubicBezTo>
                    <a:pt x="51" y="3"/>
                    <a:pt x="0" y="5"/>
                    <a:pt x="49" y="9"/>
                  </a:cubicBezTo>
                  <a:cubicBezTo>
                    <a:pt x="66" y="6"/>
                    <a:pt x="38" y="4"/>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1" name="Freeform 25"/>
            <p:cNvSpPr>
              <a:spLocks/>
            </p:cNvSpPr>
            <p:nvPr/>
          </p:nvSpPr>
          <p:spPr bwMode="invGray">
            <a:xfrm>
              <a:off x="11764963" y="1535401"/>
              <a:ext cx="44450" cy="3693"/>
            </a:xfrm>
            <a:custGeom>
              <a:avLst/>
              <a:gdLst>
                <a:gd name="T0" fmla="*/ 0 w 47"/>
                <a:gd name="T1" fmla="*/ 3 h 4"/>
                <a:gd name="T2" fmla="*/ 0 w 47"/>
                <a:gd name="T3" fmla="*/ 3 h 4"/>
                <a:gd name="T4" fmla="*/ 44 w 47"/>
                <a:gd name="T5" fmla="*/ 4 h 4"/>
                <a:gd name="T6" fmla="*/ 47 w 47"/>
                <a:gd name="T7" fmla="*/ 0 h 4"/>
                <a:gd name="T8" fmla="*/ 0 w 47"/>
                <a:gd name="T9" fmla="*/ 3 h 4"/>
              </a:gdLst>
              <a:ahLst/>
              <a:cxnLst>
                <a:cxn ang="0">
                  <a:pos x="T0" y="T1"/>
                </a:cxn>
                <a:cxn ang="0">
                  <a:pos x="T2" y="T3"/>
                </a:cxn>
                <a:cxn ang="0">
                  <a:pos x="T4" y="T5"/>
                </a:cxn>
                <a:cxn ang="0">
                  <a:pos x="T6" y="T7"/>
                </a:cxn>
                <a:cxn ang="0">
                  <a:pos x="T8" y="T9"/>
                </a:cxn>
              </a:cxnLst>
              <a:rect l="0" t="0" r="r" b="b"/>
              <a:pathLst>
                <a:path w="47" h="4">
                  <a:moveTo>
                    <a:pt x="0" y="3"/>
                  </a:moveTo>
                  <a:lnTo>
                    <a:pt x="0" y="3"/>
                  </a:lnTo>
                  <a:lnTo>
                    <a:pt x="44" y="4"/>
                  </a:lnTo>
                  <a:cubicBezTo>
                    <a:pt x="43" y="3"/>
                    <a:pt x="35" y="1"/>
                    <a:pt x="47" y="0"/>
                  </a:cubicBez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2" name="Freeform 26"/>
            <p:cNvSpPr>
              <a:spLocks/>
            </p:cNvSpPr>
            <p:nvPr/>
          </p:nvSpPr>
          <p:spPr bwMode="invGray">
            <a:xfrm>
              <a:off x="11744325" y="1537863"/>
              <a:ext cx="20637" cy="2462"/>
            </a:xfrm>
            <a:custGeom>
              <a:avLst/>
              <a:gdLst>
                <a:gd name="T0" fmla="*/ 0 w 22"/>
                <a:gd name="T1" fmla="*/ 2 h 2"/>
                <a:gd name="T2" fmla="*/ 0 w 22"/>
                <a:gd name="T3" fmla="*/ 2 h 2"/>
                <a:gd name="T4" fmla="*/ 22 w 22"/>
                <a:gd name="T5" fmla="*/ 0 h 2"/>
                <a:gd name="T6" fmla="*/ 5 w 22"/>
                <a:gd name="T7" fmla="*/ 0 h 2"/>
                <a:gd name="T8" fmla="*/ 0 w 22"/>
                <a:gd name="T9" fmla="*/ 2 h 2"/>
              </a:gdLst>
              <a:ahLst/>
              <a:cxnLst>
                <a:cxn ang="0">
                  <a:pos x="T0" y="T1"/>
                </a:cxn>
                <a:cxn ang="0">
                  <a:pos x="T2" y="T3"/>
                </a:cxn>
                <a:cxn ang="0">
                  <a:pos x="T4" y="T5"/>
                </a:cxn>
                <a:cxn ang="0">
                  <a:pos x="T6" y="T7"/>
                </a:cxn>
                <a:cxn ang="0">
                  <a:pos x="T8" y="T9"/>
                </a:cxn>
              </a:cxnLst>
              <a:rect l="0" t="0" r="r" b="b"/>
              <a:pathLst>
                <a:path w="22" h="2">
                  <a:moveTo>
                    <a:pt x="0" y="2"/>
                  </a:moveTo>
                  <a:lnTo>
                    <a:pt x="0" y="2"/>
                  </a:lnTo>
                  <a:lnTo>
                    <a:pt x="22" y="0"/>
                  </a:lnTo>
                  <a:lnTo>
                    <a:pt x="5" y="0"/>
                  </a:lnTo>
                  <a:lnTo>
                    <a:pt x="0"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3" name="Freeform 27"/>
            <p:cNvSpPr>
              <a:spLocks/>
            </p:cNvSpPr>
            <p:nvPr/>
          </p:nvSpPr>
          <p:spPr bwMode="invGray">
            <a:xfrm>
              <a:off x="11482388" y="1531708"/>
              <a:ext cx="85725" cy="3693"/>
            </a:xfrm>
            <a:custGeom>
              <a:avLst/>
              <a:gdLst>
                <a:gd name="T0" fmla="*/ 63 w 90"/>
                <a:gd name="T1" fmla="*/ 0 h 4"/>
                <a:gd name="T2" fmla="*/ 63 w 90"/>
                <a:gd name="T3" fmla="*/ 0 h 4"/>
                <a:gd name="T4" fmla="*/ 0 w 90"/>
                <a:gd name="T5" fmla="*/ 2 h 4"/>
                <a:gd name="T6" fmla="*/ 76 w 90"/>
                <a:gd name="T7" fmla="*/ 4 h 4"/>
                <a:gd name="T8" fmla="*/ 63 w 90"/>
                <a:gd name="T9" fmla="*/ 0 h 4"/>
              </a:gdLst>
              <a:ahLst/>
              <a:cxnLst>
                <a:cxn ang="0">
                  <a:pos x="T0" y="T1"/>
                </a:cxn>
                <a:cxn ang="0">
                  <a:pos x="T2" y="T3"/>
                </a:cxn>
                <a:cxn ang="0">
                  <a:pos x="T4" y="T5"/>
                </a:cxn>
                <a:cxn ang="0">
                  <a:pos x="T6" y="T7"/>
                </a:cxn>
                <a:cxn ang="0">
                  <a:pos x="T8" y="T9"/>
                </a:cxn>
              </a:cxnLst>
              <a:rect l="0" t="0" r="r" b="b"/>
              <a:pathLst>
                <a:path w="90" h="4">
                  <a:moveTo>
                    <a:pt x="63" y="0"/>
                  </a:moveTo>
                  <a:lnTo>
                    <a:pt x="63" y="0"/>
                  </a:lnTo>
                  <a:cubicBezTo>
                    <a:pt x="44" y="2"/>
                    <a:pt x="23" y="2"/>
                    <a:pt x="0" y="2"/>
                  </a:cubicBezTo>
                  <a:cubicBezTo>
                    <a:pt x="25" y="3"/>
                    <a:pt x="51" y="4"/>
                    <a:pt x="76" y="4"/>
                  </a:cubicBezTo>
                  <a:cubicBezTo>
                    <a:pt x="79" y="2"/>
                    <a:pt x="90" y="0"/>
                    <a:pt x="6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4" name="Freeform 28"/>
            <p:cNvSpPr>
              <a:spLocks/>
            </p:cNvSpPr>
            <p:nvPr/>
          </p:nvSpPr>
          <p:spPr bwMode="invGray">
            <a:xfrm>
              <a:off x="11626850" y="1532939"/>
              <a:ext cx="4762" cy="1231"/>
            </a:xfrm>
            <a:custGeom>
              <a:avLst/>
              <a:gdLst>
                <a:gd name="T0" fmla="*/ 5 w 5"/>
                <a:gd name="T1" fmla="*/ 0 h 1"/>
                <a:gd name="T2" fmla="*/ 5 w 5"/>
                <a:gd name="T3" fmla="*/ 0 h 1"/>
                <a:gd name="T4" fmla="*/ 0 w 5"/>
                <a:gd name="T5" fmla="*/ 1 h 1"/>
                <a:gd name="T6" fmla="*/ 5 w 5"/>
                <a:gd name="T7" fmla="*/ 0 h 1"/>
              </a:gdLst>
              <a:ahLst/>
              <a:cxnLst>
                <a:cxn ang="0">
                  <a:pos x="T0" y="T1"/>
                </a:cxn>
                <a:cxn ang="0">
                  <a:pos x="T2" y="T3"/>
                </a:cxn>
                <a:cxn ang="0">
                  <a:pos x="T4" y="T5"/>
                </a:cxn>
                <a:cxn ang="0">
                  <a:pos x="T6" y="T7"/>
                </a:cxn>
              </a:cxnLst>
              <a:rect l="0" t="0" r="r" b="b"/>
              <a:pathLst>
                <a:path w="5" h="1">
                  <a:moveTo>
                    <a:pt x="5" y="0"/>
                  </a:moveTo>
                  <a:lnTo>
                    <a:pt x="5" y="0"/>
                  </a:lnTo>
                  <a:lnTo>
                    <a:pt x="0" y="1"/>
                  </a:lnTo>
                  <a:cubicBezTo>
                    <a:pt x="3" y="1"/>
                    <a:pt x="5" y="1"/>
                    <a:pt x="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5" name="Freeform 29"/>
            <p:cNvSpPr>
              <a:spLocks/>
            </p:cNvSpPr>
            <p:nvPr/>
          </p:nvSpPr>
          <p:spPr bwMode="invGray">
            <a:xfrm>
              <a:off x="11261725" y="1534170"/>
              <a:ext cx="4762" cy="0"/>
            </a:xfrm>
            <a:custGeom>
              <a:avLst/>
              <a:gdLst>
                <a:gd name="T0" fmla="*/ 0 w 5"/>
                <a:gd name="T1" fmla="*/ 0 h 1"/>
                <a:gd name="T2" fmla="*/ 0 w 5"/>
                <a:gd name="T3" fmla="*/ 0 h 1"/>
                <a:gd name="T4" fmla="*/ 4 w 5"/>
                <a:gd name="T5" fmla="*/ 1 h 1"/>
                <a:gd name="T6" fmla="*/ 5 w 5"/>
                <a:gd name="T7" fmla="*/ 0 h 1"/>
                <a:gd name="T8" fmla="*/ 0 w 5"/>
                <a:gd name="T9" fmla="*/ 0 h 1"/>
              </a:gdLst>
              <a:ahLst/>
              <a:cxnLst>
                <a:cxn ang="0">
                  <a:pos x="T0" y="T1"/>
                </a:cxn>
                <a:cxn ang="0">
                  <a:pos x="T2" y="T3"/>
                </a:cxn>
                <a:cxn ang="0">
                  <a:pos x="T4" y="T5"/>
                </a:cxn>
                <a:cxn ang="0">
                  <a:pos x="T6" y="T7"/>
                </a:cxn>
                <a:cxn ang="0">
                  <a:pos x="T8" y="T9"/>
                </a:cxn>
              </a:cxnLst>
              <a:rect l="0" t="0" r="r" b="b"/>
              <a:pathLst>
                <a:path w="5" h="1">
                  <a:moveTo>
                    <a:pt x="0" y="0"/>
                  </a:moveTo>
                  <a:lnTo>
                    <a:pt x="0" y="0"/>
                  </a:lnTo>
                  <a:lnTo>
                    <a:pt x="4" y="1"/>
                  </a:lnTo>
                  <a:cubicBezTo>
                    <a:pt x="4" y="1"/>
                    <a:pt x="4" y="0"/>
                    <a:pt x="5"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6" name="Freeform 30"/>
            <p:cNvSpPr>
              <a:spLocks/>
            </p:cNvSpPr>
            <p:nvPr/>
          </p:nvSpPr>
          <p:spPr bwMode="invGray">
            <a:xfrm>
              <a:off x="11553825" y="1534170"/>
              <a:ext cx="44450" cy="2462"/>
            </a:xfrm>
            <a:custGeom>
              <a:avLst/>
              <a:gdLst>
                <a:gd name="T0" fmla="*/ 6 w 47"/>
                <a:gd name="T1" fmla="*/ 2 h 2"/>
                <a:gd name="T2" fmla="*/ 6 w 47"/>
                <a:gd name="T3" fmla="*/ 2 h 2"/>
                <a:gd name="T4" fmla="*/ 47 w 47"/>
                <a:gd name="T5" fmla="*/ 0 h 2"/>
                <a:gd name="T6" fmla="*/ 2 w 47"/>
                <a:gd name="T7" fmla="*/ 1 h 2"/>
                <a:gd name="T8" fmla="*/ 6 w 47"/>
                <a:gd name="T9" fmla="*/ 2 h 2"/>
              </a:gdLst>
              <a:ahLst/>
              <a:cxnLst>
                <a:cxn ang="0">
                  <a:pos x="T0" y="T1"/>
                </a:cxn>
                <a:cxn ang="0">
                  <a:pos x="T2" y="T3"/>
                </a:cxn>
                <a:cxn ang="0">
                  <a:pos x="T4" y="T5"/>
                </a:cxn>
                <a:cxn ang="0">
                  <a:pos x="T6" y="T7"/>
                </a:cxn>
                <a:cxn ang="0">
                  <a:pos x="T8" y="T9"/>
                </a:cxn>
              </a:cxnLst>
              <a:rect l="0" t="0" r="r" b="b"/>
              <a:pathLst>
                <a:path w="47" h="2">
                  <a:moveTo>
                    <a:pt x="6" y="2"/>
                  </a:moveTo>
                  <a:lnTo>
                    <a:pt x="6" y="2"/>
                  </a:lnTo>
                  <a:cubicBezTo>
                    <a:pt x="25" y="2"/>
                    <a:pt x="36" y="1"/>
                    <a:pt x="47" y="0"/>
                  </a:cubicBezTo>
                  <a:cubicBezTo>
                    <a:pt x="33" y="0"/>
                    <a:pt x="18" y="1"/>
                    <a:pt x="2" y="1"/>
                  </a:cubicBezTo>
                  <a:cubicBezTo>
                    <a:pt x="0"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7" name="Freeform 31"/>
            <p:cNvSpPr>
              <a:spLocks/>
            </p:cNvSpPr>
            <p:nvPr/>
          </p:nvSpPr>
          <p:spPr bwMode="invGray">
            <a:xfrm>
              <a:off x="11409363" y="1529246"/>
              <a:ext cx="31750" cy="2462"/>
            </a:xfrm>
            <a:custGeom>
              <a:avLst/>
              <a:gdLst>
                <a:gd name="T0" fmla="*/ 0 w 33"/>
                <a:gd name="T1" fmla="*/ 1 h 3"/>
                <a:gd name="T2" fmla="*/ 0 w 33"/>
                <a:gd name="T3" fmla="*/ 1 h 3"/>
                <a:gd name="T4" fmla="*/ 33 w 33"/>
                <a:gd name="T5" fmla="*/ 3 h 3"/>
                <a:gd name="T6" fmla="*/ 0 w 33"/>
                <a:gd name="T7" fmla="*/ 1 h 3"/>
              </a:gdLst>
              <a:ahLst/>
              <a:cxnLst>
                <a:cxn ang="0">
                  <a:pos x="T0" y="T1"/>
                </a:cxn>
                <a:cxn ang="0">
                  <a:pos x="T2" y="T3"/>
                </a:cxn>
                <a:cxn ang="0">
                  <a:pos x="T4" y="T5"/>
                </a:cxn>
                <a:cxn ang="0">
                  <a:pos x="T6" y="T7"/>
                </a:cxn>
              </a:cxnLst>
              <a:rect l="0" t="0" r="r" b="b"/>
              <a:pathLst>
                <a:path w="33" h="3">
                  <a:moveTo>
                    <a:pt x="0" y="1"/>
                  </a:moveTo>
                  <a:lnTo>
                    <a:pt x="0" y="1"/>
                  </a:lnTo>
                  <a:cubicBezTo>
                    <a:pt x="10" y="2"/>
                    <a:pt x="21" y="3"/>
                    <a:pt x="33" y="3"/>
                  </a:cubicBezTo>
                  <a:cubicBezTo>
                    <a:pt x="23" y="2"/>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8" name="Freeform 32"/>
            <p:cNvSpPr>
              <a:spLocks/>
            </p:cNvSpPr>
            <p:nvPr/>
          </p:nvSpPr>
          <p:spPr bwMode="invGray">
            <a:xfrm>
              <a:off x="11618913" y="1531708"/>
              <a:ext cx="6350" cy="0"/>
            </a:xfrm>
            <a:custGeom>
              <a:avLst/>
              <a:gdLst>
                <a:gd name="T0" fmla="*/ 3 w 6"/>
                <a:gd name="T1" fmla="*/ 1 h 1"/>
                <a:gd name="T2" fmla="*/ 3 w 6"/>
                <a:gd name="T3" fmla="*/ 1 h 1"/>
                <a:gd name="T4" fmla="*/ 6 w 6"/>
                <a:gd name="T5" fmla="*/ 1 h 1"/>
                <a:gd name="T6" fmla="*/ 3 w 6"/>
                <a:gd name="T7" fmla="*/ 1 h 1"/>
              </a:gdLst>
              <a:ahLst/>
              <a:cxnLst>
                <a:cxn ang="0">
                  <a:pos x="T0" y="T1"/>
                </a:cxn>
                <a:cxn ang="0">
                  <a:pos x="T2" y="T3"/>
                </a:cxn>
                <a:cxn ang="0">
                  <a:pos x="T4" y="T5"/>
                </a:cxn>
                <a:cxn ang="0">
                  <a:pos x="T6" y="T7"/>
                </a:cxn>
              </a:cxnLst>
              <a:rect l="0" t="0" r="r" b="b"/>
              <a:pathLst>
                <a:path w="6" h="1">
                  <a:moveTo>
                    <a:pt x="3" y="1"/>
                  </a:moveTo>
                  <a:lnTo>
                    <a:pt x="3" y="1"/>
                  </a:lnTo>
                  <a:lnTo>
                    <a:pt x="6" y="1"/>
                  </a:lnTo>
                  <a:cubicBezTo>
                    <a:pt x="0" y="0"/>
                    <a:pt x="0" y="1"/>
                    <a:pt x="3"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29" name="Freeform 33"/>
            <p:cNvSpPr>
              <a:spLocks/>
            </p:cNvSpPr>
            <p:nvPr/>
          </p:nvSpPr>
          <p:spPr bwMode="invGray">
            <a:xfrm>
              <a:off x="11598275" y="1531708"/>
              <a:ext cx="28575" cy="2462"/>
            </a:xfrm>
            <a:custGeom>
              <a:avLst/>
              <a:gdLst>
                <a:gd name="T0" fmla="*/ 25 w 31"/>
                <a:gd name="T1" fmla="*/ 0 h 3"/>
                <a:gd name="T2" fmla="*/ 25 w 31"/>
                <a:gd name="T3" fmla="*/ 0 h 3"/>
                <a:gd name="T4" fmla="*/ 0 w 31"/>
                <a:gd name="T5" fmla="*/ 3 h 3"/>
                <a:gd name="T6" fmla="*/ 31 w 31"/>
                <a:gd name="T7" fmla="*/ 2 h 3"/>
                <a:gd name="T8" fmla="*/ 25 w 31"/>
                <a:gd name="T9" fmla="*/ 0 h 3"/>
              </a:gdLst>
              <a:ahLst/>
              <a:cxnLst>
                <a:cxn ang="0">
                  <a:pos x="T0" y="T1"/>
                </a:cxn>
                <a:cxn ang="0">
                  <a:pos x="T2" y="T3"/>
                </a:cxn>
                <a:cxn ang="0">
                  <a:pos x="T4" y="T5"/>
                </a:cxn>
                <a:cxn ang="0">
                  <a:pos x="T6" y="T7"/>
                </a:cxn>
                <a:cxn ang="0">
                  <a:pos x="T8" y="T9"/>
                </a:cxn>
              </a:cxnLst>
              <a:rect l="0" t="0" r="r" b="b"/>
              <a:pathLst>
                <a:path w="31" h="3">
                  <a:moveTo>
                    <a:pt x="25" y="0"/>
                  </a:moveTo>
                  <a:lnTo>
                    <a:pt x="25" y="0"/>
                  </a:lnTo>
                  <a:cubicBezTo>
                    <a:pt x="15" y="1"/>
                    <a:pt x="8" y="2"/>
                    <a:pt x="0" y="3"/>
                  </a:cubicBezTo>
                  <a:cubicBezTo>
                    <a:pt x="11" y="3"/>
                    <a:pt x="22" y="2"/>
                    <a:pt x="31" y="2"/>
                  </a:cubicBezTo>
                  <a:cubicBezTo>
                    <a:pt x="29" y="1"/>
                    <a:pt x="27" y="1"/>
                    <a:pt x="2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0" name="Freeform 34"/>
            <p:cNvSpPr>
              <a:spLocks/>
            </p:cNvSpPr>
            <p:nvPr/>
          </p:nvSpPr>
          <p:spPr bwMode="invGray">
            <a:xfrm>
              <a:off x="11137900" y="1534170"/>
              <a:ext cx="188912" cy="23388"/>
            </a:xfrm>
            <a:custGeom>
              <a:avLst/>
              <a:gdLst>
                <a:gd name="T0" fmla="*/ 60 w 198"/>
                <a:gd name="T1" fmla="*/ 27 h 27"/>
                <a:gd name="T2" fmla="*/ 60 w 198"/>
                <a:gd name="T3" fmla="*/ 27 h 27"/>
                <a:gd name="T4" fmla="*/ 156 w 198"/>
                <a:gd name="T5" fmla="*/ 24 h 27"/>
                <a:gd name="T6" fmla="*/ 134 w 198"/>
                <a:gd name="T7" fmla="*/ 0 h 27"/>
                <a:gd name="T8" fmla="*/ 89 w 198"/>
                <a:gd name="T9" fmla="*/ 6 h 27"/>
                <a:gd name="T10" fmla="*/ 149 w 198"/>
                <a:gd name="T11" fmla="*/ 14 h 27"/>
                <a:gd name="T12" fmla="*/ 74 w 198"/>
                <a:gd name="T13" fmla="*/ 11 h 27"/>
                <a:gd name="T14" fmla="*/ 13 w 198"/>
                <a:gd name="T15" fmla="*/ 25 h 27"/>
                <a:gd name="T16" fmla="*/ 63 w 198"/>
                <a:gd name="T17" fmla="*/ 23 h 27"/>
                <a:gd name="T18" fmla="*/ 60 w 198"/>
                <a:gd name="T19"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27">
                  <a:moveTo>
                    <a:pt x="60" y="27"/>
                  </a:moveTo>
                  <a:lnTo>
                    <a:pt x="60" y="27"/>
                  </a:lnTo>
                  <a:cubicBezTo>
                    <a:pt x="63" y="23"/>
                    <a:pt x="113" y="19"/>
                    <a:pt x="156" y="24"/>
                  </a:cubicBezTo>
                  <a:cubicBezTo>
                    <a:pt x="198" y="21"/>
                    <a:pt x="171" y="7"/>
                    <a:pt x="134" y="0"/>
                  </a:cubicBezTo>
                  <a:cubicBezTo>
                    <a:pt x="133" y="2"/>
                    <a:pt x="133" y="3"/>
                    <a:pt x="89" y="6"/>
                  </a:cubicBezTo>
                  <a:cubicBezTo>
                    <a:pt x="104" y="8"/>
                    <a:pt x="186" y="11"/>
                    <a:pt x="149" y="14"/>
                  </a:cubicBezTo>
                  <a:cubicBezTo>
                    <a:pt x="91" y="16"/>
                    <a:pt x="102" y="13"/>
                    <a:pt x="74" y="11"/>
                  </a:cubicBezTo>
                  <a:cubicBezTo>
                    <a:pt x="97" y="16"/>
                    <a:pt x="0" y="18"/>
                    <a:pt x="13" y="25"/>
                  </a:cubicBezTo>
                  <a:lnTo>
                    <a:pt x="63" y="23"/>
                  </a:lnTo>
                  <a:cubicBezTo>
                    <a:pt x="64" y="24"/>
                    <a:pt x="46" y="26"/>
                    <a:pt x="60" y="2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1" name="Freeform 35"/>
            <p:cNvSpPr>
              <a:spLocks/>
            </p:cNvSpPr>
            <p:nvPr/>
          </p:nvSpPr>
          <p:spPr bwMode="invGray">
            <a:xfrm>
              <a:off x="11266488" y="1529246"/>
              <a:ext cx="95250" cy="4924"/>
            </a:xfrm>
            <a:custGeom>
              <a:avLst/>
              <a:gdLst>
                <a:gd name="T0" fmla="*/ 82 w 100"/>
                <a:gd name="T1" fmla="*/ 6 h 6"/>
                <a:gd name="T2" fmla="*/ 82 w 100"/>
                <a:gd name="T3" fmla="*/ 6 h 6"/>
                <a:gd name="T4" fmla="*/ 100 w 100"/>
                <a:gd name="T5" fmla="*/ 6 h 6"/>
                <a:gd name="T6" fmla="*/ 38 w 100"/>
                <a:gd name="T7" fmla="*/ 0 h 6"/>
                <a:gd name="T8" fmla="*/ 0 w 100"/>
                <a:gd name="T9" fmla="*/ 5 h 6"/>
                <a:gd name="T10" fmla="*/ 88 w 100"/>
                <a:gd name="T11" fmla="*/ 6 h 6"/>
                <a:gd name="T12" fmla="*/ 82 w 100"/>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100" h="6">
                  <a:moveTo>
                    <a:pt x="82" y="6"/>
                  </a:moveTo>
                  <a:lnTo>
                    <a:pt x="82" y="6"/>
                  </a:lnTo>
                  <a:lnTo>
                    <a:pt x="100" y="6"/>
                  </a:lnTo>
                  <a:cubicBezTo>
                    <a:pt x="79" y="5"/>
                    <a:pt x="65" y="4"/>
                    <a:pt x="38" y="0"/>
                  </a:cubicBezTo>
                  <a:cubicBezTo>
                    <a:pt x="8" y="2"/>
                    <a:pt x="2" y="4"/>
                    <a:pt x="0" y="5"/>
                  </a:cubicBezTo>
                  <a:lnTo>
                    <a:pt x="88" y="6"/>
                  </a:lnTo>
                  <a:lnTo>
                    <a:pt x="82"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2" name="Freeform 36"/>
            <p:cNvSpPr>
              <a:spLocks/>
            </p:cNvSpPr>
            <p:nvPr/>
          </p:nvSpPr>
          <p:spPr bwMode="invGray">
            <a:xfrm>
              <a:off x="11361738" y="1531708"/>
              <a:ext cx="134937" cy="12309"/>
            </a:xfrm>
            <a:custGeom>
              <a:avLst/>
              <a:gdLst>
                <a:gd name="T0" fmla="*/ 80 w 142"/>
                <a:gd name="T1" fmla="*/ 3 h 14"/>
                <a:gd name="T2" fmla="*/ 80 w 142"/>
                <a:gd name="T3" fmla="*/ 3 h 14"/>
                <a:gd name="T4" fmla="*/ 49 w 142"/>
                <a:gd name="T5" fmla="*/ 14 h 14"/>
                <a:gd name="T6" fmla="*/ 118 w 142"/>
                <a:gd name="T7" fmla="*/ 8 h 14"/>
                <a:gd name="T8" fmla="*/ 81 w 142"/>
                <a:gd name="T9" fmla="*/ 3 h 14"/>
                <a:gd name="T10" fmla="*/ 127 w 142"/>
                <a:gd name="T11" fmla="*/ 2 h 14"/>
                <a:gd name="T12" fmla="*/ 83 w 142"/>
                <a:gd name="T13" fmla="*/ 0 h 14"/>
                <a:gd name="T14" fmla="*/ 85 w 142"/>
                <a:gd name="T15" fmla="*/ 1 h 14"/>
                <a:gd name="T16" fmla="*/ 85 w 142"/>
                <a:gd name="T17" fmla="*/ 1 h 14"/>
                <a:gd name="T18" fmla="*/ 85 w 142"/>
                <a:gd name="T19" fmla="*/ 1 h 14"/>
                <a:gd name="T20" fmla="*/ 86 w 142"/>
                <a:gd name="T21" fmla="*/ 1 h 14"/>
                <a:gd name="T22" fmla="*/ 84 w 142"/>
                <a:gd name="T23" fmla="*/ 1 h 14"/>
                <a:gd name="T24" fmla="*/ 80 w 142"/>
                <a:gd name="T25" fmla="*/ 3 h 14"/>
                <a:gd name="T26" fmla="*/ 84 w 142"/>
                <a:gd name="T27" fmla="*/ 1 h 14"/>
                <a:gd name="T28" fmla="*/ 85 w 142"/>
                <a:gd name="T29" fmla="*/ 1 h 14"/>
                <a:gd name="T30" fmla="*/ 85 w 142"/>
                <a:gd name="T31" fmla="*/ 1 h 14"/>
                <a:gd name="T32" fmla="*/ 0 w 142"/>
                <a:gd name="T33" fmla="*/ 3 h 14"/>
                <a:gd name="T34" fmla="*/ 80 w 142"/>
                <a:gd name="T35" fmla="*/ 3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42" h="14">
                  <a:moveTo>
                    <a:pt x="80" y="3"/>
                  </a:moveTo>
                  <a:lnTo>
                    <a:pt x="80" y="3"/>
                  </a:lnTo>
                  <a:cubicBezTo>
                    <a:pt x="66" y="7"/>
                    <a:pt x="23" y="9"/>
                    <a:pt x="49" y="14"/>
                  </a:cubicBezTo>
                  <a:cubicBezTo>
                    <a:pt x="102" y="14"/>
                    <a:pt x="86" y="10"/>
                    <a:pt x="118" y="8"/>
                  </a:cubicBezTo>
                  <a:cubicBezTo>
                    <a:pt x="33" y="9"/>
                    <a:pt x="142" y="6"/>
                    <a:pt x="81" y="3"/>
                  </a:cubicBezTo>
                  <a:cubicBezTo>
                    <a:pt x="97" y="3"/>
                    <a:pt x="112" y="2"/>
                    <a:pt x="127" y="2"/>
                  </a:cubicBezTo>
                  <a:cubicBezTo>
                    <a:pt x="111" y="2"/>
                    <a:pt x="97" y="1"/>
                    <a:pt x="83" y="0"/>
                  </a:cubicBezTo>
                  <a:lnTo>
                    <a:pt x="85" y="1"/>
                  </a:lnTo>
                  <a:lnTo>
                    <a:pt x="85" y="1"/>
                  </a:lnTo>
                  <a:cubicBezTo>
                    <a:pt x="85" y="1"/>
                    <a:pt x="85" y="1"/>
                    <a:pt x="85" y="1"/>
                  </a:cubicBezTo>
                  <a:cubicBezTo>
                    <a:pt x="89" y="1"/>
                    <a:pt x="90" y="1"/>
                    <a:pt x="86" y="1"/>
                  </a:cubicBezTo>
                  <a:lnTo>
                    <a:pt x="84" y="1"/>
                  </a:lnTo>
                  <a:cubicBezTo>
                    <a:pt x="83" y="2"/>
                    <a:pt x="82" y="2"/>
                    <a:pt x="80" y="3"/>
                  </a:cubicBezTo>
                  <a:cubicBezTo>
                    <a:pt x="56" y="2"/>
                    <a:pt x="76" y="2"/>
                    <a:pt x="84" y="1"/>
                  </a:cubicBezTo>
                  <a:cubicBezTo>
                    <a:pt x="84" y="1"/>
                    <a:pt x="85" y="1"/>
                    <a:pt x="85" y="1"/>
                  </a:cubicBezTo>
                  <a:lnTo>
                    <a:pt x="85" y="1"/>
                  </a:lnTo>
                  <a:lnTo>
                    <a:pt x="0" y="3"/>
                  </a:lnTo>
                  <a:cubicBezTo>
                    <a:pt x="18" y="3"/>
                    <a:pt x="40" y="3"/>
                    <a:pt x="8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3" name="Freeform 37"/>
            <p:cNvSpPr>
              <a:spLocks/>
            </p:cNvSpPr>
            <p:nvPr/>
          </p:nvSpPr>
          <p:spPr bwMode="invGray">
            <a:xfrm>
              <a:off x="11834813" y="1552634"/>
              <a:ext cx="9525" cy="1231"/>
            </a:xfrm>
            <a:custGeom>
              <a:avLst/>
              <a:gdLst>
                <a:gd name="T0" fmla="*/ 11 w 11"/>
                <a:gd name="T1" fmla="*/ 1 h 1"/>
                <a:gd name="T2" fmla="*/ 11 w 11"/>
                <a:gd name="T3" fmla="*/ 1 h 1"/>
                <a:gd name="T4" fmla="*/ 8 w 11"/>
                <a:gd name="T5" fmla="*/ 0 h 1"/>
                <a:gd name="T6" fmla="*/ 11 w 11"/>
                <a:gd name="T7" fmla="*/ 1 h 1"/>
              </a:gdLst>
              <a:ahLst/>
              <a:cxnLst>
                <a:cxn ang="0">
                  <a:pos x="T0" y="T1"/>
                </a:cxn>
                <a:cxn ang="0">
                  <a:pos x="T2" y="T3"/>
                </a:cxn>
                <a:cxn ang="0">
                  <a:pos x="T4" y="T5"/>
                </a:cxn>
                <a:cxn ang="0">
                  <a:pos x="T6" y="T7"/>
                </a:cxn>
              </a:cxnLst>
              <a:rect l="0" t="0" r="r" b="b"/>
              <a:pathLst>
                <a:path w="11" h="1">
                  <a:moveTo>
                    <a:pt x="11" y="1"/>
                  </a:moveTo>
                  <a:lnTo>
                    <a:pt x="11" y="1"/>
                  </a:lnTo>
                  <a:cubicBezTo>
                    <a:pt x="8" y="1"/>
                    <a:pt x="8" y="1"/>
                    <a:pt x="8" y="0"/>
                  </a:cubicBezTo>
                  <a:cubicBezTo>
                    <a:pt x="2" y="1"/>
                    <a:pt x="0" y="1"/>
                    <a:pt x="11"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4" name="Freeform 38"/>
            <p:cNvSpPr>
              <a:spLocks/>
            </p:cNvSpPr>
            <p:nvPr/>
          </p:nvSpPr>
          <p:spPr bwMode="invGray">
            <a:xfrm>
              <a:off x="11764963" y="1542787"/>
              <a:ext cx="117475" cy="9847"/>
            </a:xfrm>
            <a:custGeom>
              <a:avLst/>
              <a:gdLst>
                <a:gd name="T0" fmla="*/ 48 w 122"/>
                <a:gd name="T1" fmla="*/ 11 h 12"/>
                <a:gd name="T2" fmla="*/ 48 w 122"/>
                <a:gd name="T3" fmla="*/ 11 h 12"/>
                <a:gd name="T4" fmla="*/ 79 w 122"/>
                <a:gd name="T5" fmla="*/ 9 h 12"/>
                <a:gd name="T6" fmla="*/ 80 w 122"/>
                <a:gd name="T7" fmla="*/ 12 h 12"/>
                <a:gd name="T8" fmla="*/ 84 w 122"/>
                <a:gd name="T9" fmla="*/ 7 h 12"/>
                <a:gd name="T10" fmla="*/ 78 w 122"/>
                <a:gd name="T11" fmla="*/ 8 h 12"/>
                <a:gd name="T12" fmla="*/ 6 w 122"/>
                <a:gd name="T13" fmla="*/ 0 h 12"/>
                <a:gd name="T14" fmla="*/ 48 w 122"/>
                <a:gd name="T15" fmla="*/ 11 h 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
                  <a:moveTo>
                    <a:pt x="48" y="11"/>
                  </a:moveTo>
                  <a:lnTo>
                    <a:pt x="48" y="11"/>
                  </a:lnTo>
                  <a:cubicBezTo>
                    <a:pt x="54" y="10"/>
                    <a:pt x="59" y="8"/>
                    <a:pt x="79" y="9"/>
                  </a:cubicBezTo>
                  <a:cubicBezTo>
                    <a:pt x="96" y="10"/>
                    <a:pt x="79" y="11"/>
                    <a:pt x="80" y="12"/>
                  </a:cubicBezTo>
                  <a:cubicBezTo>
                    <a:pt x="92" y="11"/>
                    <a:pt x="122" y="9"/>
                    <a:pt x="84" y="7"/>
                  </a:cubicBezTo>
                  <a:lnTo>
                    <a:pt x="78" y="8"/>
                  </a:lnTo>
                  <a:cubicBezTo>
                    <a:pt x="44" y="6"/>
                    <a:pt x="0" y="1"/>
                    <a:pt x="6" y="0"/>
                  </a:cubicBezTo>
                  <a:cubicBezTo>
                    <a:pt x="16" y="4"/>
                    <a:pt x="25" y="7"/>
                    <a:pt x="48" y="1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5" name="Freeform 39"/>
            <p:cNvSpPr>
              <a:spLocks/>
            </p:cNvSpPr>
            <p:nvPr/>
          </p:nvSpPr>
          <p:spPr bwMode="invGray">
            <a:xfrm>
              <a:off x="11555413" y="1544017"/>
              <a:ext cx="69850" cy="4924"/>
            </a:xfrm>
            <a:custGeom>
              <a:avLst/>
              <a:gdLst>
                <a:gd name="T0" fmla="*/ 70 w 74"/>
                <a:gd name="T1" fmla="*/ 0 h 6"/>
                <a:gd name="T2" fmla="*/ 70 w 74"/>
                <a:gd name="T3" fmla="*/ 0 h 6"/>
                <a:gd name="T4" fmla="*/ 0 w 74"/>
                <a:gd name="T5" fmla="*/ 2 h 6"/>
                <a:gd name="T6" fmla="*/ 36 w 74"/>
                <a:gd name="T7" fmla="*/ 6 h 6"/>
                <a:gd name="T8" fmla="*/ 34 w 74"/>
                <a:gd name="T9" fmla="*/ 4 h 6"/>
                <a:gd name="T10" fmla="*/ 70 w 74"/>
                <a:gd name="T11" fmla="*/ 0 h 6"/>
              </a:gdLst>
              <a:ahLst/>
              <a:cxnLst>
                <a:cxn ang="0">
                  <a:pos x="T0" y="T1"/>
                </a:cxn>
                <a:cxn ang="0">
                  <a:pos x="T2" y="T3"/>
                </a:cxn>
                <a:cxn ang="0">
                  <a:pos x="T4" y="T5"/>
                </a:cxn>
                <a:cxn ang="0">
                  <a:pos x="T6" y="T7"/>
                </a:cxn>
                <a:cxn ang="0">
                  <a:pos x="T8" y="T9"/>
                </a:cxn>
                <a:cxn ang="0">
                  <a:pos x="T10" y="T11"/>
                </a:cxn>
              </a:cxnLst>
              <a:rect l="0" t="0" r="r" b="b"/>
              <a:pathLst>
                <a:path w="74" h="6">
                  <a:moveTo>
                    <a:pt x="70" y="0"/>
                  </a:moveTo>
                  <a:lnTo>
                    <a:pt x="70" y="0"/>
                  </a:lnTo>
                  <a:lnTo>
                    <a:pt x="0" y="2"/>
                  </a:lnTo>
                  <a:lnTo>
                    <a:pt x="36" y="6"/>
                  </a:lnTo>
                  <a:lnTo>
                    <a:pt x="34" y="4"/>
                  </a:lnTo>
                  <a:cubicBezTo>
                    <a:pt x="74" y="4"/>
                    <a:pt x="65" y="2"/>
                    <a:pt x="70"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6" name="Freeform 40"/>
            <p:cNvSpPr>
              <a:spLocks/>
            </p:cNvSpPr>
            <p:nvPr/>
          </p:nvSpPr>
          <p:spPr bwMode="invGray">
            <a:xfrm>
              <a:off x="11223625" y="1528016"/>
              <a:ext cx="38100" cy="6155"/>
            </a:xfrm>
            <a:custGeom>
              <a:avLst/>
              <a:gdLst>
                <a:gd name="T0" fmla="*/ 31 w 40"/>
                <a:gd name="T1" fmla="*/ 5 h 7"/>
                <a:gd name="T2" fmla="*/ 31 w 40"/>
                <a:gd name="T3" fmla="*/ 5 h 7"/>
                <a:gd name="T4" fmla="*/ 40 w 40"/>
                <a:gd name="T5" fmla="*/ 0 h 7"/>
                <a:gd name="T6" fmla="*/ 0 w 40"/>
                <a:gd name="T7" fmla="*/ 7 h 7"/>
                <a:gd name="T8" fmla="*/ 31 w 40"/>
                <a:gd name="T9" fmla="*/ 5 h 7"/>
              </a:gdLst>
              <a:ahLst/>
              <a:cxnLst>
                <a:cxn ang="0">
                  <a:pos x="T0" y="T1"/>
                </a:cxn>
                <a:cxn ang="0">
                  <a:pos x="T2" y="T3"/>
                </a:cxn>
                <a:cxn ang="0">
                  <a:pos x="T4" y="T5"/>
                </a:cxn>
                <a:cxn ang="0">
                  <a:pos x="T6" y="T7"/>
                </a:cxn>
                <a:cxn ang="0">
                  <a:pos x="T8" y="T9"/>
                </a:cxn>
              </a:cxnLst>
              <a:rect l="0" t="0" r="r" b="b"/>
              <a:pathLst>
                <a:path w="40" h="7">
                  <a:moveTo>
                    <a:pt x="31" y="5"/>
                  </a:moveTo>
                  <a:lnTo>
                    <a:pt x="31" y="5"/>
                  </a:lnTo>
                  <a:lnTo>
                    <a:pt x="40" y="0"/>
                  </a:lnTo>
                  <a:lnTo>
                    <a:pt x="0" y="7"/>
                  </a:lnTo>
                  <a:lnTo>
                    <a:pt x="31"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7" name="Freeform 41"/>
            <p:cNvSpPr>
              <a:spLocks/>
            </p:cNvSpPr>
            <p:nvPr/>
          </p:nvSpPr>
          <p:spPr bwMode="invGray">
            <a:xfrm>
              <a:off x="11145838" y="1529246"/>
              <a:ext cx="22225" cy="2462"/>
            </a:xfrm>
            <a:custGeom>
              <a:avLst/>
              <a:gdLst>
                <a:gd name="T0" fmla="*/ 21 w 24"/>
                <a:gd name="T1" fmla="*/ 4 h 4"/>
                <a:gd name="T2" fmla="*/ 21 w 24"/>
                <a:gd name="T3" fmla="*/ 4 h 4"/>
                <a:gd name="T4" fmla="*/ 24 w 24"/>
                <a:gd name="T5" fmla="*/ 0 h 4"/>
                <a:gd name="T6" fmla="*/ 0 w 24"/>
                <a:gd name="T7" fmla="*/ 3 h 4"/>
                <a:gd name="T8" fmla="*/ 21 w 24"/>
                <a:gd name="T9" fmla="*/ 4 h 4"/>
              </a:gdLst>
              <a:ahLst/>
              <a:cxnLst>
                <a:cxn ang="0">
                  <a:pos x="T0" y="T1"/>
                </a:cxn>
                <a:cxn ang="0">
                  <a:pos x="T2" y="T3"/>
                </a:cxn>
                <a:cxn ang="0">
                  <a:pos x="T4" y="T5"/>
                </a:cxn>
                <a:cxn ang="0">
                  <a:pos x="T6" y="T7"/>
                </a:cxn>
                <a:cxn ang="0">
                  <a:pos x="T8" y="T9"/>
                </a:cxn>
              </a:cxnLst>
              <a:rect l="0" t="0" r="r" b="b"/>
              <a:pathLst>
                <a:path w="24" h="4">
                  <a:moveTo>
                    <a:pt x="21" y="4"/>
                  </a:moveTo>
                  <a:lnTo>
                    <a:pt x="21" y="4"/>
                  </a:lnTo>
                  <a:lnTo>
                    <a:pt x="24" y="0"/>
                  </a:lnTo>
                  <a:lnTo>
                    <a:pt x="0" y="3"/>
                  </a:lnTo>
                  <a:lnTo>
                    <a:pt x="2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8" name="Freeform 42"/>
            <p:cNvSpPr>
              <a:spLocks/>
            </p:cNvSpPr>
            <p:nvPr/>
          </p:nvSpPr>
          <p:spPr bwMode="invGray">
            <a:xfrm>
              <a:off x="6197600" y="1566174"/>
              <a:ext cx="20637" cy="1231"/>
            </a:xfrm>
            <a:custGeom>
              <a:avLst/>
              <a:gdLst>
                <a:gd name="T0" fmla="*/ 21 w 21"/>
                <a:gd name="T1" fmla="*/ 0 h 1"/>
                <a:gd name="T2" fmla="*/ 21 w 21"/>
                <a:gd name="T3" fmla="*/ 0 h 1"/>
                <a:gd name="T4" fmla="*/ 0 w 21"/>
                <a:gd name="T5" fmla="*/ 1 h 1"/>
                <a:gd name="T6" fmla="*/ 21 w 21"/>
                <a:gd name="T7" fmla="*/ 0 h 1"/>
              </a:gdLst>
              <a:ahLst/>
              <a:cxnLst>
                <a:cxn ang="0">
                  <a:pos x="T0" y="T1"/>
                </a:cxn>
                <a:cxn ang="0">
                  <a:pos x="T2" y="T3"/>
                </a:cxn>
                <a:cxn ang="0">
                  <a:pos x="T4" y="T5"/>
                </a:cxn>
                <a:cxn ang="0">
                  <a:pos x="T6" y="T7"/>
                </a:cxn>
              </a:cxnLst>
              <a:rect l="0" t="0" r="r" b="b"/>
              <a:pathLst>
                <a:path w="21" h="1">
                  <a:moveTo>
                    <a:pt x="21" y="0"/>
                  </a:moveTo>
                  <a:lnTo>
                    <a:pt x="21" y="0"/>
                  </a:lnTo>
                  <a:lnTo>
                    <a:pt x="0" y="1"/>
                  </a:lnTo>
                  <a:cubicBezTo>
                    <a:pt x="10" y="0"/>
                    <a:pt x="16" y="0"/>
                    <a:pt x="2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39" name="Freeform 43"/>
            <p:cNvSpPr>
              <a:spLocks/>
            </p:cNvSpPr>
            <p:nvPr/>
          </p:nvSpPr>
          <p:spPr bwMode="invGray">
            <a:xfrm>
              <a:off x="6356350" y="1564943"/>
              <a:ext cx="9525" cy="1231"/>
            </a:xfrm>
            <a:custGeom>
              <a:avLst/>
              <a:gdLst>
                <a:gd name="T0" fmla="*/ 6 w 10"/>
                <a:gd name="T1" fmla="*/ 2 h 2"/>
                <a:gd name="T2" fmla="*/ 6 w 10"/>
                <a:gd name="T3" fmla="*/ 2 h 2"/>
                <a:gd name="T4" fmla="*/ 10 w 10"/>
                <a:gd name="T5" fmla="*/ 0 h 2"/>
                <a:gd name="T6" fmla="*/ 6 w 10"/>
                <a:gd name="T7" fmla="*/ 2 h 2"/>
              </a:gdLst>
              <a:ahLst/>
              <a:cxnLst>
                <a:cxn ang="0">
                  <a:pos x="T0" y="T1"/>
                </a:cxn>
                <a:cxn ang="0">
                  <a:pos x="T2" y="T3"/>
                </a:cxn>
                <a:cxn ang="0">
                  <a:pos x="T4" y="T5"/>
                </a:cxn>
                <a:cxn ang="0">
                  <a:pos x="T6" y="T7"/>
                </a:cxn>
              </a:cxnLst>
              <a:rect l="0" t="0" r="r" b="b"/>
              <a:pathLst>
                <a:path w="10" h="2">
                  <a:moveTo>
                    <a:pt x="6" y="2"/>
                  </a:moveTo>
                  <a:lnTo>
                    <a:pt x="6" y="2"/>
                  </a:lnTo>
                  <a:lnTo>
                    <a:pt x="10" y="0"/>
                  </a:lnTo>
                  <a:cubicBezTo>
                    <a:pt x="3" y="1"/>
                    <a:pt x="0" y="2"/>
                    <a:pt x="6"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0" name="Freeform 44"/>
            <p:cNvSpPr>
              <a:spLocks/>
            </p:cNvSpPr>
            <p:nvPr/>
          </p:nvSpPr>
          <p:spPr bwMode="invGray">
            <a:xfrm>
              <a:off x="8950325" y="1521861"/>
              <a:ext cx="61912" cy="7386"/>
            </a:xfrm>
            <a:custGeom>
              <a:avLst/>
              <a:gdLst>
                <a:gd name="T0" fmla="*/ 65 w 65"/>
                <a:gd name="T1" fmla="*/ 9 h 9"/>
                <a:gd name="T2" fmla="*/ 65 w 65"/>
                <a:gd name="T3" fmla="*/ 9 h 9"/>
                <a:gd name="T4" fmla="*/ 4 w 65"/>
                <a:gd name="T5" fmla="*/ 4 h 9"/>
                <a:gd name="T6" fmla="*/ 13 w 65"/>
                <a:gd name="T7" fmla="*/ 8 h 9"/>
                <a:gd name="T8" fmla="*/ 65 w 65"/>
                <a:gd name="T9" fmla="*/ 9 h 9"/>
              </a:gdLst>
              <a:ahLst/>
              <a:cxnLst>
                <a:cxn ang="0">
                  <a:pos x="T0" y="T1"/>
                </a:cxn>
                <a:cxn ang="0">
                  <a:pos x="T2" y="T3"/>
                </a:cxn>
                <a:cxn ang="0">
                  <a:pos x="T4" y="T5"/>
                </a:cxn>
                <a:cxn ang="0">
                  <a:pos x="T6" y="T7"/>
                </a:cxn>
                <a:cxn ang="0">
                  <a:pos x="T8" y="T9"/>
                </a:cxn>
              </a:cxnLst>
              <a:rect l="0" t="0" r="r" b="b"/>
              <a:pathLst>
                <a:path w="65" h="9">
                  <a:moveTo>
                    <a:pt x="65" y="9"/>
                  </a:moveTo>
                  <a:lnTo>
                    <a:pt x="65" y="9"/>
                  </a:lnTo>
                  <a:cubicBezTo>
                    <a:pt x="34" y="5"/>
                    <a:pt x="0" y="0"/>
                    <a:pt x="4" y="4"/>
                  </a:cubicBezTo>
                  <a:lnTo>
                    <a:pt x="13" y="8"/>
                  </a:lnTo>
                  <a:cubicBezTo>
                    <a:pt x="35" y="7"/>
                    <a:pt x="51" y="8"/>
                    <a:pt x="65"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1" name="Freeform 45"/>
            <p:cNvSpPr>
              <a:spLocks/>
            </p:cNvSpPr>
            <p:nvPr/>
          </p:nvSpPr>
          <p:spPr bwMode="invGray">
            <a:xfrm>
              <a:off x="7537450" y="1546479"/>
              <a:ext cx="28575" cy="3693"/>
            </a:xfrm>
            <a:custGeom>
              <a:avLst/>
              <a:gdLst>
                <a:gd name="T0" fmla="*/ 0 w 29"/>
                <a:gd name="T1" fmla="*/ 3 h 4"/>
                <a:gd name="T2" fmla="*/ 0 w 29"/>
                <a:gd name="T3" fmla="*/ 3 h 4"/>
                <a:gd name="T4" fmla="*/ 9 w 29"/>
                <a:gd name="T5" fmla="*/ 4 h 4"/>
                <a:gd name="T6" fmla="*/ 29 w 29"/>
                <a:gd name="T7" fmla="*/ 0 h 4"/>
                <a:gd name="T8" fmla="*/ 0 w 29"/>
                <a:gd name="T9" fmla="*/ 3 h 4"/>
              </a:gdLst>
              <a:ahLst/>
              <a:cxnLst>
                <a:cxn ang="0">
                  <a:pos x="T0" y="T1"/>
                </a:cxn>
                <a:cxn ang="0">
                  <a:pos x="T2" y="T3"/>
                </a:cxn>
                <a:cxn ang="0">
                  <a:pos x="T4" y="T5"/>
                </a:cxn>
                <a:cxn ang="0">
                  <a:pos x="T6" y="T7"/>
                </a:cxn>
                <a:cxn ang="0">
                  <a:pos x="T8" y="T9"/>
                </a:cxn>
              </a:cxnLst>
              <a:rect l="0" t="0" r="r" b="b"/>
              <a:pathLst>
                <a:path w="29" h="4">
                  <a:moveTo>
                    <a:pt x="0" y="3"/>
                  </a:moveTo>
                  <a:lnTo>
                    <a:pt x="0" y="3"/>
                  </a:lnTo>
                  <a:lnTo>
                    <a:pt x="9" y="4"/>
                  </a:lnTo>
                  <a:lnTo>
                    <a:pt x="29" y="0"/>
                  </a:lnTo>
                  <a:lnTo>
                    <a:pt x="0" y="3"/>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2" name="Freeform 46"/>
            <p:cNvSpPr>
              <a:spLocks/>
            </p:cNvSpPr>
            <p:nvPr/>
          </p:nvSpPr>
          <p:spPr bwMode="invGray">
            <a:xfrm>
              <a:off x="7478713" y="1562481"/>
              <a:ext cx="38100" cy="2462"/>
            </a:xfrm>
            <a:custGeom>
              <a:avLst/>
              <a:gdLst>
                <a:gd name="T0" fmla="*/ 40 w 40"/>
                <a:gd name="T1" fmla="*/ 3 h 3"/>
                <a:gd name="T2" fmla="*/ 40 w 40"/>
                <a:gd name="T3" fmla="*/ 3 h 3"/>
                <a:gd name="T4" fmla="*/ 0 w 40"/>
                <a:gd name="T5" fmla="*/ 0 h 3"/>
                <a:gd name="T6" fmla="*/ 40 w 40"/>
                <a:gd name="T7" fmla="*/ 3 h 3"/>
              </a:gdLst>
              <a:ahLst/>
              <a:cxnLst>
                <a:cxn ang="0">
                  <a:pos x="T0" y="T1"/>
                </a:cxn>
                <a:cxn ang="0">
                  <a:pos x="T2" y="T3"/>
                </a:cxn>
                <a:cxn ang="0">
                  <a:pos x="T4" y="T5"/>
                </a:cxn>
                <a:cxn ang="0">
                  <a:pos x="T6" y="T7"/>
                </a:cxn>
              </a:cxnLst>
              <a:rect l="0" t="0" r="r" b="b"/>
              <a:pathLst>
                <a:path w="40" h="3">
                  <a:moveTo>
                    <a:pt x="40" y="3"/>
                  </a:moveTo>
                  <a:lnTo>
                    <a:pt x="40" y="3"/>
                  </a:lnTo>
                  <a:lnTo>
                    <a:pt x="0" y="0"/>
                  </a:lnTo>
                  <a:cubicBezTo>
                    <a:pt x="9" y="1"/>
                    <a:pt x="22" y="2"/>
                    <a:pt x="4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3" name="Freeform 47"/>
            <p:cNvSpPr>
              <a:spLocks/>
            </p:cNvSpPr>
            <p:nvPr/>
          </p:nvSpPr>
          <p:spPr bwMode="invGray">
            <a:xfrm>
              <a:off x="5410200" y="1568636"/>
              <a:ext cx="36512" cy="3693"/>
            </a:xfrm>
            <a:custGeom>
              <a:avLst/>
              <a:gdLst>
                <a:gd name="T0" fmla="*/ 24 w 38"/>
                <a:gd name="T1" fmla="*/ 0 h 5"/>
                <a:gd name="T2" fmla="*/ 24 w 38"/>
                <a:gd name="T3" fmla="*/ 0 h 5"/>
                <a:gd name="T4" fmla="*/ 0 w 38"/>
                <a:gd name="T5" fmla="*/ 5 h 5"/>
                <a:gd name="T6" fmla="*/ 24 w 38"/>
                <a:gd name="T7" fmla="*/ 0 h 5"/>
              </a:gdLst>
              <a:ahLst/>
              <a:cxnLst>
                <a:cxn ang="0">
                  <a:pos x="T0" y="T1"/>
                </a:cxn>
                <a:cxn ang="0">
                  <a:pos x="T2" y="T3"/>
                </a:cxn>
                <a:cxn ang="0">
                  <a:pos x="T4" y="T5"/>
                </a:cxn>
                <a:cxn ang="0">
                  <a:pos x="T6" y="T7"/>
                </a:cxn>
              </a:cxnLst>
              <a:rect l="0" t="0" r="r" b="b"/>
              <a:pathLst>
                <a:path w="38" h="5">
                  <a:moveTo>
                    <a:pt x="24" y="0"/>
                  </a:moveTo>
                  <a:lnTo>
                    <a:pt x="24" y="0"/>
                  </a:lnTo>
                  <a:lnTo>
                    <a:pt x="0" y="5"/>
                  </a:lnTo>
                  <a:cubicBezTo>
                    <a:pt x="38" y="5"/>
                    <a:pt x="21" y="3"/>
                    <a:pt x="24"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4" name="Freeform 48"/>
            <p:cNvSpPr>
              <a:spLocks/>
            </p:cNvSpPr>
            <p:nvPr/>
          </p:nvSpPr>
          <p:spPr bwMode="invGray">
            <a:xfrm>
              <a:off x="10206038" y="1530477"/>
              <a:ext cx="61912" cy="4924"/>
            </a:xfrm>
            <a:custGeom>
              <a:avLst/>
              <a:gdLst>
                <a:gd name="T0" fmla="*/ 65 w 65"/>
                <a:gd name="T1" fmla="*/ 3 h 6"/>
                <a:gd name="T2" fmla="*/ 65 w 65"/>
                <a:gd name="T3" fmla="*/ 3 h 6"/>
                <a:gd name="T4" fmla="*/ 0 w 65"/>
                <a:gd name="T5" fmla="*/ 0 h 6"/>
                <a:gd name="T6" fmla="*/ 65 w 65"/>
                <a:gd name="T7" fmla="*/ 3 h 6"/>
              </a:gdLst>
              <a:ahLst/>
              <a:cxnLst>
                <a:cxn ang="0">
                  <a:pos x="T0" y="T1"/>
                </a:cxn>
                <a:cxn ang="0">
                  <a:pos x="T2" y="T3"/>
                </a:cxn>
                <a:cxn ang="0">
                  <a:pos x="T4" y="T5"/>
                </a:cxn>
                <a:cxn ang="0">
                  <a:pos x="T6" y="T7"/>
                </a:cxn>
              </a:cxnLst>
              <a:rect l="0" t="0" r="r" b="b"/>
              <a:pathLst>
                <a:path w="65" h="6">
                  <a:moveTo>
                    <a:pt x="65" y="3"/>
                  </a:moveTo>
                  <a:lnTo>
                    <a:pt x="65" y="3"/>
                  </a:lnTo>
                  <a:cubicBezTo>
                    <a:pt x="39" y="1"/>
                    <a:pt x="18" y="0"/>
                    <a:pt x="0" y="0"/>
                  </a:cubicBezTo>
                  <a:cubicBezTo>
                    <a:pt x="32" y="2"/>
                    <a:pt x="57" y="6"/>
                    <a:pt x="65"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5" name="Freeform 49"/>
            <p:cNvSpPr>
              <a:spLocks/>
            </p:cNvSpPr>
            <p:nvPr/>
          </p:nvSpPr>
          <p:spPr bwMode="invGray">
            <a:xfrm>
              <a:off x="6257925" y="1525554"/>
              <a:ext cx="19050" cy="2462"/>
            </a:xfrm>
            <a:custGeom>
              <a:avLst/>
              <a:gdLst>
                <a:gd name="T0" fmla="*/ 18 w 21"/>
                <a:gd name="T1" fmla="*/ 0 h 2"/>
                <a:gd name="T2" fmla="*/ 18 w 21"/>
                <a:gd name="T3" fmla="*/ 0 h 2"/>
                <a:gd name="T4" fmla="*/ 0 w 21"/>
                <a:gd name="T5" fmla="*/ 2 h 2"/>
                <a:gd name="T6" fmla="*/ 18 w 21"/>
                <a:gd name="T7" fmla="*/ 0 h 2"/>
              </a:gdLst>
              <a:ahLst/>
              <a:cxnLst>
                <a:cxn ang="0">
                  <a:pos x="T0" y="T1"/>
                </a:cxn>
                <a:cxn ang="0">
                  <a:pos x="T2" y="T3"/>
                </a:cxn>
                <a:cxn ang="0">
                  <a:pos x="T4" y="T5"/>
                </a:cxn>
                <a:cxn ang="0">
                  <a:pos x="T6" y="T7"/>
                </a:cxn>
              </a:cxnLst>
              <a:rect l="0" t="0" r="r" b="b"/>
              <a:pathLst>
                <a:path w="21" h="2">
                  <a:moveTo>
                    <a:pt x="18" y="0"/>
                  </a:moveTo>
                  <a:lnTo>
                    <a:pt x="18" y="0"/>
                  </a:lnTo>
                  <a:cubicBezTo>
                    <a:pt x="5" y="1"/>
                    <a:pt x="0" y="2"/>
                    <a:pt x="0" y="2"/>
                  </a:cubicBezTo>
                  <a:cubicBezTo>
                    <a:pt x="13" y="2"/>
                    <a:pt x="21" y="1"/>
                    <a:pt x="1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6" name="Freeform 50"/>
            <p:cNvSpPr>
              <a:spLocks/>
            </p:cNvSpPr>
            <p:nvPr/>
          </p:nvSpPr>
          <p:spPr bwMode="invGray">
            <a:xfrm>
              <a:off x="10134600" y="1528016"/>
              <a:ext cx="71437" cy="3693"/>
            </a:xfrm>
            <a:custGeom>
              <a:avLst/>
              <a:gdLst>
                <a:gd name="T0" fmla="*/ 0 w 75"/>
                <a:gd name="T1" fmla="*/ 3 h 4"/>
                <a:gd name="T2" fmla="*/ 0 w 75"/>
                <a:gd name="T3" fmla="*/ 3 h 4"/>
                <a:gd name="T4" fmla="*/ 13 w 75"/>
                <a:gd name="T5" fmla="*/ 4 h 4"/>
                <a:gd name="T6" fmla="*/ 75 w 75"/>
                <a:gd name="T7" fmla="*/ 3 h 4"/>
                <a:gd name="T8" fmla="*/ 0 w 75"/>
                <a:gd name="T9" fmla="*/ 3 h 4"/>
              </a:gdLst>
              <a:ahLst/>
              <a:cxnLst>
                <a:cxn ang="0">
                  <a:pos x="T0" y="T1"/>
                </a:cxn>
                <a:cxn ang="0">
                  <a:pos x="T2" y="T3"/>
                </a:cxn>
                <a:cxn ang="0">
                  <a:pos x="T4" y="T5"/>
                </a:cxn>
                <a:cxn ang="0">
                  <a:pos x="T6" y="T7"/>
                </a:cxn>
                <a:cxn ang="0">
                  <a:pos x="T8" y="T9"/>
                </a:cxn>
              </a:cxnLst>
              <a:rect l="0" t="0" r="r" b="b"/>
              <a:pathLst>
                <a:path w="75" h="4">
                  <a:moveTo>
                    <a:pt x="0" y="3"/>
                  </a:moveTo>
                  <a:lnTo>
                    <a:pt x="0" y="3"/>
                  </a:lnTo>
                  <a:lnTo>
                    <a:pt x="13" y="4"/>
                  </a:lnTo>
                  <a:cubicBezTo>
                    <a:pt x="32" y="3"/>
                    <a:pt x="52" y="2"/>
                    <a:pt x="75" y="3"/>
                  </a:cubicBezTo>
                  <a:cubicBezTo>
                    <a:pt x="52" y="1"/>
                    <a:pt x="25" y="0"/>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7" name="Freeform 51"/>
            <p:cNvSpPr>
              <a:spLocks/>
            </p:cNvSpPr>
            <p:nvPr/>
          </p:nvSpPr>
          <p:spPr bwMode="invGray">
            <a:xfrm>
              <a:off x="2582863" y="1560020"/>
              <a:ext cx="7937" cy="1231"/>
            </a:xfrm>
            <a:custGeom>
              <a:avLst/>
              <a:gdLst>
                <a:gd name="T0" fmla="*/ 8 w 8"/>
                <a:gd name="T1" fmla="*/ 1 h 1"/>
                <a:gd name="T2" fmla="*/ 8 w 8"/>
                <a:gd name="T3" fmla="*/ 1 h 1"/>
                <a:gd name="T4" fmla="*/ 1 w 8"/>
                <a:gd name="T5" fmla="*/ 0 h 1"/>
                <a:gd name="T6" fmla="*/ 8 w 8"/>
                <a:gd name="T7" fmla="*/ 1 h 1"/>
              </a:gdLst>
              <a:ahLst/>
              <a:cxnLst>
                <a:cxn ang="0">
                  <a:pos x="T0" y="T1"/>
                </a:cxn>
                <a:cxn ang="0">
                  <a:pos x="T2" y="T3"/>
                </a:cxn>
                <a:cxn ang="0">
                  <a:pos x="T4" y="T5"/>
                </a:cxn>
                <a:cxn ang="0">
                  <a:pos x="T6" y="T7"/>
                </a:cxn>
              </a:cxnLst>
              <a:rect l="0" t="0" r="r" b="b"/>
              <a:pathLst>
                <a:path w="8" h="1">
                  <a:moveTo>
                    <a:pt x="8" y="1"/>
                  </a:moveTo>
                  <a:lnTo>
                    <a:pt x="8" y="1"/>
                  </a:lnTo>
                  <a:lnTo>
                    <a:pt x="1" y="0"/>
                  </a:lnTo>
                  <a:cubicBezTo>
                    <a:pt x="0" y="1"/>
                    <a:pt x="3" y="1"/>
                    <a:pt x="8"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8" name="Freeform 52"/>
            <p:cNvSpPr>
              <a:spLocks/>
            </p:cNvSpPr>
            <p:nvPr/>
          </p:nvSpPr>
          <p:spPr bwMode="invGray">
            <a:xfrm>
              <a:off x="1762125" y="1521861"/>
              <a:ext cx="34925" cy="1231"/>
            </a:xfrm>
            <a:custGeom>
              <a:avLst/>
              <a:gdLst>
                <a:gd name="T0" fmla="*/ 0 w 36"/>
                <a:gd name="T1" fmla="*/ 1 h 1"/>
                <a:gd name="T2" fmla="*/ 0 w 36"/>
                <a:gd name="T3" fmla="*/ 1 h 1"/>
                <a:gd name="T4" fmla="*/ 36 w 36"/>
                <a:gd name="T5" fmla="*/ 1 h 1"/>
                <a:gd name="T6" fmla="*/ 0 w 36"/>
                <a:gd name="T7" fmla="*/ 1 h 1"/>
              </a:gdLst>
              <a:ahLst/>
              <a:cxnLst>
                <a:cxn ang="0">
                  <a:pos x="T0" y="T1"/>
                </a:cxn>
                <a:cxn ang="0">
                  <a:pos x="T2" y="T3"/>
                </a:cxn>
                <a:cxn ang="0">
                  <a:pos x="T4" y="T5"/>
                </a:cxn>
                <a:cxn ang="0">
                  <a:pos x="T6" y="T7"/>
                </a:cxn>
              </a:cxnLst>
              <a:rect l="0" t="0" r="r" b="b"/>
              <a:pathLst>
                <a:path w="36" h="1">
                  <a:moveTo>
                    <a:pt x="0" y="1"/>
                  </a:moveTo>
                  <a:lnTo>
                    <a:pt x="0" y="1"/>
                  </a:lnTo>
                  <a:cubicBezTo>
                    <a:pt x="9" y="1"/>
                    <a:pt x="23" y="1"/>
                    <a:pt x="36" y="1"/>
                  </a:cubicBezTo>
                  <a:cubicBezTo>
                    <a:pt x="29" y="0"/>
                    <a:pt x="19"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49" name="Freeform 53"/>
            <p:cNvSpPr>
              <a:spLocks/>
            </p:cNvSpPr>
            <p:nvPr/>
          </p:nvSpPr>
          <p:spPr bwMode="invGray">
            <a:xfrm>
              <a:off x="10812463" y="1529246"/>
              <a:ext cx="19050" cy="1231"/>
            </a:xfrm>
            <a:custGeom>
              <a:avLst/>
              <a:gdLst>
                <a:gd name="T0" fmla="*/ 0 w 20"/>
                <a:gd name="T1" fmla="*/ 1 h 1"/>
                <a:gd name="T2" fmla="*/ 0 w 20"/>
                <a:gd name="T3" fmla="*/ 1 h 1"/>
                <a:gd name="T4" fmla="*/ 0 w 20"/>
                <a:gd name="T5" fmla="*/ 1 h 1"/>
              </a:gdLst>
              <a:ahLst/>
              <a:cxnLst>
                <a:cxn ang="0">
                  <a:pos x="T0" y="T1"/>
                </a:cxn>
                <a:cxn ang="0">
                  <a:pos x="T2" y="T3"/>
                </a:cxn>
                <a:cxn ang="0">
                  <a:pos x="T4" y="T5"/>
                </a:cxn>
              </a:cxnLst>
              <a:rect l="0" t="0" r="r" b="b"/>
              <a:pathLst>
                <a:path w="20" h="1">
                  <a:moveTo>
                    <a:pt x="0" y="1"/>
                  </a:moveTo>
                  <a:lnTo>
                    <a:pt x="0" y="1"/>
                  </a:lnTo>
                  <a:cubicBezTo>
                    <a:pt x="20" y="1"/>
                    <a:pt x="3"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0" name="Freeform 54"/>
            <p:cNvSpPr>
              <a:spLocks/>
            </p:cNvSpPr>
            <p:nvPr/>
          </p:nvSpPr>
          <p:spPr bwMode="invGray">
            <a:xfrm>
              <a:off x="10896600" y="1545248"/>
              <a:ext cx="7937" cy="2462"/>
            </a:xfrm>
            <a:custGeom>
              <a:avLst/>
              <a:gdLst>
                <a:gd name="T0" fmla="*/ 8 w 8"/>
                <a:gd name="T1" fmla="*/ 0 h 3"/>
                <a:gd name="T2" fmla="*/ 8 w 8"/>
                <a:gd name="T3" fmla="*/ 0 h 3"/>
                <a:gd name="T4" fmla="*/ 0 w 8"/>
                <a:gd name="T5" fmla="*/ 3 h 3"/>
                <a:gd name="T6" fmla="*/ 8 w 8"/>
                <a:gd name="T7" fmla="*/ 0 h 3"/>
              </a:gdLst>
              <a:ahLst/>
              <a:cxnLst>
                <a:cxn ang="0">
                  <a:pos x="T0" y="T1"/>
                </a:cxn>
                <a:cxn ang="0">
                  <a:pos x="T2" y="T3"/>
                </a:cxn>
                <a:cxn ang="0">
                  <a:pos x="T4" y="T5"/>
                </a:cxn>
                <a:cxn ang="0">
                  <a:pos x="T6" y="T7"/>
                </a:cxn>
              </a:cxnLst>
              <a:rect l="0" t="0" r="r" b="b"/>
              <a:pathLst>
                <a:path w="8" h="3">
                  <a:moveTo>
                    <a:pt x="8" y="0"/>
                  </a:moveTo>
                  <a:lnTo>
                    <a:pt x="8" y="0"/>
                  </a:lnTo>
                  <a:cubicBezTo>
                    <a:pt x="4" y="1"/>
                    <a:pt x="1" y="2"/>
                    <a:pt x="0" y="3"/>
                  </a:cubicBezTo>
                  <a:cubicBezTo>
                    <a:pt x="2" y="2"/>
                    <a:pt x="4" y="1"/>
                    <a:pt x="8"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1" name="Freeform 55"/>
            <p:cNvSpPr>
              <a:spLocks/>
            </p:cNvSpPr>
            <p:nvPr/>
          </p:nvSpPr>
          <p:spPr bwMode="invGray">
            <a:xfrm>
              <a:off x="9947275" y="1553865"/>
              <a:ext cx="4762" cy="1231"/>
            </a:xfrm>
            <a:custGeom>
              <a:avLst/>
              <a:gdLst>
                <a:gd name="T0" fmla="*/ 1 w 5"/>
                <a:gd name="T1" fmla="*/ 0 h 1"/>
                <a:gd name="T2" fmla="*/ 1 w 5"/>
                <a:gd name="T3" fmla="*/ 0 h 1"/>
                <a:gd name="T4" fmla="*/ 0 w 5"/>
                <a:gd name="T5" fmla="*/ 0 h 1"/>
                <a:gd name="T6" fmla="*/ 1 w 5"/>
                <a:gd name="T7" fmla="*/ 0 h 1"/>
              </a:gdLst>
              <a:ahLst/>
              <a:cxnLst>
                <a:cxn ang="0">
                  <a:pos x="T0" y="T1"/>
                </a:cxn>
                <a:cxn ang="0">
                  <a:pos x="T2" y="T3"/>
                </a:cxn>
                <a:cxn ang="0">
                  <a:pos x="T4" y="T5"/>
                </a:cxn>
                <a:cxn ang="0">
                  <a:pos x="T6" y="T7"/>
                </a:cxn>
              </a:cxnLst>
              <a:rect l="0" t="0" r="r" b="b"/>
              <a:pathLst>
                <a:path w="5" h="1">
                  <a:moveTo>
                    <a:pt x="1" y="0"/>
                  </a:moveTo>
                  <a:lnTo>
                    <a:pt x="1" y="0"/>
                  </a:lnTo>
                  <a:lnTo>
                    <a:pt x="0" y="0"/>
                  </a:lnTo>
                  <a:cubicBezTo>
                    <a:pt x="5" y="1"/>
                    <a:pt x="4" y="0"/>
                    <a:pt x="1"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2" name="Freeform 56"/>
            <p:cNvSpPr>
              <a:spLocks/>
            </p:cNvSpPr>
            <p:nvPr/>
          </p:nvSpPr>
          <p:spPr bwMode="invGray">
            <a:xfrm>
              <a:off x="10817225" y="1531708"/>
              <a:ext cx="23812" cy="0"/>
            </a:xfrm>
            <a:custGeom>
              <a:avLst/>
              <a:gdLst>
                <a:gd name="T0" fmla="*/ 25 w 25"/>
                <a:gd name="T1" fmla="*/ 1 h 1"/>
                <a:gd name="T2" fmla="*/ 25 w 25"/>
                <a:gd name="T3" fmla="*/ 1 h 1"/>
                <a:gd name="T4" fmla="*/ 0 w 25"/>
                <a:gd name="T5" fmla="*/ 0 h 1"/>
                <a:gd name="T6" fmla="*/ 25 w 25"/>
                <a:gd name="T7" fmla="*/ 1 h 1"/>
              </a:gdLst>
              <a:ahLst/>
              <a:cxnLst>
                <a:cxn ang="0">
                  <a:pos x="T0" y="T1"/>
                </a:cxn>
                <a:cxn ang="0">
                  <a:pos x="T2" y="T3"/>
                </a:cxn>
                <a:cxn ang="0">
                  <a:pos x="T4" y="T5"/>
                </a:cxn>
                <a:cxn ang="0">
                  <a:pos x="T6" y="T7"/>
                </a:cxn>
              </a:cxnLst>
              <a:rect l="0" t="0" r="r" b="b"/>
              <a:pathLst>
                <a:path w="25" h="1">
                  <a:moveTo>
                    <a:pt x="25" y="1"/>
                  </a:moveTo>
                  <a:lnTo>
                    <a:pt x="25" y="1"/>
                  </a:lnTo>
                  <a:cubicBezTo>
                    <a:pt x="18" y="0"/>
                    <a:pt x="10" y="0"/>
                    <a:pt x="0" y="0"/>
                  </a:cubicBezTo>
                  <a:cubicBezTo>
                    <a:pt x="5" y="0"/>
                    <a:pt x="12" y="0"/>
                    <a:pt x="25"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3" name="Freeform 57"/>
            <p:cNvSpPr>
              <a:spLocks/>
            </p:cNvSpPr>
            <p:nvPr/>
          </p:nvSpPr>
          <p:spPr bwMode="invGray">
            <a:xfrm>
              <a:off x="10836275" y="1529246"/>
              <a:ext cx="19050" cy="1231"/>
            </a:xfrm>
            <a:custGeom>
              <a:avLst/>
              <a:gdLst>
                <a:gd name="T0" fmla="*/ 0 w 20"/>
                <a:gd name="T1" fmla="*/ 1 h 1"/>
                <a:gd name="T2" fmla="*/ 0 w 20"/>
                <a:gd name="T3" fmla="*/ 1 h 1"/>
                <a:gd name="T4" fmla="*/ 18 w 20"/>
                <a:gd name="T5" fmla="*/ 1 h 1"/>
                <a:gd name="T6" fmla="*/ 0 w 20"/>
                <a:gd name="T7" fmla="*/ 1 h 1"/>
              </a:gdLst>
              <a:ahLst/>
              <a:cxnLst>
                <a:cxn ang="0">
                  <a:pos x="T0" y="T1"/>
                </a:cxn>
                <a:cxn ang="0">
                  <a:pos x="T2" y="T3"/>
                </a:cxn>
                <a:cxn ang="0">
                  <a:pos x="T4" y="T5"/>
                </a:cxn>
                <a:cxn ang="0">
                  <a:pos x="T6" y="T7"/>
                </a:cxn>
              </a:cxnLst>
              <a:rect l="0" t="0" r="r" b="b"/>
              <a:pathLst>
                <a:path w="20" h="1">
                  <a:moveTo>
                    <a:pt x="0" y="1"/>
                  </a:moveTo>
                  <a:lnTo>
                    <a:pt x="0" y="1"/>
                  </a:lnTo>
                  <a:lnTo>
                    <a:pt x="18" y="1"/>
                  </a:lnTo>
                  <a:cubicBezTo>
                    <a:pt x="20" y="1"/>
                    <a:pt x="18"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4" name="Freeform 58"/>
            <p:cNvSpPr>
              <a:spLocks/>
            </p:cNvSpPr>
            <p:nvPr/>
          </p:nvSpPr>
          <p:spPr bwMode="invGray">
            <a:xfrm>
              <a:off x="10787063" y="1530477"/>
              <a:ext cx="30162" cy="1231"/>
            </a:xfrm>
            <a:custGeom>
              <a:avLst/>
              <a:gdLst>
                <a:gd name="T0" fmla="*/ 0 w 31"/>
                <a:gd name="T1" fmla="*/ 0 h 1"/>
                <a:gd name="T2" fmla="*/ 0 w 31"/>
                <a:gd name="T3" fmla="*/ 0 h 1"/>
                <a:gd name="T4" fmla="*/ 31 w 31"/>
                <a:gd name="T5" fmla="*/ 1 h 1"/>
                <a:gd name="T6" fmla="*/ 27 w 31"/>
                <a:gd name="T7" fmla="*/ 0 h 1"/>
                <a:gd name="T8" fmla="*/ 0 w 31"/>
                <a:gd name="T9" fmla="*/ 0 h 1"/>
              </a:gdLst>
              <a:ahLst/>
              <a:cxnLst>
                <a:cxn ang="0">
                  <a:pos x="T0" y="T1"/>
                </a:cxn>
                <a:cxn ang="0">
                  <a:pos x="T2" y="T3"/>
                </a:cxn>
                <a:cxn ang="0">
                  <a:pos x="T4" y="T5"/>
                </a:cxn>
                <a:cxn ang="0">
                  <a:pos x="T6" y="T7"/>
                </a:cxn>
                <a:cxn ang="0">
                  <a:pos x="T8" y="T9"/>
                </a:cxn>
              </a:cxnLst>
              <a:rect l="0" t="0" r="r" b="b"/>
              <a:pathLst>
                <a:path w="31" h="1">
                  <a:moveTo>
                    <a:pt x="0" y="0"/>
                  </a:moveTo>
                  <a:lnTo>
                    <a:pt x="0" y="0"/>
                  </a:lnTo>
                  <a:cubicBezTo>
                    <a:pt x="11" y="0"/>
                    <a:pt x="21" y="0"/>
                    <a:pt x="31" y="1"/>
                  </a:cubicBezTo>
                  <a:cubicBezTo>
                    <a:pt x="28" y="0"/>
                    <a:pt x="26" y="0"/>
                    <a:pt x="27" y="0"/>
                  </a:cubicBezTo>
                  <a:lnTo>
                    <a:pt x="0" y="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5" name="Freeform 59"/>
            <p:cNvSpPr>
              <a:spLocks/>
            </p:cNvSpPr>
            <p:nvPr/>
          </p:nvSpPr>
          <p:spPr bwMode="invGray">
            <a:xfrm>
              <a:off x="4092575" y="1552634"/>
              <a:ext cx="20637" cy="2462"/>
            </a:xfrm>
            <a:custGeom>
              <a:avLst/>
              <a:gdLst>
                <a:gd name="T0" fmla="*/ 23 w 23"/>
                <a:gd name="T1" fmla="*/ 0 h 2"/>
                <a:gd name="T2" fmla="*/ 23 w 23"/>
                <a:gd name="T3" fmla="*/ 0 h 2"/>
                <a:gd name="T4" fmla="*/ 19 w 23"/>
                <a:gd name="T5" fmla="*/ 0 h 2"/>
                <a:gd name="T6" fmla="*/ 23 w 23"/>
                <a:gd name="T7" fmla="*/ 0 h 2"/>
              </a:gdLst>
              <a:ahLst/>
              <a:cxnLst>
                <a:cxn ang="0">
                  <a:pos x="T0" y="T1"/>
                </a:cxn>
                <a:cxn ang="0">
                  <a:pos x="T2" y="T3"/>
                </a:cxn>
                <a:cxn ang="0">
                  <a:pos x="T4" y="T5"/>
                </a:cxn>
                <a:cxn ang="0">
                  <a:pos x="T6" y="T7"/>
                </a:cxn>
              </a:cxnLst>
              <a:rect l="0" t="0" r="r" b="b"/>
              <a:pathLst>
                <a:path w="23" h="2">
                  <a:moveTo>
                    <a:pt x="23" y="0"/>
                  </a:moveTo>
                  <a:lnTo>
                    <a:pt x="23" y="0"/>
                  </a:lnTo>
                  <a:lnTo>
                    <a:pt x="19" y="0"/>
                  </a:lnTo>
                  <a:cubicBezTo>
                    <a:pt x="0" y="2"/>
                    <a:pt x="8" y="1"/>
                    <a:pt x="23"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6" name="Freeform 60"/>
            <p:cNvSpPr>
              <a:spLocks/>
            </p:cNvSpPr>
            <p:nvPr/>
          </p:nvSpPr>
          <p:spPr bwMode="invGray">
            <a:xfrm>
              <a:off x="8528050" y="1567405"/>
              <a:ext cx="3175" cy="1231"/>
            </a:xfrm>
            <a:custGeom>
              <a:avLst/>
              <a:gdLst>
                <a:gd name="T0" fmla="*/ 1 w 3"/>
                <a:gd name="T1" fmla="*/ 1 h 1"/>
                <a:gd name="T2" fmla="*/ 1 w 3"/>
                <a:gd name="T3" fmla="*/ 1 h 1"/>
                <a:gd name="T4" fmla="*/ 3 w 3"/>
                <a:gd name="T5" fmla="*/ 0 h 1"/>
                <a:gd name="T6" fmla="*/ 0 w 3"/>
                <a:gd name="T7" fmla="*/ 0 h 1"/>
                <a:gd name="T8" fmla="*/ 1 w 3"/>
                <a:gd name="T9" fmla="*/ 1 h 1"/>
              </a:gdLst>
              <a:ahLst/>
              <a:cxnLst>
                <a:cxn ang="0">
                  <a:pos x="T0" y="T1"/>
                </a:cxn>
                <a:cxn ang="0">
                  <a:pos x="T2" y="T3"/>
                </a:cxn>
                <a:cxn ang="0">
                  <a:pos x="T4" y="T5"/>
                </a:cxn>
                <a:cxn ang="0">
                  <a:pos x="T6" y="T7"/>
                </a:cxn>
                <a:cxn ang="0">
                  <a:pos x="T8" y="T9"/>
                </a:cxn>
              </a:cxnLst>
              <a:rect l="0" t="0" r="r" b="b"/>
              <a:pathLst>
                <a:path w="3" h="1">
                  <a:moveTo>
                    <a:pt x="1" y="1"/>
                  </a:moveTo>
                  <a:lnTo>
                    <a:pt x="1" y="1"/>
                  </a:lnTo>
                  <a:lnTo>
                    <a:pt x="3" y="0"/>
                  </a:lnTo>
                  <a:lnTo>
                    <a:pt x="0" y="0"/>
                  </a:lnTo>
                  <a:lnTo>
                    <a:pt x="1"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7" name="Freeform 61"/>
            <p:cNvSpPr>
              <a:spLocks/>
            </p:cNvSpPr>
            <p:nvPr/>
          </p:nvSpPr>
          <p:spPr bwMode="invGray">
            <a:xfrm>
              <a:off x="8461375" y="1556326"/>
              <a:ext cx="66675" cy="14771"/>
            </a:xfrm>
            <a:custGeom>
              <a:avLst/>
              <a:gdLst>
                <a:gd name="T0" fmla="*/ 0 w 69"/>
                <a:gd name="T1" fmla="*/ 17 h 17"/>
                <a:gd name="T2" fmla="*/ 0 w 69"/>
                <a:gd name="T3" fmla="*/ 17 h 17"/>
                <a:gd name="T4" fmla="*/ 69 w 69"/>
                <a:gd name="T5" fmla="*/ 13 h 17"/>
                <a:gd name="T6" fmla="*/ 46 w 69"/>
                <a:gd name="T7" fmla="*/ 0 h 17"/>
                <a:gd name="T8" fmla="*/ 0 w 69"/>
                <a:gd name="T9" fmla="*/ 17 h 17"/>
              </a:gdLst>
              <a:ahLst/>
              <a:cxnLst>
                <a:cxn ang="0">
                  <a:pos x="T0" y="T1"/>
                </a:cxn>
                <a:cxn ang="0">
                  <a:pos x="T2" y="T3"/>
                </a:cxn>
                <a:cxn ang="0">
                  <a:pos x="T4" y="T5"/>
                </a:cxn>
                <a:cxn ang="0">
                  <a:pos x="T6" y="T7"/>
                </a:cxn>
                <a:cxn ang="0">
                  <a:pos x="T8" y="T9"/>
                </a:cxn>
              </a:cxnLst>
              <a:rect l="0" t="0" r="r" b="b"/>
              <a:pathLst>
                <a:path w="69" h="17">
                  <a:moveTo>
                    <a:pt x="0" y="17"/>
                  </a:moveTo>
                  <a:lnTo>
                    <a:pt x="0" y="17"/>
                  </a:lnTo>
                  <a:cubicBezTo>
                    <a:pt x="30" y="11"/>
                    <a:pt x="47" y="12"/>
                    <a:pt x="69" y="13"/>
                  </a:cubicBezTo>
                  <a:lnTo>
                    <a:pt x="46" y="0"/>
                  </a:lnTo>
                  <a:lnTo>
                    <a:pt x="0" y="17"/>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8" name="Freeform 62"/>
            <p:cNvSpPr>
              <a:spLocks noEditPoints="1"/>
            </p:cNvSpPr>
            <p:nvPr/>
          </p:nvSpPr>
          <p:spPr bwMode="invGray">
            <a:xfrm>
              <a:off x="1562100" y="1514475"/>
              <a:ext cx="9563100" cy="64008"/>
            </a:xfrm>
            <a:custGeom>
              <a:avLst/>
              <a:gdLst>
                <a:gd name="T0" fmla="*/ 9555 w 10030"/>
                <a:gd name="T1" fmla="*/ 25 h 75"/>
                <a:gd name="T2" fmla="*/ 9488 w 10030"/>
                <a:gd name="T3" fmla="*/ 23 h 75"/>
                <a:gd name="T4" fmla="*/ 5258 w 10030"/>
                <a:gd name="T5" fmla="*/ 60 h 75"/>
                <a:gd name="T6" fmla="*/ 4572 w 10030"/>
                <a:gd name="T7" fmla="*/ 65 h 75"/>
                <a:gd name="T8" fmla="*/ 4884 w 10030"/>
                <a:gd name="T9" fmla="*/ 61 h 75"/>
                <a:gd name="T10" fmla="*/ 5092 w 10030"/>
                <a:gd name="T11" fmla="*/ 56 h 75"/>
                <a:gd name="T12" fmla="*/ 5260 w 10030"/>
                <a:gd name="T13" fmla="*/ 60 h 75"/>
                <a:gd name="T14" fmla="*/ 5560 w 10030"/>
                <a:gd name="T15" fmla="*/ 62 h 75"/>
                <a:gd name="T16" fmla="*/ 6006 w 10030"/>
                <a:gd name="T17" fmla="*/ 56 h 75"/>
                <a:gd name="T18" fmla="*/ 6308 w 10030"/>
                <a:gd name="T19" fmla="*/ 32 h 75"/>
                <a:gd name="T20" fmla="*/ 6269 w 10030"/>
                <a:gd name="T21" fmla="*/ 52 h 75"/>
                <a:gd name="T22" fmla="*/ 6665 w 10030"/>
                <a:gd name="T23" fmla="*/ 41 h 75"/>
                <a:gd name="T24" fmla="*/ 6806 w 10030"/>
                <a:gd name="T25" fmla="*/ 53 h 75"/>
                <a:gd name="T26" fmla="*/ 7204 w 10030"/>
                <a:gd name="T27" fmla="*/ 50 h 75"/>
                <a:gd name="T28" fmla="*/ 7485 w 10030"/>
                <a:gd name="T29" fmla="*/ 62 h 75"/>
                <a:gd name="T30" fmla="*/ 7667 w 10030"/>
                <a:gd name="T31" fmla="*/ 61 h 75"/>
                <a:gd name="T32" fmla="*/ 7919 w 10030"/>
                <a:gd name="T33" fmla="*/ 63 h 75"/>
                <a:gd name="T34" fmla="*/ 8179 w 10030"/>
                <a:gd name="T35" fmla="*/ 51 h 75"/>
                <a:gd name="T36" fmla="*/ 8401 w 10030"/>
                <a:gd name="T37" fmla="*/ 31 h 75"/>
                <a:gd name="T38" fmla="*/ 8692 w 10030"/>
                <a:gd name="T39" fmla="*/ 58 h 75"/>
                <a:gd name="T40" fmla="*/ 9084 w 10030"/>
                <a:gd name="T41" fmla="*/ 61 h 75"/>
                <a:gd name="T42" fmla="*/ 9498 w 10030"/>
                <a:gd name="T43" fmla="*/ 44 h 75"/>
                <a:gd name="T44" fmla="*/ 9670 w 10030"/>
                <a:gd name="T45" fmla="*/ 45 h 75"/>
                <a:gd name="T46" fmla="*/ 9877 w 10030"/>
                <a:gd name="T47" fmla="*/ 32 h 75"/>
                <a:gd name="T48" fmla="*/ 9735 w 10030"/>
                <a:gd name="T49" fmla="*/ 21 h 75"/>
                <a:gd name="T50" fmla="*/ 9636 w 10030"/>
                <a:gd name="T51" fmla="*/ 27 h 75"/>
                <a:gd name="T52" fmla="*/ 9290 w 10030"/>
                <a:gd name="T53" fmla="*/ 22 h 75"/>
                <a:gd name="T54" fmla="*/ 8498 w 10030"/>
                <a:gd name="T55" fmla="*/ 12 h 75"/>
                <a:gd name="T56" fmla="*/ 7899 w 10030"/>
                <a:gd name="T57" fmla="*/ 21 h 75"/>
                <a:gd name="T58" fmla="*/ 7774 w 10030"/>
                <a:gd name="T59" fmla="*/ 22 h 75"/>
                <a:gd name="T60" fmla="*/ 7493 w 10030"/>
                <a:gd name="T61" fmla="*/ 32 h 75"/>
                <a:gd name="T62" fmla="*/ 7190 w 10030"/>
                <a:gd name="T63" fmla="*/ 31 h 75"/>
                <a:gd name="T64" fmla="*/ 6418 w 10030"/>
                <a:gd name="T65" fmla="*/ 20 h 75"/>
                <a:gd name="T66" fmla="*/ 6248 w 10030"/>
                <a:gd name="T67" fmla="*/ 24 h 75"/>
                <a:gd name="T68" fmla="*/ 5823 w 10030"/>
                <a:gd name="T69" fmla="*/ 28 h 75"/>
                <a:gd name="T70" fmla="*/ 5422 w 10030"/>
                <a:gd name="T71" fmla="*/ 11 h 75"/>
                <a:gd name="T72" fmla="*/ 4925 w 10030"/>
                <a:gd name="T73" fmla="*/ 16 h 75"/>
                <a:gd name="T74" fmla="*/ 4310 w 10030"/>
                <a:gd name="T75" fmla="*/ 18 h 75"/>
                <a:gd name="T76" fmla="*/ 3439 w 10030"/>
                <a:gd name="T77" fmla="*/ 21 h 75"/>
                <a:gd name="T78" fmla="*/ 2740 w 10030"/>
                <a:gd name="T79" fmla="*/ 18 h 75"/>
                <a:gd name="T80" fmla="*/ 2597 w 10030"/>
                <a:gd name="T81" fmla="*/ 9 h 75"/>
                <a:gd name="T82" fmla="*/ 2367 w 10030"/>
                <a:gd name="T83" fmla="*/ 21 h 75"/>
                <a:gd name="T84" fmla="*/ 1566 w 10030"/>
                <a:gd name="T85" fmla="*/ 11 h 75"/>
                <a:gd name="T86" fmla="*/ 262 w 10030"/>
                <a:gd name="T87" fmla="*/ 7 h 75"/>
                <a:gd name="T88" fmla="*/ 104 w 10030"/>
                <a:gd name="T89" fmla="*/ 42 h 75"/>
                <a:gd name="T90" fmla="*/ 742 w 10030"/>
                <a:gd name="T91" fmla="*/ 47 h 75"/>
                <a:gd name="T92" fmla="*/ 1060 w 10030"/>
                <a:gd name="T93" fmla="*/ 47 h 75"/>
                <a:gd name="T94" fmla="*/ 1593 w 10030"/>
                <a:gd name="T95" fmla="*/ 46 h 75"/>
                <a:gd name="T96" fmla="*/ 2022 w 10030"/>
                <a:gd name="T97" fmla="*/ 45 h 75"/>
                <a:gd name="T98" fmla="*/ 2481 w 10030"/>
                <a:gd name="T99" fmla="*/ 51 h 75"/>
                <a:gd name="T100" fmla="*/ 2677 w 10030"/>
                <a:gd name="T101" fmla="*/ 45 h 75"/>
                <a:gd name="T102" fmla="*/ 2863 w 10030"/>
                <a:gd name="T103" fmla="*/ 52 h 75"/>
                <a:gd name="T104" fmla="*/ 3163 w 10030"/>
                <a:gd name="T105" fmla="*/ 62 h 75"/>
                <a:gd name="T106" fmla="*/ 3411 w 10030"/>
                <a:gd name="T107" fmla="*/ 54 h 75"/>
                <a:gd name="T108" fmla="*/ 3550 w 10030"/>
                <a:gd name="T109" fmla="*/ 60 h 75"/>
                <a:gd name="T110" fmla="*/ 3740 w 10030"/>
                <a:gd name="T111" fmla="*/ 65 h 75"/>
                <a:gd name="T112" fmla="*/ 4329 w 10030"/>
                <a:gd name="T113" fmla="*/ 68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0030" h="75">
                  <a:moveTo>
                    <a:pt x="2469" y="12"/>
                  </a:moveTo>
                  <a:lnTo>
                    <a:pt x="2469" y="12"/>
                  </a:lnTo>
                  <a:lnTo>
                    <a:pt x="2482" y="13"/>
                  </a:lnTo>
                  <a:cubicBezTo>
                    <a:pt x="2453" y="15"/>
                    <a:pt x="2461" y="13"/>
                    <a:pt x="2469" y="12"/>
                  </a:cubicBezTo>
                  <a:close/>
                  <a:moveTo>
                    <a:pt x="9555" y="25"/>
                  </a:moveTo>
                  <a:lnTo>
                    <a:pt x="9555" y="25"/>
                  </a:lnTo>
                  <a:cubicBezTo>
                    <a:pt x="9562" y="24"/>
                    <a:pt x="9561" y="23"/>
                    <a:pt x="9559" y="23"/>
                  </a:cubicBezTo>
                  <a:cubicBezTo>
                    <a:pt x="9554" y="24"/>
                    <a:pt x="9539" y="24"/>
                    <a:pt x="9522" y="24"/>
                  </a:cubicBezTo>
                  <a:cubicBezTo>
                    <a:pt x="9527" y="25"/>
                    <a:pt x="9536" y="26"/>
                    <a:pt x="9555" y="25"/>
                  </a:cubicBezTo>
                  <a:close/>
                  <a:moveTo>
                    <a:pt x="9489" y="23"/>
                  </a:moveTo>
                  <a:lnTo>
                    <a:pt x="9489" y="23"/>
                  </a:lnTo>
                  <a:lnTo>
                    <a:pt x="9488" y="23"/>
                  </a:lnTo>
                  <a:cubicBezTo>
                    <a:pt x="9456" y="21"/>
                    <a:pt x="9467" y="22"/>
                    <a:pt x="9489" y="23"/>
                  </a:cubicBezTo>
                  <a:close/>
                  <a:moveTo>
                    <a:pt x="6376" y="50"/>
                  </a:moveTo>
                  <a:lnTo>
                    <a:pt x="6376" y="50"/>
                  </a:lnTo>
                  <a:cubicBezTo>
                    <a:pt x="6365" y="52"/>
                    <a:pt x="6349" y="51"/>
                    <a:pt x="6330" y="49"/>
                  </a:cubicBezTo>
                  <a:cubicBezTo>
                    <a:pt x="6344" y="49"/>
                    <a:pt x="6359" y="49"/>
                    <a:pt x="6376" y="50"/>
                  </a:cubicBezTo>
                  <a:close/>
                  <a:moveTo>
                    <a:pt x="5258" y="60"/>
                  </a:moveTo>
                  <a:lnTo>
                    <a:pt x="5258" y="60"/>
                  </a:lnTo>
                  <a:cubicBezTo>
                    <a:pt x="5244" y="61"/>
                    <a:pt x="5216" y="64"/>
                    <a:pt x="5205" y="61"/>
                  </a:cubicBezTo>
                  <a:cubicBezTo>
                    <a:pt x="5222" y="55"/>
                    <a:pt x="5234" y="58"/>
                    <a:pt x="5258" y="60"/>
                  </a:cubicBezTo>
                  <a:close/>
                  <a:moveTo>
                    <a:pt x="4523" y="61"/>
                  </a:moveTo>
                  <a:lnTo>
                    <a:pt x="4523" y="61"/>
                  </a:lnTo>
                  <a:lnTo>
                    <a:pt x="4572" y="65"/>
                  </a:lnTo>
                  <a:cubicBezTo>
                    <a:pt x="4513" y="71"/>
                    <a:pt x="4470" y="69"/>
                    <a:pt x="4516" y="75"/>
                  </a:cubicBezTo>
                  <a:cubicBezTo>
                    <a:pt x="4523" y="61"/>
                    <a:pt x="4707" y="74"/>
                    <a:pt x="4714" y="60"/>
                  </a:cubicBezTo>
                  <a:lnTo>
                    <a:pt x="4747" y="63"/>
                  </a:lnTo>
                  <a:cubicBezTo>
                    <a:pt x="4737" y="63"/>
                    <a:pt x="4736" y="64"/>
                    <a:pt x="4727" y="64"/>
                  </a:cubicBezTo>
                  <a:cubicBezTo>
                    <a:pt x="4790" y="70"/>
                    <a:pt x="4774" y="54"/>
                    <a:pt x="4855" y="56"/>
                  </a:cubicBezTo>
                  <a:cubicBezTo>
                    <a:pt x="4883" y="57"/>
                    <a:pt x="4903" y="59"/>
                    <a:pt x="4884" y="61"/>
                  </a:cubicBezTo>
                  <a:lnTo>
                    <a:pt x="4947" y="57"/>
                  </a:lnTo>
                  <a:cubicBezTo>
                    <a:pt x="4965" y="58"/>
                    <a:pt x="4961" y="60"/>
                    <a:pt x="4942" y="60"/>
                  </a:cubicBezTo>
                  <a:lnTo>
                    <a:pt x="5039" y="59"/>
                  </a:lnTo>
                  <a:lnTo>
                    <a:pt x="5038" y="59"/>
                  </a:lnTo>
                  <a:cubicBezTo>
                    <a:pt x="5052" y="57"/>
                    <a:pt x="5083" y="54"/>
                    <a:pt x="5098" y="52"/>
                  </a:cubicBezTo>
                  <a:cubicBezTo>
                    <a:pt x="5122" y="54"/>
                    <a:pt x="5086" y="54"/>
                    <a:pt x="5092" y="56"/>
                  </a:cubicBezTo>
                  <a:lnTo>
                    <a:pt x="5145" y="52"/>
                  </a:lnTo>
                  <a:cubicBezTo>
                    <a:pt x="5167" y="56"/>
                    <a:pt x="5123" y="59"/>
                    <a:pt x="5086" y="59"/>
                  </a:cubicBezTo>
                  <a:cubicBezTo>
                    <a:pt x="5136" y="73"/>
                    <a:pt x="5130" y="55"/>
                    <a:pt x="5238" y="64"/>
                  </a:cubicBezTo>
                  <a:lnTo>
                    <a:pt x="5187" y="65"/>
                  </a:lnTo>
                  <a:cubicBezTo>
                    <a:pt x="5220" y="73"/>
                    <a:pt x="5259" y="70"/>
                    <a:pt x="5316" y="75"/>
                  </a:cubicBezTo>
                  <a:cubicBezTo>
                    <a:pt x="5302" y="73"/>
                    <a:pt x="5202" y="63"/>
                    <a:pt x="5260" y="60"/>
                  </a:cubicBezTo>
                  <a:cubicBezTo>
                    <a:pt x="5276" y="61"/>
                    <a:pt x="5298" y="61"/>
                    <a:pt x="5329" y="59"/>
                  </a:cubicBezTo>
                  <a:cubicBezTo>
                    <a:pt x="5329" y="63"/>
                    <a:pt x="5359" y="62"/>
                    <a:pt x="5398" y="62"/>
                  </a:cubicBezTo>
                  <a:lnTo>
                    <a:pt x="5395" y="69"/>
                  </a:lnTo>
                  <a:cubicBezTo>
                    <a:pt x="5436" y="67"/>
                    <a:pt x="5433" y="64"/>
                    <a:pt x="5457" y="61"/>
                  </a:cubicBezTo>
                  <a:cubicBezTo>
                    <a:pt x="5503" y="61"/>
                    <a:pt x="5513" y="66"/>
                    <a:pt x="5523" y="71"/>
                  </a:cubicBezTo>
                  <a:cubicBezTo>
                    <a:pt x="5597" y="72"/>
                    <a:pt x="5473" y="63"/>
                    <a:pt x="5560" y="62"/>
                  </a:cubicBezTo>
                  <a:cubicBezTo>
                    <a:pt x="5621" y="64"/>
                    <a:pt x="5664" y="62"/>
                    <a:pt x="5737" y="58"/>
                  </a:cubicBezTo>
                  <a:cubicBezTo>
                    <a:pt x="5780" y="60"/>
                    <a:pt x="5730" y="62"/>
                    <a:pt x="5745" y="64"/>
                  </a:cubicBezTo>
                  <a:lnTo>
                    <a:pt x="5783" y="59"/>
                  </a:lnTo>
                  <a:cubicBezTo>
                    <a:pt x="5792" y="59"/>
                    <a:pt x="5789" y="60"/>
                    <a:pt x="5788" y="61"/>
                  </a:cubicBezTo>
                  <a:cubicBezTo>
                    <a:pt x="5820" y="59"/>
                    <a:pt x="5790" y="55"/>
                    <a:pt x="5841" y="53"/>
                  </a:cubicBezTo>
                  <a:cubicBezTo>
                    <a:pt x="5854" y="46"/>
                    <a:pt x="5944" y="64"/>
                    <a:pt x="6006" y="56"/>
                  </a:cubicBezTo>
                  <a:cubicBezTo>
                    <a:pt x="6021" y="58"/>
                    <a:pt x="5999" y="60"/>
                    <a:pt x="6003" y="62"/>
                  </a:cubicBezTo>
                  <a:cubicBezTo>
                    <a:pt x="6089" y="57"/>
                    <a:pt x="6077" y="59"/>
                    <a:pt x="6147" y="52"/>
                  </a:cubicBezTo>
                  <a:lnTo>
                    <a:pt x="6206" y="56"/>
                  </a:lnTo>
                  <a:cubicBezTo>
                    <a:pt x="6163" y="51"/>
                    <a:pt x="6219" y="45"/>
                    <a:pt x="6268" y="41"/>
                  </a:cubicBezTo>
                  <a:cubicBezTo>
                    <a:pt x="6252" y="38"/>
                    <a:pt x="6239" y="36"/>
                    <a:pt x="6230" y="35"/>
                  </a:cubicBezTo>
                  <a:lnTo>
                    <a:pt x="6308" y="32"/>
                  </a:lnTo>
                  <a:cubicBezTo>
                    <a:pt x="6318" y="33"/>
                    <a:pt x="6310" y="35"/>
                    <a:pt x="6297" y="38"/>
                  </a:cubicBezTo>
                  <a:lnTo>
                    <a:pt x="6311" y="36"/>
                  </a:lnTo>
                  <a:cubicBezTo>
                    <a:pt x="6339" y="39"/>
                    <a:pt x="6325" y="43"/>
                    <a:pt x="6305" y="46"/>
                  </a:cubicBezTo>
                  <a:lnTo>
                    <a:pt x="6277" y="42"/>
                  </a:lnTo>
                  <a:cubicBezTo>
                    <a:pt x="6257" y="46"/>
                    <a:pt x="6239" y="50"/>
                    <a:pt x="6243" y="54"/>
                  </a:cubicBezTo>
                  <a:cubicBezTo>
                    <a:pt x="6248" y="53"/>
                    <a:pt x="6258" y="53"/>
                    <a:pt x="6269" y="52"/>
                  </a:cubicBezTo>
                  <a:cubicBezTo>
                    <a:pt x="6264" y="53"/>
                    <a:pt x="6261" y="54"/>
                    <a:pt x="6263" y="55"/>
                  </a:cubicBezTo>
                  <a:cubicBezTo>
                    <a:pt x="6266" y="56"/>
                    <a:pt x="6274" y="54"/>
                    <a:pt x="6287" y="53"/>
                  </a:cubicBezTo>
                  <a:lnTo>
                    <a:pt x="6304" y="60"/>
                  </a:lnTo>
                  <a:lnTo>
                    <a:pt x="6309" y="57"/>
                  </a:lnTo>
                  <a:lnTo>
                    <a:pt x="6411" y="62"/>
                  </a:lnTo>
                  <a:cubicBezTo>
                    <a:pt x="6485" y="55"/>
                    <a:pt x="6548" y="44"/>
                    <a:pt x="6665" y="41"/>
                  </a:cubicBezTo>
                  <a:cubicBezTo>
                    <a:pt x="6636" y="47"/>
                    <a:pt x="6659" y="50"/>
                    <a:pt x="6657" y="56"/>
                  </a:cubicBezTo>
                  <a:cubicBezTo>
                    <a:pt x="6625" y="50"/>
                    <a:pt x="6567" y="59"/>
                    <a:pt x="6507" y="58"/>
                  </a:cubicBezTo>
                  <a:cubicBezTo>
                    <a:pt x="6538" y="58"/>
                    <a:pt x="6531" y="61"/>
                    <a:pt x="6523" y="62"/>
                  </a:cubicBezTo>
                  <a:lnTo>
                    <a:pt x="6631" y="57"/>
                  </a:lnTo>
                  <a:cubicBezTo>
                    <a:pt x="6628" y="62"/>
                    <a:pt x="6654" y="60"/>
                    <a:pt x="6682" y="63"/>
                  </a:cubicBezTo>
                  <a:cubicBezTo>
                    <a:pt x="6660" y="52"/>
                    <a:pt x="6762" y="56"/>
                    <a:pt x="6806" y="53"/>
                  </a:cubicBezTo>
                  <a:cubicBezTo>
                    <a:pt x="6808" y="56"/>
                    <a:pt x="6798" y="60"/>
                    <a:pt x="6744" y="59"/>
                  </a:cubicBezTo>
                  <a:cubicBezTo>
                    <a:pt x="6803" y="67"/>
                    <a:pt x="6821" y="47"/>
                    <a:pt x="6879" y="54"/>
                  </a:cubicBezTo>
                  <a:cubicBezTo>
                    <a:pt x="6865" y="54"/>
                    <a:pt x="6858" y="53"/>
                    <a:pt x="6853" y="55"/>
                  </a:cubicBezTo>
                  <a:cubicBezTo>
                    <a:pt x="6884" y="52"/>
                    <a:pt x="6958" y="55"/>
                    <a:pt x="6941" y="58"/>
                  </a:cubicBezTo>
                  <a:lnTo>
                    <a:pt x="6928" y="58"/>
                  </a:lnTo>
                  <a:cubicBezTo>
                    <a:pt x="7014" y="59"/>
                    <a:pt x="7191" y="58"/>
                    <a:pt x="7204" y="50"/>
                  </a:cubicBezTo>
                  <a:cubicBezTo>
                    <a:pt x="7205" y="51"/>
                    <a:pt x="7193" y="60"/>
                    <a:pt x="7188" y="62"/>
                  </a:cubicBezTo>
                  <a:lnTo>
                    <a:pt x="7342" y="33"/>
                  </a:lnTo>
                  <a:cubicBezTo>
                    <a:pt x="7329" y="41"/>
                    <a:pt x="7381" y="58"/>
                    <a:pt x="7309" y="62"/>
                  </a:cubicBezTo>
                  <a:cubicBezTo>
                    <a:pt x="7330" y="63"/>
                    <a:pt x="7355" y="65"/>
                    <a:pt x="7399" y="62"/>
                  </a:cubicBezTo>
                  <a:cubicBezTo>
                    <a:pt x="7385" y="61"/>
                    <a:pt x="7364" y="51"/>
                    <a:pt x="7383" y="51"/>
                  </a:cubicBezTo>
                  <a:cubicBezTo>
                    <a:pt x="7436" y="59"/>
                    <a:pt x="7420" y="55"/>
                    <a:pt x="7485" y="62"/>
                  </a:cubicBezTo>
                  <a:cubicBezTo>
                    <a:pt x="7463" y="61"/>
                    <a:pt x="7487" y="49"/>
                    <a:pt x="7520" y="50"/>
                  </a:cubicBezTo>
                  <a:cubicBezTo>
                    <a:pt x="7515" y="51"/>
                    <a:pt x="7523" y="61"/>
                    <a:pt x="7511" y="62"/>
                  </a:cubicBezTo>
                  <a:lnTo>
                    <a:pt x="7594" y="51"/>
                  </a:lnTo>
                  <a:cubicBezTo>
                    <a:pt x="7573" y="53"/>
                    <a:pt x="7590" y="61"/>
                    <a:pt x="7609" y="64"/>
                  </a:cubicBezTo>
                  <a:cubicBezTo>
                    <a:pt x="7600" y="62"/>
                    <a:pt x="7680" y="64"/>
                    <a:pt x="7702" y="63"/>
                  </a:cubicBezTo>
                  <a:lnTo>
                    <a:pt x="7667" y="61"/>
                  </a:lnTo>
                  <a:cubicBezTo>
                    <a:pt x="7761" y="63"/>
                    <a:pt x="7760" y="45"/>
                    <a:pt x="7853" y="46"/>
                  </a:cubicBezTo>
                  <a:cubicBezTo>
                    <a:pt x="7842" y="48"/>
                    <a:pt x="7825" y="60"/>
                    <a:pt x="7872" y="62"/>
                  </a:cubicBezTo>
                  <a:cubicBezTo>
                    <a:pt x="7894" y="56"/>
                    <a:pt x="7968" y="34"/>
                    <a:pt x="8050" y="29"/>
                  </a:cubicBezTo>
                  <a:lnTo>
                    <a:pt x="8066" y="33"/>
                  </a:lnTo>
                  <a:lnTo>
                    <a:pt x="8129" y="29"/>
                  </a:lnTo>
                  <a:cubicBezTo>
                    <a:pt x="8090" y="38"/>
                    <a:pt x="7980" y="56"/>
                    <a:pt x="7919" y="63"/>
                  </a:cubicBezTo>
                  <a:cubicBezTo>
                    <a:pt x="7954" y="66"/>
                    <a:pt x="7929" y="67"/>
                    <a:pt x="7982" y="67"/>
                  </a:cubicBezTo>
                  <a:cubicBezTo>
                    <a:pt x="8000" y="70"/>
                    <a:pt x="7953" y="72"/>
                    <a:pt x="7938" y="72"/>
                  </a:cubicBezTo>
                  <a:lnTo>
                    <a:pt x="8060" y="74"/>
                  </a:lnTo>
                  <a:cubicBezTo>
                    <a:pt x="8054" y="67"/>
                    <a:pt x="8153" y="67"/>
                    <a:pt x="8149" y="62"/>
                  </a:cubicBezTo>
                  <a:lnTo>
                    <a:pt x="8016" y="68"/>
                  </a:lnTo>
                  <a:cubicBezTo>
                    <a:pt x="8011" y="62"/>
                    <a:pt x="8093" y="49"/>
                    <a:pt x="8179" y="51"/>
                  </a:cubicBezTo>
                  <a:cubicBezTo>
                    <a:pt x="8201" y="53"/>
                    <a:pt x="8163" y="63"/>
                    <a:pt x="8165" y="65"/>
                  </a:cubicBezTo>
                  <a:cubicBezTo>
                    <a:pt x="8176" y="63"/>
                    <a:pt x="8247" y="61"/>
                    <a:pt x="8255" y="62"/>
                  </a:cubicBezTo>
                  <a:lnTo>
                    <a:pt x="8218" y="66"/>
                  </a:lnTo>
                  <a:cubicBezTo>
                    <a:pt x="8266" y="69"/>
                    <a:pt x="8297" y="57"/>
                    <a:pt x="8355" y="64"/>
                  </a:cubicBezTo>
                  <a:cubicBezTo>
                    <a:pt x="8375" y="64"/>
                    <a:pt x="8414" y="73"/>
                    <a:pt x="8418" y="69"/>
                  </a:cubicBezTo>
                  <a:cubicBezTo>
                    <a:pt x="8385" y="61"/>
                    <a:pt x="8379" y="37"/>
                    <a:pt x="8401" y="31"/>
                  </a:cubicBezTo>
                  <a:cubicBezTo>
                    <a:pt x="8408" y="31"/>
                    <a:pt x="8505" y="38"/>
                    <a:pt x="8528" y="42"/>
                  </a:cubicBezTo>
                  <a:cubicBezTo>
                    <a:pt x="8561" y="48"/>
                    <a:pt x="8479" y="57"/>
                    <a:pt x="8507" y="62"/>
                  </a:cubicBezTo>
                  <a:cubicBezTo>
                    <a:pt x="8508" y="60"/>
                    <a:pt x="8526" y="58"/>
                    <a:pt x="8534" y="57"/>
                  </a:cubicBezTo>
                  <a:cubicBezTo>
                    <a:pt x="8555" y="59"/>
                    <a:pt x="8525" y="63"/>
                    <a:pt x="8571" y="62"/>
                  </a:cubicBezTo>
                  <a:cubicBezTo>
                    <a:pt x="8578" y="55"/>
                    <a:pt x="8664" y="63"/>
                    <a:pt x="8592" y="56"/>
                  </a:cubicBezTo>
                  <a:cubicBezTo>
                    <a:pt x="8637" y="55"/>
                    <a:pt x="8640" y="58"/>
                    <a:pt x="8692" y="58"/>
                  </a:cubicBezTo>
                  <a:cubicBezTo>
                    <a:pt x="8675" y="53"/>
                    <a:pt x="8739" y="43"/>
                    <a:pt x="8784" y="41"/>
                  </a:cubicBezTo>
                  <a:cubicBezTo>
                    <a:pt x="8781" y="42"/>
                    <a:pt x="8791" y="45"/>
                    <a:pt x="8796" y="46"/>
                  </a:cubicBezTo>
                  <a:cubicBezTo>
                    <a:pt x="8888" y="47"/>
                    <a:pt x="8937" y="50"/>
                    <a:pt x="9022" y="50"/>
                  </a:cubicBezTo>
                  <a:cubicBezTo>
                    <a:pt x="9030" y="52"/>
                    <a:pt x="9071" y="54"/>
                    <a:pt x="9054" y="57"/>
                  </a:cubicBezTo>
                  <a:cubicBezTo>
                    <a:pt x="9066" y="56"/>
                    <a:pt x="9077" y="53"/>
                    <a:pt x="9103" y="53"/>
                  </a:cubicBezTo>
                  <a:cubicBezTo>
                    <a:pt x="9154" y="59"/>
                    <a:pt x="9045" y="54"/>
                    <a:pt x="9084" y="61"/>
                  </a:cubicBezTo>
                  <a:cubicBezTo>
                    <a:pt x="9087" y="57"/>
                    <a:pt x="9152" y="56"/>
                    <a:pt x="9189" y="53"/>
                  </a:cubicBezTo>
                  <a:cubicBezTo>
                    <a:pt x="9178" y="47"/>
                    <a:pt x="9103" y="52"/>
                    <a:pt x="9065" y="54"/>
                  </a:cubicBezTo>
                  <a:cubicBezTo>
                    <a:pt x="9065" y="46"/>
                    <a:pt x="9130" y="37"/>
                    <a:pt x="9219" y="33"/>
                  </a:cubicBezTo>
                  <a:cubicBezTo>
                    <a:pt x="9290" y="31"/>
                    <a:pt x="9250" y="39"/>
                    <a:pt x="9262" y="38"/>
                  </a:cubicBezTo>
                  <a:cubicBezTo>
                    <a:pt x="9395" y="39"/>
                    <a:pt x="9376" y="23"/>
                    <a:pt x="9486" y="29"/>
                  </a:cubicBezTo>
                  <a:cubicBezTo>
                    <a:pt x="9530" y="35"/>
                    <a:pt x="9488" y="40"/>
                    <a:pt x="9498" y="44"/>
                  </a:cubicBezTo>
                  <a:cubicBezTo>
                    <a:pt x="9440" y="46"/>
                    <a:pt x="9409" y="40"/>
                    <a:pt x="9370" y="40"/>
                  </a:cubicBezTo>
                  <a:lnTo>
                    <a:pt x="9418" y="43"/>
                  </a:lnTo>
                  <a:cubicBezTo>
                    <a:pt x="9400" y="45"/>
                    <a:pt x="9361" y="46"/>
                    <a:pt x="9340" y="45"/>
                  </a:cubicBezTo>
                  <a:cubicBezTo>
                    <a:pt x="9377" y="50"/>
                    <a:pt x="9565" y="46"/>
                    <a:pt x="9668" y="51"/>
                  </a:cubicBezTo>
                  <a:cubicBezTo>
                    <a:pt x="9686" y="49"/>
                    <a:pt x="9718" y="47"/>
                    <a:pt x="9703" y="45"/>
                  </a:cubicBezTo>
                  <a:lnTo>
                    <a:pt x="9670" y="45"/>
                  </a:lnTo>
                  <a:cubicBezTo>
                    <a:pt x="9640" y="41"/>
                    <a:pt x="9732" y="39"/>
                    <a:pt x="9690" y="37"/>
                  </a:cubicBezTo>
                  <a:cubicBezTo>
                    <a:pt x="9734" y="34"/>
                    <a:pt x="9783" y="29"/>
                    <a:pt x="9844" y="32"/>
                  </a:cubicBezTo>
                  <a:lnTo>
                    <a:pt x="9856" y="38"/>
                  </a:lnTo>
                  <a:cubicBezTo>
                    <a:pt x="9854" y="36"/>
                    <a:pt x="9816" y="35"/>
                    <a:pt x="9798" y="36"/>
                  </a:cubicBezTo>
                  <a:cubicBezTo>
                    <a:pt x="9824" y="34"/>
                    <a:pt x="9892" y="45"/>
                    <a:pt x="9920" y="37"/>
                  </a:cubicBezTo>
                  <a:lnTo>
                    <a:pt x="9877" y="32"/>
                  </a:lnTo>
                  <a:cubicBezTo>
                    <a:pt x="9921" y="29"/>
                    <a:pt x="9975" y="23"/>
                    <a:pt x="10030" y="25"/>
                  </a:cubicBezTo>
                  <a:cubicBezTo>
                    <a:pt x="10005" y="19"/>
                    <a:pt x="10017" y="26"/>
                    <a:pt x="9979" y="18"/>
                  </a:cubicBezTo>
                  <a:cubicBezTo>
                    <a:pt x="10012" y="27"/>
                    <a:pt x="9839" y="18"/>
                    <a:pt x="9893" y="27"/>
                  </a:cubicBezTo>
                  <a:cubicBezTo>
                    <a:pt x="9854" y="19"/>
                    <a:pt x="9825" y="24"/>
                    <a:pt x="9773" y="16"/>
                  </a:cubicBezTo>
                  <a:cubicBezTo>
                    <a:pt x="9774" y="18"/>
                    <a:pt x="9791" y="20"/>
                    <a:pt x="9746" y="19"/>
                  </a:cubicBezTo>
                  <a:cubicBezTo>
                    <a:pt x="9743" y="20"/>
                    <a:pt x="9739" y="21"/>
                    <a:pt x="9735" y="21"/>
                  </a:cubicBezTo>
                  <a:lnTo>
                    <a:pt x="9732" y="21"/>
                  </a:lnTo>
                  <a:lnTo>
                    <a:pt x="9735" y="21"/>
                  </a:lnTo>
                  <a:cubicBezTo>
                    <a:pt x="9733" y="21"/>
                    <a:pt x="9733" y="22"/>
                    <a:pt x="9736" y="21"/>
                  </a:cubicBezTo>
                  <a:cubicBezTo>
                    <a:pt x="9747" y="22"/>
                    <a:pt x="9756" y="23"/>
                    <a:pt x="9759" y="24"/>
                  </a:cubicBezTo>
                  <a:cubicBezTo>
                    <a:pt x="9736" y="29"/>
                    <a:pt x="9664" y="29"/>
                    <a:pt x="9639" y="31"/>
                  </a:cubicBezTo>
                  <a:cubicBezTo>
                    <a:pt x="9612" y="30"/>
                    <a:pt x="9651" y="29"/>
                    <a:pt x="9636" y="27"/>
                  </a:cubicBezTo>
                  <a:lnTo>
                    <a:pt x="9599" y="30"/>
                  </a:lnTo>
                  <a:cubicBezTo>
                    <a:pt x="9596" y="26"/>
                    <a:pt x="9527" y="23"/>
                    <a:pt x="9591" y="20"/>
                  </a:cubicBezTo>
                  <a:lnTo>
                    <a:pt x="9534" y="20"/>
                  </a:lnTo>
                  <a:cubicBezTo>
                    <a:pt x="9500" y="17"/>
                    <a:pt x="9453" y="16"/>
                    <a:pt x="9425" y="18"/>
                  </a:cubicBezTo>
                  <a:cubicBezTo>
                    <a:pt x="9398" y="17"/>
                    <a:pt x="9356" y="23"/>
                    <a:pt x="9380" y="19"/>
                  </a:cubicBezTo>
                  <a:lnTo>
                    <a:pt x="9290" y="22"/>
                  </a:lnTo>
                  <a:lnTo>
                    <a:pt x="9289" y="21"/>
                  </a:lnTo>
                  <a:cubicBezTo>
                    <a:pt x="9200" y="20"/>
                    <a:pt x="9106" y="28"/>
                    <a:pt x="9004" y="20"/>
                  </a:cubicBezTo>
                  <a:cubicBezTo>
                    <a:pt x="8974" y="21"/>
                    <a:pt x="8944" y="22"/>
                    <a:pt x="8893" y="21"/>
                  </a:cubicBezTo>
                  <a:lnTo>
                    <a:pt x="8884" y="17"/>
                  </a:lnTo>
                  <a:cubicBezTo>
                    <a:pt x="8845" y="18"/>
                    <a:pt x="8768" y="13"/>
                    <a:pt x="8752" y="17"/>
                  </a:cubicBezTo>
                  <a:cubicBezTo>
                    <a:pt x="8710" y="7"/>
                    <a:pt x="8565" y="14"/>
                    <a:pt x="8498" y="12"/>
                  </a:cubicBezTo>
                  <a:lnTo>
                    <a:pt x="8495" y="17"/>
                  </a:lnTo>
                  <a:cubicBezTo>
                    <a:pt x="8449" y="17"/>
                    <a:pt x="8404" y="18"/>
                    <a:pt x="8346" y="20"/>
                  </a:cubicBezTo>
                  <a:lnTo>
                    <a:pt x="8350" y="25"/>
                  </a:lnTo>
                  <a:cubicBezTo>
                    <a:pt x="8300" y="28"/>
                    <a:pt x="8222" y="21"/>
                    <a:pt x="8143" y="22"/>
                  </a:cubicBezTo>
                  <a:cubicBezTo>
                    <a:pt x="8149" y="20"/>
                    <a:pt x="8169" y="20"/>
                    <a:pt x="8183" y="21"/>
                  </a:cubicBezTo>
                  <a:cubicBezTo>
                    <a:pt x="8089" y="11"/>
                    <a:pt x="7984" y="28"/>
                    <a:pt x="7899" y="21"/>
                  </a:cubicBezTo>
                  <a:cubicBezTo>
                    <a:pt x="7878" y="22"/>
                    <a:pt x="7862" y="22"/>
                    <a:pt x="7848" y="21"/>
                  </a:cubicBezTo>
                  <a:cubicBezTo>
                    <a:pt x="7850" y="21"/>
                    <a:pt x="7851" y="21"/>
                    <a:pt x="7853" y="20"/>
                  </a:cubicBezTo>
                  <a:lnTo>
                    <a:pt x="7844" y="20"/>
                  </a:lnTo>
                  <a:lnTo>
                    <a:pt x="7815" y="18"/>
                  </a:lnTo>
                  <a:cubicBezTo>
                    <a:pt x="7823" y="19"/>
                    <a:pt x="7832" y="20"/>
                    <a:pt x="7839" y="20"/>
                  </a:cubicBezTo>
                  <a:cubicBezTo>
                    <a:pt x="7823" y="20"/>
                    <a:pt x="7798" y="21"/>
                    <a:pt x="7774" y="22"/>
                  </a:cubicBezTo>
                  <a:lnTo>
                    <a:pt x="7763" y="17"/>
                  </a:lnTo>
                  <a:lnTo>
                    <a:pt x="7758" y="17"/>
                  </a:lnTo>
                  <a:cubicBezTo>
                    <a:pt x="7734" y="15"/>
                    <a:pt x="7739" y="19"/>
                    <a:pt x="7751" y="23"/>
                  </a:cubicBezTo>
                  <a:cubicBezTo>
                    <a:pt x="7739" y="24"/>
                    <a:pt x="7728" y="25"/>
                    <a:pt x="7719" y="26"/>
                  </a:cubicBezTo>
                  <a:cubicBezTo>
                    <a:pt x="7700" y="18"/>
                    <a:pt x="7655" y="29"/>
                    <a:pt x="7629" y="20"/>
                  </a:cubicBezTo>
                  <a:cubicBezTo>
                    <a:pt x="7612" y="24"/>
                    <a:pt x="7506" y="23"/>
                    <a:pt x="7493" y="32"/>
                  </a:cubicBezTo>
                  <a:cubicBezTo>
                    <a:pt x="7492" y="30"/>
                    <a:pt x="7485" y="30"/>
                    <a:pt x="7498" y="30"/>
                  </a:cubicBezTo>
                  <a:cubicBezTo>
                    <a:pt x="7471" y="29"/>
                    <a:pt x="7444" y="28"/>
                    <a:pt x="7420" y="30"/>
                  </a:cubicBezTo>
                  <a:lnTo>
                    <a:pt x="7408" y="24"/>
                  </a:lnTo>
                  <a:lnTo>
                    <a:pt x="7349" y="32"/>
                  </a:lnTo>
                  <a:cubicBezTo>
                    <a:pt x="7313" y="28"/>
                    <a:pt x="7298" y="26"/>
                    <a:pt x="7334" y="21"/>
                  </a:cubicBezTo>
                  <a:cubicBezTo>
                    <a:pt x="7247" y="28"/>
                    <a:pt x="7263" y="24"/>
                    <a:pt x="7190" y="31"/>
                  </a:cubicBezTo>
                  <a:lnTo>
                    <a:pt x="7194" y="27"/>
                  </a:lnTo>
                  <a:cubicBezTo>
                    <a:pt x="7167" y="27"/>
                    <a:pt x="7125" y="32"/>
                    <a:pt x="7109" y="29"/>
                  </a:cubicBezTo>
                  <a:cubicBezTo>
                    <a:pt x="7051" y="21"/>
                    <a:pt x="6819" y="27"/>
                    <a:pt x="6668" y="20"/>
                  </a:cubicBezTo>
                  <a:cubicBezTo>
                    <a:pt x="6697" y="32"/>
                    <a:pt x="6598" y="14"/>
                    <a:pt x="6592" y="24"/>
                  </a:cubicBezTo>
                  <a:cubicBezTo>
                    <a:pt x="6583" y="21"/>
                    <a:pt x="6562" y="19"/>
                    <a:pt x="6586" y="17"/>
                  </a:cubicBezTo>
                  <a:cubicBezTo>
                    <a:pt x="6509" y="19"/>
                    <a:pt x="6471" y="12"/>
                    <a:pt x="6418" y="20"/>
                  </a:cubicBezTo>
                  <a:cubicBezTo>
                    <a:pt x="6409" y="17"/>
                    <a:pt x="6434" y="16"/>
                    <a:pt x="6426" y="14"/>
                  </a:cubicBezTo>
                  <a:cubicBezTo>
                    <a:pt x="6420" y="14"/>
                    <a:pt x="6402" y="16"/>
                    <a:pt x="6394" y="15"/>
                  </a:cubicBezTo>
                  <a:cubicBezTo>
                    <a:pt x="6386" y="13"/>
                    <a:pt x="6405" y="12"/>
                    <a:pt x="6417" y="11"/>
                  </a:cubicBezTo>
                  <a:cubicBezTo>
                    <a:pt x="6339" y="11"/>
                    <a:pt x="6331" y="20"/>
                    <a:pt x="6325" y="28"/>
                  </a:cubicBezTo>
                  <a:cubicBezTo>
                    <a:pt x="6285" y="24"/>
                    <a:pt x="6265" y="25"/>
                    <a:pt x="6236" y="30"/>
                  </a:cubicBezTo>
                  <a:cubicBezTo>
                    <a:pt x="6223" y="27"/>
                    <a:pt x="6199" y="24"/>
                    <a:pt x="6248" y="24"/>
                  </a:cubicBezTo>
                  <a:cubicBezTo>
                    <a:pt x="6221" y="23"/>
                    <a:pt x="6080" y="19"/>
                    <a:pt x="6078" y="26"/>
                  </a:cubicBezTo>
                  <a:cubicBezTo>
                    <a:pt x="6069" y="24"/>
                    <a:pt x="6039" y="25"/>
                    <a:pt x="6032" y="26"/>
                  </a:cubicBezTo>
                  <a:cubicBezTo>
                    <a:pt x="5970" y="25"/>
                    <a:pt x="5965" y="25"/>
                    <a:pt x="5904" y="25"/>
                  </a:cubicBezTo>
                  <a:lnTo>
                    <a:pt x="5921" y="26"/>
                  </a:lnTo>
                  <a:cubicBezTo>
                    <a:pt x="5897" y="34"/>
                    <a:pt x="5871" y="28"/>
                    <a:pt x="5822" y="29"/>
                  </a:cubicBezTo>
                  <a:lnTo>
                    <a:pt x="5823" y="28"/>
                  </a:lnTo>
                  <a:cubicBezTo>
                    <a:pt x="5711" y="22"/>
                    <a:pt x="5775" y="31"/>
                    <a:pt x="5665" y="24"/>
                  </a:cubicBezTo>
                  <a:lnTo>
                    <a:pt x="5671" y="29"/>
                  </a:lnTo>
                  <a:cubicBezTo>
                    <a:pt x="5660" y="39"/>
                    <a:pt x="5573" y="22"/>
                    <a:pt x="5509" y="26"/>
                  </a:cubicBezTo>
                  <a:lnTo>
                    <a:pt x="5532" y="29"/>
                  </a:lnTo>
                  <a:cubicBezTo>
                    <a:pt x="5497" y="33"/>
                    <a:pt x="5434" y="15"/>
                    <a:pt x="5399" y="13"/>
                  </a:cubicBezTo>
                  <a:cubicBezTo>
                    <a:pt x="5391" y="12"/>
                    <a:pt x="5411" y="12"/>
                    <a:pt x="5422" y="11"/>
                  </a:cubicBezTo>
                  <a:cubicBezTo>
                    <a:pt x="5330" y="6"/>
                    <a:pt x="5410" y="17"/>
                    <a:pt x="5341" y="19"/>
                  </a:cubicBezTo>
                  <a:cubicBezTo>
                    <a:pt x="5328" y="15"/>
                    <a:pt x="5357" y="10"/>
                    <a:pt x="5311" y="9"/>
                  </a:cubicBezTo>
                  <a:cubicBezTo>
                    <a:pt x="5288" y="7"/>
                    <a:pt x="5177" y="20"/>
                    <a:pt x="5114" y="13"/>
                  </a:cubicBezTo>
                  <a:cubicBezTo>
                    <a:pt x="5128" y="16"/>
                    <a:pt x="5142" y="19"/>
                    <a:pt x="5110" y="21"/>
                  </a:cubicBezTo>
                  <a:cubicBezTo>
                    <a:pt x="5061" y="21"/>
                    <a:pt x="4978" y="10"/>
                    <a:pt x="4934" y="19"/>
                  </a:cubicBezTo>
                  <a:cubicBezTo>
                    <a:pt x="4928" y="18"/>
                    <a:pt x="4925" y="17"/>
                    <a:pt x="4925" y="16"/>
                  </a:cubicBezTo>
                  <a:cubicBezTo>
                    <a:pt x="4888" y="19"/>
                    <a:pt x="4804" y="20"/>
                    <a:pt x="4781" y="24"/>
                  </a:cubicBezTo>
                  <a:cubicBezTo>
                    <a:pt x="4747" y="8"/>
                    <a:pt x="4549" y="32"/>
                    <a:pt x="4550" y="16"/>
                  </a:cubicBezTo>
                  <a:lnTo>
                    <a:pt x="4435" y="17"/>
                  </a:lnTo>
                  <a:lnTo>
                    <a:pt x="4438" y="15"/>
                  </a:lnTo>
                  <a:cubicBezTo>
                    <a:pt x="4365" y="14"/>
                    <a:pt x="4339" y="18"/>
                    <a:pt x="4313" y="22"/>
                  </a:cubicBezTo>
                  <a:cubicBezTo>
                    <a:pt x="4296" y="20"/>
                    <a:pt x="4309" y="19"/>
                    <a:pt x="4310" y="18"/>
                  </a:cubicBezTo>
                  <a:cubicBezTo>
                    <a:pt x="4203" y="15"/>
                    <a:pt x="4192" y="15"/>
                    <a:pt x="4102" y="23"/>
                  </a:cubicBezTo>
                  <a:lnTo>
                    <a:pt x="4093" y="18"/>
                  </a:lnTo>
                  <a:cubicBezTo>
                    <a:pt x="4068" y="21"/>
                    <a:pt x="3938" y="10"/>
                    <a:pt x="3833" y="15"/>
                  </a:cubicBezTo>
                  <a:cubicBezTo>
                    <a:pt x="3834" y="15"/>
                    <a:pt x="3836" y="14"/>
                    <a:pt x="3844" y="13"/>
                  </a:cubicBezTo>
                  <a:cubicBezTo>
                    <a:pt x="3726" y="19"/>
                    <a:pt x="3561" y="0"/>
                    <a:pt x="3518" y="17"/>
                  </a:cubicBezTo>
                  <a:lnTo>
                    <a:pt x="3439" y="21"/>
                  </a:lnTo>
                  <a:cubicBezTo>
                    <a:pt x="3540" y="23"/>
                    <a:pt x="3424" y="29"/>
                    <a:pt x="3466" y="32"/>
                  </a:cubicBezTo>
                  <a:cubicBezTo>
                    <a:pt x="3426" y="33"/>
                    <a:pt x="3363" y="27"/>
                    <a:pt x="3412" y="26"/>
                  </a:cubicBezTo>
                  <a:lnTo>
                    <a:pt x="3420" y="27"/>
                  </a:lnTo>
                  <a:cubicBezTo>
                    <a:pt x="3438" y="17"/>
                    <a:pt x="3294" y="23"/>
                    <a:pt x="3297" y="16"/>
                  </a:cubicBezTo>
                  <a:cubicBezTo>
                    <a:pt x="3098" y="17"/>
                    <a:pt x="2904" y="11"/>
                    <a:pt x="2718" y="10"/>
                  </a:cubicBezTo>
                  <a:lnTo>
                    <a:pt x="2740" y="18"/>
                  </a:lnTo>
                  <a:lnTo>
                    <a:pt x="2675" y="17"/>
                  </a:lnTo>
                  <a:cubicBezTo>
                    <a:pt x="2658" y="15"/>
                    <a:pt x="2652" y="11"/>
                    <a:pt x="2698" y="12"/>
                  </a:cubicBezTo>
                  <a:cubicBezTo>
                    <a:pt x="2674" y="8"/>
                    <a:pt x="2620" y="15"/>
                    <a:pt x="2619" y="17"/>
                  </a:cubicBezTo>
                  <a:cubicBezTo>
                    <a:pt x="2528" y="14"/>
                    <a:pt x="2655" y="9"/>
                    <a:pt x="2627" y="9"/>
                  </a:cubicBezTo>
                  <a:lnTo>
                    <a:pt x="2589" y="9"/>
                  </a:lnTo>
                  <a:lnTo>
                    <a:pt x="2597" y="9"/>
                  </a:lnTo>
                  <a:cubicBezTo>
                    <a:pt x="2567" y="12"/>
                    <a:pt x="2564" y="15"/>
                    <a:pt x="2508" y="15"/>
                  </a:cubicBezTo>
                  <a:cubicBezTo>
                    <a:pt x="2473" y="13"/>
                    <a:pt x="2490" y="10"/>
                    <a:pt x="2476" y="10"/>
                  </a:cubicBezTo>
                  <a:cubicBezTo>
                    <a:pt x="2477" y="10"/>
                    <a:pt x="2472" y="9"/>
                    <a:pt x="2455" y="10"/>
                  </a:cubicBezTo>
                  <a:lnTo>
                    <a:pt x="2373" y="9"/>
                  </a:lnTo>
                  <a:lnTo>
                    <a:pt x="2406" y="15"/>
                  </a:lnTo>
                  <a:cubicBezTo>
                    <a:pt x="2370" y="18"/>
                    <a:pt x="2329" y="15"/>
                    <a:pt x="2367" y="21"/>
                  </a:cubicBezTo>
                  <a:cubicBezTo>
                    <a:pt x="2311" y="11"/>
                    <a:pt x="2062" y="17"/>
                    <a:pt x="2028" y="14"/>
                  </a:cubicBezTo>
                  <a:cubicBezTo>
                    <a:pt x="1977" y="18"/>
                    <a:pt x="1927" y="18"/>
                    <a:pt x="1864" y="17"/>
                  </a:cubicBezTo>
                  <a:cubicBezTo>
                    <a:pt x="1880" y="19"/>
                    <a:pt x="1889" y="25"/>
                    <a:pt x="1836" y="24"/>
                  </a:cubicBezTo>
                  <a:cubicBezTo>
                    <a:pt x="1855" y="11"/>
                    <a:pt x="1737" y="18"/>
                    <a:pt x="1694" y="9"/>
                  </a:cubicBezTo>
                  <a:cubicBezTo>
                    <a:pt x="1733" y="15"/>
                    <a:pt x="1542" y="10"/>
                    <a:pt x="1603" y="19"/>
                  </a:cubicBezTo>
                  <a:cubicBezTo>
                    <a:pt x="1558" y="18"/>
                    <a:pt x="1600" y="14"/>
                    <a:pt x="1566" y="11"/>
                  </a:cubicBezTo>
                  <a:cubicBezTo>
                    <a:pt x="1460" y="16"/>
                    <a:pt x="1331" y="8"/>
                    <a:pt x="1200" y="9"/>
                  </a:cubicBezTo>
                  <a:cubicBezTo>
                    <a:pt x="1198" y="11"/>
                    <a:pt x="1220" y="13"/>
                    <a:pt x="1192" y="16"/>
                  </a:cubicBezTo>
                  <a:lnTo>
                    <a:pt x="1122" y="8"/>
                  </a:lnTo>
                  <a:cubicBezTo>
                    <a:pt x="1096" y="9"/>
                    <a:pt x="1098" y="17"/>
                    <a:pt x="1051" y="11"/>
                  </a:cubicBezTo>
                  <a:cubicBezTo>
                    <a:pt x="1058" y="13"/>
                    <a:pt x="1068" y="15"/>
                    <a:pt x="1050" y="15"/>
                  </a:cubicBezTo>
                  <a:cubicBezTo>
                    <a:pt x="792" y="7"/>
                    <a:pt x="524" y="22"/>
                    <a:pt x="262" y="7"/>
                  </a:cubicBezTo>
                  <a:cubicBezTo>
                    <a:pt x="297" y="9"/>
                    <a:pt x="274" y="10"/>
                    <a:pt x="247" y="10"/>
                  </a:cubicBezTo>
                  <a:cubicBezTo>
                    <a:pt x="264" y="11"/>
                    <a:pt x="246" y="14"/>
                    <a:pt x="250" y="17"/>
                  </a:cubicBezTo>
                  <a:lnTo>
                    <a:pt x="140" y="10"/>
                  </a:lnTo>
                  <a:cubicBezTo>
                    <a:pt x="120" y="17"/>
                    <a:pt x="23" y="10"/>
                    <a:pt x="11" y="17"/>
                  </a:cubicBezTo>
                  <a:lnTo>
                    <a:pt x="46" y="15"/>
                  </a:lnTo>
                  <a:cubicBezTo>
                    <a:pt x="0" y="23"/>
                    <a:pt x="111" y="32"/>
                    <a:pt x="104" y="42"/>
                  </a:cubicBezTo>
                  <a:cubicBezTo>
                    <a:pt x="156" y="33"/>
                    <a:pt x="240" y="55"/>
                    <a:pt x="325" y="43"/>
                  </a:cubicBezTo>
                  <a:cubicBezTo>
                    <a:pt x="344" y="45"/>
                    <a:pt x="309" y="46"/>
                    <a:pt x="319" y="48"/>
                  </a:cubicBezTo>
                  <a:cubicBezTo>
                    <a:pt x="340" y="44"/>
                    <a:pt x="366" y="43"/>
                    <a:pt x="414" y="45"/>
                  </a:cubicBezTo>
                  <a:lnTo>
                    <a:pt x="409" y="46"/>
                  </a:lnTo>
                  <a:cubicBezTo>
                    <a:pt x="544" y="45"/>
                    <a:pt x="602" y="49"/>
                    <a:pt x="754" y="52"/>
                  </a:cubicBezTo>
                  <a:lnTo>
                    <a:pt x="742" y="47"/>
                  </a:lnTo>
                  <a:cubicBezTo>
                    <a:pt x="775" y="48"/>
                    <a:pt x="782" y="49"/>
                    <a:pt x="797" y="50"/>
                  </a:cubicBezTo>
                  <a:cubicBezTo>
                    <a:pt x="835" y="43"/>
                    <a:pt x="706" y="50"/>
                    <a:pt x="740" y="42"/>
                  </a:cubicBezTo>
                  <a:cubicBezTo>
                    <a:pt x="783" y="52"/>
                    <a:pt x="970" y="42"/>
                    <a:pt x="999" y="53"/>
                  </a:cubicBezTo>
                  <a:cubicBezTo>
                    <a:pt x="1049" y="54"/>
                    <a:pt x="984" y="48"/>
                    <a:pt x="1034" y="48"/>
                  </a:cubicBezTo>
                  <a:lnTo>
                    <a:pt x="1048" y="51"/>
                  </a:lnTo>
                  <a:lnTo>
                    <a:pt x="1060" y="47"/>
                  </a:lnTo>
                  <a:cubicBezTo>
                    <a:pt x="1093" y="48"/>
                    <a:pt x="1110" y="52"/>
                    <a:pt x="1111" y="54"/>
                  </a:cubicBezTo>
                  <a:cubicBezTo>
                    <a:pt x="1103" y="54"/>
                    <a:pt x="1088" y="55"/>
                    <a:pt x="1080" y="55"/>
                  </a:cubicBezTo>
                  <a:cubicBezTo>
                    <a:pt x="1122" y="59"/>
                    <a:pt x="1200" y="54"/>
                    <a:pt x="1215" y="55"/>
                  </a:cubicBezTo>
                  <a:lnTo>
                    <a:pt x="1166" y="53"/>
                  </a:lnTo>
                  <a:cubicBezTo>
                    <a:pt x="1303" y="50"/>
                    <a:pt x="1470" y="55"/>
                    <a:pt x="1603" y="49"/>
                  </a:cubicBezTo>
                  <a:lnTo>
                    <a:pt x="1593" y="46"/>
                  </a:lnTo>
                  <a:cubicBezTo>
                    <a:pt x="1694" y="42"/>
                    <a:pt x="1674" y="49"/>
                    <a:pt x="1784" y="47"/>
                  </a:cubicBezTo>
                  <a:lnTo>
                    <a:pt x="1780" y="48"/>
                  </a:lnTo>
                  <a:cubicBezTo>
                    <a:pt x="1803" y="45"/>
                    <a:pt x="1832" y="44"/>
                    <a:pt x="1863" y="45"/>
                  </a:cubicBezTo>
                  <a:cubicBezTo>
                    <a:pt x="1835" y="47"/>
                    <a:pt x="1915" y="50"/>
                    <a:pt x="1879" y="53"/>
                  </a:cubicBezTo>
                  <a:cubicBezTo>
                    <a:pt x="1988" y="48"/>
                    <a:pt x="1933" y="49"/>
                    <a:pt x="2005" y="41"/>
                  </a:cubicBezTo>
                  <a:lnTo>
                    <a:pt x="2022" y="45"/>
                  </a:lnTo>
                  <a:cubicBezTo>
                    <a:pt x="2046" y="41"/>
                    <a:pt x="2048" y="40"/>
                    <a:pt x="2104" y="39"/>
                  </a:cubicBezTo>
                  <a:cubicBezTo>
                    <a:pt x="2058" y="42"/>
                    <a:pt x="2139" y="44"/>
                    <a:pt x="2088" y="49"/>
                  </a:cubicBezTo>
                  <a:cubicBezTo>
                    <a:pt x="2205" y="57"/>
                    <a:pt x="2261" y="41"/>
                    <a:pt x="2314" y="53"/>
                  </a:cubicBezTo>
                  <a:cubicBezTo>
                    <a:pt x="2368" y="42"/>
                    <a:pt x="2214" y="47"/>
                    <a:pt x="2244" y="45"/>
                  </a:cubicBezTo>
                  <a:cubicBezTo>
                    <a:pt x="2219" y="41"/>
                    <a:pt x="2288" y="37"/>
                    <a:pt x="2324" y="38"/>
                  </a:cubicBezTo>
                  <a:cubicBezTo>
                    <a:pt x="2361" y="38"/>
                    <a:pt x="2387" y="51"/>
                    <a:pt x="2481" y="51"/>
                  </a:cubicBezTo>
                  <a:cubicBezTo>
                    <a:pt x="2471" y="51"/>
                    <a:pt x="2471" y="52"/>
                    <a:pt x="2461" y="52"/>
                  </a:cubicBezTo>
                  <a:cubicBezTo>
                    <a:pt x="2496" y="55"/>
                    <a:pt x="2530" y="48"/>
                    <a:pt x="2573" y="53"/>
                  </a:cubicBezTo>
                  <a:cubicBezTo>
                    <a:pt x="2597" y="47"/>
                    <a:pt x="2628" y="53"/>
                    <a:pt x="2635" y="45"/>
                  </a:cubicBezTo>
                  <a:lnTo>
                    <a:pt x="2550" y="47"/>
                  </a:lnTo>
                  <a:cubicBezTo>
                    <a:pt x="2598" y="45"/>
                    <a:pt x="2644" y="36"/>
                    <a:pt x="2724" y="40"/>
                  </a:cubicBezTo>
                  <a:cubicBezTo>
                    <a:pt x="2718" y="42"/>
                    <a:pt x="2694" y="44"/>
                    <a:pt x="2677" y="45"/>
                  </a:cubicBezTo>
                  <a:cubicBezTo>
                    <a:pt x="2701" y="48"/>
                    <a:pt x="2722" y="44"/>
                    <a:pt x="2747" y="46"/>
                  </a:cubicBezTo>
                  <a:cubicBezTo>
                    <a:pt x="2740" y="54"/>
                    <a:pt x="2643" y="48"/>
                    <a:pt x="2591" y="54"/>
                  </a:cubicBezTo>
                  <a:cubicBezTo>
                    <a:pt x="2616" y="57"/>
                    <a:pt x="2689" y="48"/>
                    <a:pt x="2663" y="57"/>
                  </a:cubicBezTo>
                  <a:cubicBezTo>
                    <a:pt x="2700" y="46"/>
                    <a:pt x="2755" y="58"/>
                    <a:pt x="2818" y="50"/>
                  </a:cubicBezTo>
                  <a:lnTo>
                    <a:pt x="2814" y="55"/>
                  </a:lnTo>
                  <a:cubicBezTo>
                    <a:pt x="2824" y="54"/>
                    <a:pt x="2845" y="52"/>
                    <a:pt x="2863" y="52"/>
                  </a:cubicBezTo>
                  <a:lnTo>
                    <a:pt x="2830" y="58"/>
                  </a:lnTo>
                  <a:cubicBezTo>
                    <a:pt x="2881" y="53"/>
                    <a:pt x="2928" y="63"/>
                    <a:pt x="2977" y="60"/>
                  </a:cubicBezTo>
                  <a:cubicBezTo>
                    <a:pt x="2875" y="60"/>
                    <a:pt x="2954" y="54"/>
                    <a:pt x="2911" y="51"/>
                  </a:cubicBezTo>
                  <a:cubicBezTo>
                    <a:pt x="3038" y="45"/>
                    <a:pt x="2984" y="64"/>
                    <a:pt x="3126" y="62"/>
                  </a:cubicBezTo>
                  <a:cubicBezTo>
                    <a:pt x="3107" y="62"/>
                    <a:pt x="3054" y="58"/>
                    <a:pt x="3084" y="56"/>
                  </a:cubicBezTo>
                  <a:cubicBezTo>
                    <a:pt x="3111" y="57"/>
                    <a:pt x="3146" y="59"/>
                    <a:pt x="3163" y="62"/>
                  </a:cubicBezTo>
                  <a:cubicBezTo>
                    <a:pt x="3257" y="61"/>
                    <a:pt x="3149" y="57"/>
                    <a:pt x="3189" y="54"/>
                  </a:cubicBezTo>
                  <a:cubicBezTo>
                    <a:pt x="3221" y="60"/>
                    <a:pt x="3235" y="52"/>
                    <a:pt x="3276" y="50"/>
                  </a:cubicBezTo>
                  <a:lnTo>
                    <a:pt x="3276" y="55"/>
                  </a:lnTo>
                  <a:cubicBezTo>
                    <a:pt x="3384" y="58"/>
                    <a:pt x="3305" y="45"/>
                    <a:pt x="3401" y="49"/>
                  </a:cubicBezTo>
                  <a:lnTo>
                    <a:pt x="3361" y="55"/>
                  </a:lnTo>
                  <a:lnTo>
                    <a:pt x="3411" y="54"/>
                  </a:lnTo>
                  <a:lnTo>
                    <a:pt x="3400" y="59"/>
                  </a:lnTo>
                  <a:cubicBezTo>
                    <a:pt x="3455" y="55"/>
                    <a:pt x="3472" y="56"/>
                    <a:pt x="3526" y="58"/>
                  </a:cubicBezTo>
                  <a:cubicBezTo>
                    <a:pt x="3513" y="54"/>
                    <a:pt x="3533" y="49"/>
                    <a:pt x="3580" y="49"/>
                  </a:cubicBezTo>
                  <a:cubicBezTo>
                    <a:pt x="3613" y="52"/>
                    <a:pt x="3562" y="54"/>
                    <a:pt x="3630" y="53"/>
                  </a:cubicBezTo>
                  <a:cubicBezTo>
                    <a:pt x="3614" y="56"/>
                    <a:pt x="3598" y="60"/>
                    <a:pt x="3568" y="55"/>
                  </a:cubicBezTo>
                  <a:cubicBezTo>
                    <a:pt x="3565" y="57"/>
                    <a:pt x="3553" y="58"/>
                    <a:pt x="3550" y="60"/>
                  </a:cubicBezTo>
                  <a:cubicBezTo>
                    <a:pt x="3585" y="63"/>
                    <a:pt x="3638" y="61"/>
                    <a:pt x="3662" y="61"/>
                  </a:cubicBezTo>
                  <a:cubicBezTo>
                    <a:pt x="3653" y="61"/>
                    <a:pt x="3642" y="60"/>
                    <a:pt x="3636" y="60"/>
                  </a:cubicBezTo>
                  <a:lnTo>
                    <a:pt x="3734" y="53"/>
                  </a:lnTo>
                  <a:cubicBezTo>
                    <a:pt x="3749" y="55"/>
                    <a:pt x="3737" y="56"/>
                    <a:pt x="3725" y="58"/>
                  </a:cubicBezTo>
                  <a:cubicBezTo>
                    <a:pt x="3744" y="57"/>
                    <a:pt x="3758" y="55"/>
                    <a:pt x="3787" y="55"/>
                  </a:cubicBezTo>
                  <a:cubicBezTo>
                    <a:pt x="3780" y="59"/>
                    <a:pt x="3781" y="63"/>
                    <a:pt x="3740" y="65"/>
                  </a:cubicBezTo>
                  <a:lnTo>
                    <a:pt x="3833" y="60"/>
                  </a:lnTo>
                  <a:cubicBezTo>
                    <a:pt x="3839" y="62"/>
                    <a:pt x="3881" y="65"/>
                    <a:pt x="3869" y="67"/>
                  </a:cubicBezTo>
                  <a:cubicBezTo>
                    <a:pt x="3920" y="69"/>
                    <a:pt x="3995" y="59"/>
                    <a:pt x="4064" y="62"/>
                  </a:cubicBezTo>
                  <a:cubicBezTo>
                    <a:pt x="4067" y="62"/>
                    <a:pt x="4074" y="61"/>
                    <a:pt x="4089" y="60"/>
                  </a:cubicBezTo>
                  <a:cubicBezTo>
                    <a:pt x="4153" y="62"/>
                    <a:pt x="4210" y="67"/>
                    <a:pt x="4286" y="61"/>
                  </a:cubicBezTo>
                  <a:lnTo>
                    <a:pt x="4329" y="68"/>
                  </a:lnTo>
                  <a:cubicBezTo>
                    <a:pt x="4389" y="67"/>
                    <a:pt x="4271" y="59"/>
                    <a:pt x="4370" y="57"/>
                  </a:cubicBezTo>
                  <a:cubicBezTo>
                    <a:pt x="4440" y="55"/>
                    <a:pt x="4396" y="63"/>
                    <a:pt x="4421" y="65"/>
                  </a:cubicBezTo>
                  <a:cubicBezTo>
                    <a:pt x="4456" y="62"/>
                    <a:pt x="4517" y="54"/>
                    <a:pt x="4581" y="60"/>
                  </a:cubicBezTo>
                  <a:cubicBezTo>
                    <a:pt x="4560" y="62"/>
                    <a:pt x="4543" y="60"/>
                    <a:pt x="4523" y="6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59" name="Freeform 63"/>
            <p:cNvSpPr>
              <a:spLocks/>
            </p:cNvSpPr>
            <p:nvPr/>
          </p:nvSpPr>
          <p:spPr bwMode="invGray">
            <a:xfrm>
              <a:off x="7508875" y="1560020"/>
              <a:ext cx="11112" cy="3693"/>
            </a:xfrm>
            <a:custGeom>
              <a:avLst/>
              <a:gdLst>
                <a:gd name="T0" fmla="*/ 12 w 12"/>
                <a:gd name="T1" fmla="*/ 3 h 3"/>
                <a:gd name="T2" fmla="*/ 12 w 12"/>
                <a:gd name="T3" fmla="*/ 3 h 3"/>
                <a:gd name="T4" fmla="*/ 6 w 12"/>
                <a:gd name="T5" fmla="*/ 0 h 3"/>
                <a:gd name="T6" fmla="*/ 12 w 12"/>
                <a:gd name="T7" fmla="*/ 3 h 3"/>
              </a:gdLst>
              <a:ahLst/>
              <a:cxnLst>
                <a:cxn ang="0">
                  <a:pos x="T0" y="T1"/>
                </a:cxn>
                <a:cxn ang="0">
                  <a:pos x="T2" y="T3"/>
                </a:cxn>
                <a:cxn ang="0">
                  <a:pos x="T4" y="T5"/>
                </a:cxn>
                <a:cxn ang="0">
                  <a:pos x="T6" y="T7"/>
                </a:cxn>
              </a:cxnLst>
              <a:rect l="0" t="0" r="r" b="b"/>
              <a:pathLst>
                <a:path w="12" h="3">
                  <a:moveTo>
                    <a:pt x="12" y="3"/>
                  </a:moveTo>
                  <a:lnTo>
                    <a:pt x="12" y="3"/>
                  </a:lnTo>
                  <a:cubicBezTo>
                    <a:pt x="8" y="2"/>
                    <a:pt x="7" y="1"/>
                    <a:pt x="6" y="0"/>
                  </a:cubicBezTo>
                  <a:cubicBezTo>
                    <a:pt x="1" y="1"/>
                    <a:pt x="0" y="2"/>
                    <a:pt x="12"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0" name="Freeform 64"/>
            <p:cNvSpPr>
              <a:spLocks/>
            </p:cNvSpPr>
            <p:nvPr/>
          </p:nvSpPr>
          <p:spPr bwMode="invGray">
            <a:xfrm>
              <a:off x="5434013" y="1567405"/>
              <a:ext cx="4762" cy="1231"/>
            </a:xfrm>
            <a:custGeom>
              <a:avLst/>
              <a:gdLst>
                <a:gd name="T0" fmla="*/ 5 w 5"/>
                <a:gd name="T1" fmla="*/ 1 h 1"/>
                <a:gd name="T2" fmla="*/ 5 w 5"/>
                <a:gd name="T3" fmla="*/ 1 h 1"/>
                <a:gd name="T4" fmla="*/ 3 w 5"/>
                <a:gd name="T5" fmla="*/ 0 h 1"/>
                <a:gd name="T6" fmla="*/ 0 w 5"/>
                <a:gd name="T7" fmla="*/ 1 h 1"/>
                <a:gd name="T8" fmla="*/ 5 w 5"/>
                <a:gd name="T9" fmla="*/ 1 h 1"/>
              </a:gdLst>
              <a:ahLst/>
              <a:cxnLst>
                <a:cxn ang="0">
                  <a:pos x="T0" y="T1"/>
                </a:cxn>
                <a:cxn ang="0">
                  <a:pos x="T2" y="T3"/>
                </a:cxn>
                <a:cxn ang="0">
                  <a:pos x="T4" y="T5"/>
                </a:cxn>
                <a:cxn ang="0">
                  <a:pos x="T6" y="T7"/>
                </a:cxn>
                <a:cxn ang="0">
                  <a:pos x="T8" y="T9"/>
                </a:cxn>
              </a:cxnLst>
              <a:rect l="0" t="0" r="r" b="b"/>
              <a:pathLst>
                <a:path w="5" h="1">
                  <a:moveTo>
                    <a:pt x="5" y="1"/>
                  </a:moveTo>
                  <a:lnTo>
                    <a:pt x="5" y="1"/>
                  </a:lnTo>
                  <a:lnTo>
                    <a:pt x="3" y="0"/>
                  </a:lnTo>
                  <a:cubicBezTo>
                    <a:pt x="1" y="1"/>
                    <a:pt x="1" y="1"/>
                    <a:pt x="0" y="1"/>
                  </a:cubicBezTo>
                  <a:lnTo>
                    <a:pt x="5"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1" name="Freeform 65"/>
            <p:cNvSpPr>
              <a:spLocks/>
            </p:cNvSpPr>
            <p:nvPr/>
          </p:nvSpPr>
          <p:spPr bwMode="invGray">
            <a:xfrm>
              <a:off x="9672638" y="1567405"/>
              <a:ext cx="25400" cy="2462"/>
            </a:xfrm>
            <a:custGeom>
              <a:avLst/>
              <a:gdLst>
                <a:gd name="T0" fmla="*/ 27 w 27"/>
                <a:gd name="T1" fmla="*/ 3 h 3"/>
                <a:gd name="T2" fmla="*/ 27 w 27"/>
                <a:gd name="T3" fmla="*/ 3 h 3"/>
                <a:gd name="T4" fmla="*/ 1 w 27"/>
                <a:gd name="T5" fmla="*/ 0 h 3"/>
                <a:gd name="T6" fmla="*/ 27 w 27"/>
                <a:gd name="T7" fmla="*/ 3 h 3"/>
              </a:gdLst>
              <a:ahLst/>
              <a:cxnLst>
                <a:cxn ang="0">
                  <a:pos x="T0" y="T1"/>
                </a:cxn>
                <a:cxn ang="0">
                  <a:pos x="T2" y="T3"/>
                </a:cxn>
                <a:cxn ang="0">
                  <a:pos x="T4" y="T5"/>
                </a:cxn>
                <a:cxn ang="0">
                  <a:pos x="T6" y="T7"/>
                </a:cxn>
              </a:cxnLst>
              <a:rect l="0" t="0" r="r" b="b"/>
              <a:pathLst>
                <a:path w="27" h="3">
                  <a:moveTo>
                    <a:pt x="27" y="3"/>
                  </a:moveTo>
                  <a:lnTo>
                    <a:pt x="27" y="3"/>
                  </a:lnTo>
                  <a:cubicBezTo>
                    <a:pt x="13" y="2"/>
                    <a:pt x="6" y="1"/>
                    <a:pt x="1" y="0"/>
                  </a:cubicBezTo>
                  <a:cubicBezTo>
                    <a:pt x="0" y="1"/>
                    <a:pt x="6"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2" name="Freeform 66"/>
            <p:cNvSpPr>
              <a:spLocks/>
            </p:cNvSpPr>
            <p:nvPr/>
          </p:nvSpPr>
          <p:spPr bwMode="invGray">
            <a:xfrm>
              <a:off x="10966450" y="1529246"/>
              <a:ext cx="39687" cy="2462"/>
            </a:xfrm>
            <a:custGeom>
              <a:avLst/>
              <a:gdLst>
                <a:gd name="T0" fmla="*/ 42 w 42"/>
                <a:gd name="T1" fmla="*/ 0 h 3"/>
                <a:gd name="T2" fmla="*/ 42 w 42"/>
                <a:gd name="T3" fmla="*/ 0 h 3"/>
                <a:gd name="T4" fmla="*/ 0 w 42"/>
                <a:gd name="T5" fmla="*/ 1 h 3"/>
                <a:gd name="T6" fmla="*/ 38 w 42"/>
                <a:gd name="T7" fmla="*/ 3 h 3"/>
                <a:gd name="T8" fmla="*/ 42 w 42"/>
                <a:gd name="T9" fmla="*/ 0 h 3"/>
              </a:gdLst>
              <a:ahLst/>
              <a:cxnLst>
                <a:cxn ang="0">
                  <a:pos x="T0" y="T1"/>
                </a:cxn>
                <a:cxn ang="0">
                  <a:pos x="T2" y="T3"/>
                </a:cxn>
                <a:cxn ang="0">
                  <a:pos x="T4" y="T5"/>
                </a:cxn>
                <a:cxn ang="0">
                  <a:pos x="T6" y="T7"/>
                </a:cxn>
                <a:cxn ang="0">
                  <a:pos x="T8" y="T9"/>
                </a:cxn>
              </a:cxnLst>
              <a:rect l="0" t="0" r="r" b="b"/>
              <a:pathLst>
                <a:path w="42" h="3">
                  <a:moveTo>
                    <a:pt x="42" y="0"/>
                  </a:moveTo>
                  <a:lnTo>
                    <a:pt x="42" y="0"/>
                  </a:lnTo>
                  <a:lnTo>
                    <a:pt x="0" y="1"/>
                  </a:lnTo>
                  <a:cubicBezTo>
                    <a:pt x="20" y="1"/>
                    <a:pt x="27" y="2"/>
                    <a:pt x="38" y="3"/>
                  </a:cubicBezTo>
                  <a:cubicBezTo>
                    <a:pt x="37" y="2"/>
                    <a:pt x="29" y="0"/>
                    <a:pt x="42"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3" name="Freeform 67"/>
            <p:cNvSpPr>
              <a:spLocks/>
            </p:cNvSpPr>
            <p:nvPr/>
          </p:nvSpPr>
          <p:spPr bwMode="invGray">
            <a:xfrm>
              <a:off x="11329988" y="1552634"/>
              <a:ext cx="44450" cy="2462"/>
            </a:xfrm>
            <a:custGeom>
              <a:avLst/>
              <a:gdLst>
                <a:gd name="T0" fmla="*/ 27 w 46"/>
                <a:gd name="T1" fmla="*/ 3 h 3"/>
                <a:gd name="T2" fmla="*/ 27 w 46"/>
                <a:gd name="T3" fmla="*/ 3 h 3"/>
                <a:gd name="T4" fmla="*/ 46 w 46"/>
                <a:gd name="T5" fmla="*/ 2 h 3"/>
                <a:gd name="T6" fmla="*/ 44 w 46"/>
                <a:gd name="T7" fmla="*/ 0 h 3"/>
                <a:gd name="T8" fmla="*/ 27 w 46"/>
                <a:gd name="T9" fmla="*/ 3 h 3"/>
              </a:gdLst>
              <a:ahLst/>
              <a:cxnLst>
                <a:cxn ang="0">
                  <a:pos x="T0" y="T1"/>
                </a:cxn>
                <a:cxn ang="0">
                  <a:pos x="T2" y="T3"/>
                </a:cxn>
                <a:cxn ang="0">
                  <a:pos x="T4" y="T5"/>
                </a:cxn>
                <a:cxn ang="0">
                  <a:pos x="T6" y="T7"/>
                </a:cxn>
                <a:cxn ang="0">
                  <a:pos x="T8" y="T9"/>
                </a:cxn>
              </a:cxnLst>
              <a:rect l="0" t="0" r="r" b="b"/>
              <a:pathLst>
                <a:path w="46" h="3">
                  <a:moveTo>
                    <a:pt x="27" y="3"/>
                  </a:moveTo>
                  <a:lnTo>
                    <a:pt x="27" y="3"/>
                  </a:lnTo>
                  <a:cubicBezTo>
                    <a:pt x="33" y="2"/>
                    <a:pt x="40" y="3"/>
                    <a:pt x="46" y="2"/>
                  </a:cubicBezTo>
                  <a:lnTo>
                    <a:pt x="44" y="0"/>
                  </a:lnTo>
                  <a:cubicBezTo>
                    <a:pt x="18" y="0"/>
                    <a:pt x="0" y="2"/>
                    <a:pt x="27"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4" name="Freeform 68"/>
            <p:cNvSpPr>
              <a:spLocks/>
            </p:cNvSpPr>
            <p:nvPr/>
          </p:nvSpPr>
          <p:spPr bwMode="invGray">
            <a:xfrm>
              <a:off x="11042650" y="1540325"/>
              <a:ext cx="60325" cy="6155"/>
            </a:xfrm>
            <a:custGeom>
              <a:avLst/>
              <a:gdLst>
                <a:gd name="T0" fmla="*/ 0 w 63"/>
                <a:gd name="T1" fmla="*/ 3 h 7"/>
                <a:gd name="T2" fmla="*/ 0 w 63"/>
                <a:gd name="T3" fmla="*/ 3 h 7"/>
                <a:gd name="T4" fmla="*/ 60 w 63"/>
                <a:gd name="T5" fmla="*/ 5 h 7"/>
                <a:gd name="T6" fmla="*/ 54 w 63"/>
                <a:gd name="T7" fmla="*/ 5 h 7"/>
                <a:gd name="T8" fmla="*/ 0 w 63"/>
                <a:gd name="T9" fmla="*/ 3 h 7"/>
              </a:gdLst>
              <a:ahLst/>
              <a:cxnLst>
                <a:cxn ang="0">
                  <a:pos x="T0" y="T1"/>
                </a:cxn>
                <a:cxn ang="0">
                  <a:pos x="T2" y="T3"/>
                </a:cxn>
                <a:cxn ang="0">
                  <a:pos x="T4" y="T5"/>
                </a:cxn>
                <a:cxn ang="0">
                  <a:pos x="T6" y="T7"/>
                </a:cxn>
                <a:cxn ang="0">
                  <a:pos x="T8" y="T9"/>
                </a:cxn>
              </a:cxnLst>
              <a:rect l="0" t="0" r="r" b="b"/>
              <a:pathLst>
                <a:path w="63" h="7">
                  <a:moveTo>
                    <a:pt x="0" y="3"/>
                  </a:moveTo>
                  <a:lnTo>
                    <a:pt x="0" y="3"/>
                  </a:lnTo>
                  <a:cubicBezTo>
                    <a:pt x="3" y="7"/>
                    <a:pt x="30" y="6"/>
                    <a:pt x="60" y="5"/>
                  </a:cubicBezTo>
                  <a:lnTo>
                    <a:pt x="54" y="5"/>
                  </a:lnTo>
                  <a:cubicBezTo>
                    <a:pt x="63" y="0"/>
                    <a:pt x="31" y="1"/>
                    <a:pt x="0" y="3"/>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5" name="Freeform 69"/>
            <p:cNvSpPr>
              <a:spLocks/>
            </p:cNvSpPr>
            <p:nvPr/>
          </p:nvSpPr>
          <p:spPr bwMode="invGray">
            <a:xfrm>
              <a:off x="11106150" y="1542787"/>
              <a:ext cx="28575" cy="1231"/>
            </a:xfrm>
            <a:custGeom>
              <a:avLst/>
              <a:gdLst>
                <a:gd name="T0" fmla="*/ 0 w 31"/>
                <a:gd name="T1" fmla="*/ 2 h 2"/>
                <a:gd name="T2" fmla="*/ 0 w 31"/>
                <a:gd name="T3" fmla="*/ 2 h 2"/>
                <a:gd name="T4" fmla="*/ 28 w 31"/>
                <a:gd name="T5" fmla="*/ 2 h 2"/>
                <a:gd name="T6" fmla="*/ 0 w 31"/>
                <a:gd name="T7" fmla="*/ 2 h 2"/>
              </a:gdLst>
              <a:ahLst/>
              <a:cxnLst>
                <a:cxn ang="0">
                  <a:pos x="T0" y="T1"/>
                </a:cxn>
                <a:cxn ang="0">
                  <a:pos x="T2" y="T3"/>
                </a:cxn>
                <a:cxn ang="0">
                  <a:pos x="T4" y="T5"/>
                </a:cxn>
                <a:cxn ang="0">
                  <a:pos x="T6" y="T7"/>
                </a:cxn>
              </a:cxnLst>
              <a:rect l="0" t="0" r="r" b="b"/>
              <a:pathLst>
                <a:path w="31" h="2">
                  <a:moveTo>
                    <a:pt x="0" y="2"/>
                  </a:moveTo>
                  <a:lnTo>
                    <a:pt x="0" y="2"/>
                  </a:lnTo>
                  <a:cubicBezTo>
                    <a:pt x="10" y="2"/>
                    <a:pt x="19" y="2"/>
                    <a:pt x="28" y="2"/>
                  </a:cubicBezTo>
                  <a:cubicBezTo>
                    <a:pt x="31" y="0"/>
                    <a:pt x="17" y="2"/>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6" name="Freeform 70"/>
            <p:cNvSpPr>
              <a:spLocks/>
            </p:cNvSpPr>
            <p:nvPr/>
          </p:nvSpPr>
          <p:spPr bwMode="invGray">
            <a:xfrm>
              <a:off x="10679113" y="1525554"/>
              <a:ext cx="103187" cy="9847"/>
            </a:xfrm>
            <a:custGeom>
              <a:avLst/>
              <a:gdLst>
                <a:gd name="T0" fmla="*/ 77 w 109"/>
                <a:gd name="T1" fmla="*/ 9 h 12"/>
                <a:gd name="T2" fmla="*/ 77 w 109"/>
                <a:gd name="T3" fmla="*/ 9 h 12"/>
                <a:gd name="T4" fmla="*/ 94 w 109"/>
                <a:gd name="T5" fmla="*/ 6 h 12"/>
                <a:gd name="T6" fmla="*/ 77 w 109"/>
                <a:gd name="T7" fmla="*/ 9 h 12"/>
              </a:gdLst>
              <a:ahLst/>
              <a:cxnLst>
                <a:cxn ang="0">
                  <a:pos x="T0" y="T1"/>
                </a:cxn>
                <a:cxn ang="0">
                  <a:pos x="T2" y="T3"/>
                </a:cxn>
                <a:cxn ang="0">
                  <a:pos x="T4" y="T5"/>
                </a:cxn>
                <a:cxn ang="0">
                  <a:pos x="T6" y="T7"/>
                </a:cxn>
              </a:cxnLst>
              <a:rect l="0" t="0" r="r" b="b"/>
              <a:pathLst>
                <a:path w="109" h="12">
                  <a:moveTo>
                    <a:pt x="77" y="9"/>
                  </a:moveTo>
                  <a:lnTo>
                    <a:pt x="77" y="9"/>
                  </a:lnTo>
                  <a:cubicBezTo>
                    <a:pt x="91" y="10"/>
                    <a:pt x="86" y="4"/>
                    <a:pt x="94" y="6"/>
                  </a:cubicBezTo>
                  <a:cubicBezTo>
                    <a:pt x="109" y="0"/>
                    <a:pt x="0" y="12"/>
                    <a:pt x="77" y="9"/>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7" name="Freeform 71"/>
            <p:cNvSpPr>
              <a:spLocks/>
            </p:cNvSpPr>
            <p:nvPr/>
          </p:nvSpPr>
          <p:spPr bwMode="invGray">
            <a:xfrm>
              <a:off x="11039475" y="1550172"/>
              <a:ext cx="26987" cy="4924"/>
            </a:xfrm>
            <a:custGeom>
              <a:avLst/>
              <a:gdLst>
                <a:gd name="T0" fmla="*/ 27 w 27"/>
                <a:gd name="T1" fmla="*/ 5 h 5"/>
                <a:gd name="T2" fmla="*/ 27 w 27"/>
                <a:gd name="T3" fmla="*/ 5 h 5"/>
                <a:gd name="T4" fmla="*/ 16 w 27"/>
                <a:gd name="T5" fmla="*/ 0 h 5"/>
                <a:gd name="T6" fmla="*/ 0 w 27"/>
                <a:gd name="T7" fmla="*/ 4 h 5"/>
                <a:gd name="T8" fmla="*/ 27 w 27"/>
                <a:gd name="T9" fmla="*/ 5 h 5"/>
              </a:gdLst>
              <a:ahLst/>
              <a:cxnLst>
                <a:cxn ang="0">
                  <a:pos x="T0" y="T1"/>
                </a:cxn>
                <a:cxn ang="0">
                  <a:pos x="T2" y="T3"/>
                </a:cxn>
                <a:cxn ang="0">
                  <a:pos x="T4" y="T5"/>
                </a:cxn>
                <a:cxn ang="0">
                  <a:pos x="T6" y="T7"/>
                </a:cxn>
                <a:cxn ang="0">
                  <a:pos x="T8" y="T9"/>
                </a:cxn>
              </a:cxnLst>
              <a:rect l="0" t="0" r="r" b="b"/>
              <a:pathLst>
                <a:path w="27" h="5">
                  <a:moveTo>
                    <a:pt x="27" y="5"/>
                  </a:moveTo>
                  <a:lnTo>
                    <a:pt x="27" y="5"/>
                  </a:lnTo>
                  <a:lnTo>
                    <a:pt x="16" y="0"/>
                  </a:lnTo>
                  <a:lnTo>
                    <a:pt x="0" y="4"/>
                  </a:lnTo>
                  <a:lnTo>
                    <a:pt x="27" y="5"/>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8" name="Freeform 72"/>
            <p:cNvSpPr>
              <a:spLocks/>
            </p:cNvSpPr>
            <p:nvPr/>
          </p:nvSpPr>
          <p:spPr bwMode="invGray">
            <a:xfrm>
              <a:off x="10841038" y="1548941"/>
              <a:ext cx="58737" cy="2462"/>
            </a:xfrm>
            <a:custGeom>
              <a:avLst/>
              <a:gdLst>
                <a:gd name="T0" fmla="*/ 1 w 61"/>
                <a:gd name="T1" fmla="*/ 2 h 3"/>
                <a:gd name="T2" fmla="*/ 1 w 61"/>
                <a:gd name="T3" fmla="*/ 2 h 3"/>
                <a:gd name="T4" fmla="*/ 49 w 61"/>
                <a:gd name="T5" fmla="*/ 3 h 3"/>
                <a:gd name="T6" fmla="*/ 61 w 61"/>
                <a:gd name="T7" fmla="*/ 2 h 3"/>
                <a:gd name="T8" fmla="*/ 1 w 61"/>
                <a:gd name="T9" fmla="*/ 2 h 3"/>
              </a:gdLst>
              <a:ahLst/>
              <a:cxnLst>
                <a:cxn ang="0">
                  <a:pos x="T0" y="T1"/>
                </a:cxn>
                <a:cxn ang="0">
                  <a:pos x="T2" y="T3"/>
                </a:cxn>
                <a:cxn ang="0">
                  <a:pos x="T4" y="T5"/>
                </a:cxn>
                <a:cxn ang="0">
                  <a:pos x="T6" y="T7"/>
                </a:cxn>
                <a:cxn ang="0">
                  <a:pos x="T8" y="T9"/>
                </a:cxn>
              </a:cxnLst>
              <a:rect l="0" t="0" r="r" b="b"/>
              <a:pathLst>
                <a:path w="61" h="3">
                  <a:moveTo>
                    <a:pt x="1" y="2"/>
                  </a:moveTo>
                  <a:lnTo>
                    <a:pt x="1" y="2"/>
                  </a:lnTo>
                  <a:lnTo>
                    <a:pt x="49" y="3"/>
                  </a:lnTo>
                  <a:cubicBezTo>
                    <a:pt x="48" y="2"/>
                    <a:pt x="54" y="2"/>
                    <a:pt x="61" y="2"/>
                  </a:cubicBezTo>
                  <a:cubicBezTo>
                    <a:pt x="32" y="1"/>
                    <a:pt x="0" y="0"/>
                    <a:pt x="1"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69" name="Freeform 73"/>
            <p:cNvSpPr>
              <a:spLocks/>
            </p:cNvSpPr>
            <p:nvPr/>
          </p:nvSpPr>
          <p:spPr bwMode="invGray">
            <a:xfrm>
              <a:off x="10899775" y="1550172"/>
              <a:ext cx="36512" cy="1231"/>
            </a:xfrm>
            <a:custGeom>
              <a:avLst/>
              <a:gdLst>
                <a:gd name="T0" fmla="*/ 0 w 38"/>
                <a:gd name="T1" fmla="*/ 1 h 1"/>
                <a:gd name="T2" fmla="*/ 0 w 38"/>
                <a:gd name="T3" fmla="*/ 1 h 1"/>
                <a:gd name="T4" fmla="*/ 38 w 38"/>
                <a:gd name="T5" fmla="*/ 0 h 1"/>
                <a:gd name="T6" fmla="*/ 0 w 38"/>
                <a:gd name="T7" fmla="*/ 1 h 1"/>
              </a:gdLst>
              <a:ahLst/>
              <a:cxnLst>
                <a:cxn ang="0">
                  <a:pos x="T0" y="T1"/>
                </a:cxn>
                <a:cxn ang="0">
                  <a:pos x="T2" y="T3"/>
                </a:cxn>
                <a:cxn ang="0">
                  <a:pos x="T4" y="T5"/>
                </a:cxn>
                <a:cxn ang="0">
                  <a:pos x="T6" y="T7"/>
                </a:cxn>
              </a:cxnLst>
              <a:rect l="0" t="0" r="r" b="b"/>
              <a:pathLst>
                <a:path w="38" h="1">
                  <a:moveTo>
                    <a:pt x="0" y="1"/>
                  </a:moveTo>
                  <a:lnTo>
                    <a:pt x="0" y="1"/>
                  </a:lnTo>
                  <a:cubicBezTo>
                    <a:pt x="15" y="1"/>
                    <a:pt x="30" y="1"/>
                    <a:pt x="38" y="0"/>
                  </a:cubicBezTo>
                  <a:cubicBezTo>
                    <a:pt x="30" y="0"/>
                    <a:pt x="12" y="0"/>
                    <a:pt x="0" y="1"/>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0" name="Freeform 74"/>
            <p:cNvSpPr>
              <a:spLocks/>
            </p:cNvSpPr>
            <p:nvPr/>
          </p:nvSpPr>
          <p:spPr bwMode="invGray">
            <a:xfrm>
              <a:off x="10958513" y="1555096"/>
              <a:ext cx="46037" cy="0"/>
            </a:xfrm>
            <a:custGeom>
              <a:avLst/>
              <a:gdLst>
                <a:gd name="T0" fmla="*/ 47 w 47"/>
                <a:gd name="T1" fmla="*/ 1 h 1"/>
                <a:gd name="T2" fmla="*/ 47 w 47"/>
                <a:gd name="T3" fmla="*/ 1 h 1"/>
                <a:gd name="T4" fmla="*/ 33 w 47"/>
                <a:gd name="T5" fmla="*/ 0 h 1"/>
                <a:gd name="T6" fmla="*/ 0 w 47"/>
                <a:gd name="T7" fmla="*/ 0 h 1"/>
                <a:gd name="T8" fmla="*/ 47 w 47"/>
                <a:gd name="T9" fmla="*/ 1 h 1"/>
              </a:gdLst>
              <a:ahLst/>
              <a:cxnLst>
                <a:cxn ang="0">
                  <a:pos x="T0" y="T1"/>
                </a:cxn>
                <a:cxn ang="0">
                  <a:pos x="T2" y="T3"/>
                </a:cxn>
                <a:cxn ang="0">
                  <a:pos x="T4" y="T5"/>
                </a:cxn>
                <a:cxn ang="0">
                  <a:pos x="T6" y="T7"/>
                </a:cxn>
                <a:cxn ang="0">
                  <a:pos x="T8" y="T9"/>
                </a:cxn>
              </a:cxnLst>
              <a:rect l="0" t="0" r="r" b="b"/>
              <a:pathLst>
                <a:path w="47" h="1">
                  <a:moveTo>
                    <a:pt x="47" y="1"/>
                  </a:moveTo>
                  <a:lnTo>
                    <a:pt x="47" y="1"/>
                  </a:lnTo>
                  <a:lnTo>
                    <a:pt x="33" y="0"/>
                  </a:lnTo>
                  <a:lnTo>
                    <a:pt x="0" y="0"/>
                  </a:lnTo>
                  <a:lnTo>
                    <a:pt x="47" y="1"/>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1" name="Freeform 75"/>
            <p:cNvSpPr>
              <a:spLocks/>
            </p:cNvSpPr>
            <p:nvPr/>
          </p:nvSpPr>
          <p:spPr bwMode="invGray">
            <a:xfrm>
              <a:off x="10304463" y="1548941"/>
              <a:ext cx="61912" cy="3693"/>
            </a:xfrm>
            <a:custGeom>
              <a:avLst/>
              <a:gdLst>
                <a:gd name="T0" fmla="*/ 57 w 65"/>
                <a:gd name="T1" fmla="*/ 0 h 4"/>
                <a:gd name="T2" fmla="*/ 57 w 65"/>
                <a:gd name="T3" fmla="*/ 0 h 4"/>
                <a:gd name="T4" fmla="*/ 5 w 65"/>
                <a:gd name="T5" fmla="*/ 1 h 4"/>
                <a:gd name="T6" fmla="*/ 33 w 65"/>
                <a:gd name="T7" fmla="*/ 4 h 4"/>
                <a:gd name="T8" fmla="*/ 57 w 65"/>
                <a:gd name="T9" fmla="*/ 0 h 4"/>
              </a:gdLst>
              <a:ahLst/>
              <a:cxnLst>
                <a:cxn ang="0">
                  <a:pos x="T0" y="T1"/>
                </a:cxn>
                <a:cxn ang="0">
                  <a:pos x="T2" y="T3"/>
                </a:cxn>
                <a:cxn ang="0">
                  <a:pos x="T4" y="T5"/>
                </a:cxn>
                <a:cxn ang="0">
                  <a:pos x="T6" y="T7"/>
                </a:cxn>
                <a:cxn ang="0">
                  <a:pos x="T8" y="T9"/>
                </a:cxn>
              </a:cxnLst>
              <a:rect l="0" t="0" r="r" b="b"/>
              <a:pathLst>
                <a:path w="65" h="4">
                  <a:moveTo>
                    <a:pt x="57" y="0"/>
                  </a:moveTo>
                  <a:lnTo>
                    <a:pt x="57" y="0"/>
                  </a:lnTo>
                  <a:lnTo>
                    <a:pt x="5" y="1"/>
                  </a:lnTo>
                  <a:cubicBezTo>
                    <a:pt x="0" y="3"/>
                    <a:pt x="14" y="4"/>
                    <a:pt x="33" y="4"/>
                  </a:cubicBezTo>
                  <a:cubicBezTo>
                    <a:pt x="45" y="2"/>
                    <a:pt x="65" y="2"/>
                    <a:pt x="57"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2" name="Freeform 76"/>
            <p:cNvSpPr>
              <a:spLocks/>
            </p:cNvSpPr>
            <p:nvPr/>
          </p:nvSpPr>
          <p:spPr bwMode="invGray">
            <a:xfrm>
              <a:off x="10483850" y="1557558"/>
              <a:ext cx="23812" cy="6155"/>
            </a:xfrm>
            <a:custGeom>
              <a:avLst/>
              <a:gdLst>
                <a:gd name="T0" fmla="*/ 25 w 25"/>
                <a:gd name="T1" fmla="*/ 4 h 7"/>
                <a:gd name="T2" fmla="*/ 25 w 25"/>
                <a:gd name="T3" fmla="*/ 4 h 7"/>
                <a:gd name="T4" fmla="*/ 2 w 25"/>
                <a:gd name="T5" fmla="*/ 0 h 7"/>
                <a:gd name="T6" fmla="*/ 0 w 25"/>
                <a:gd name="T7" fmla="*/ 7 h 7"/>
                <a:gd name="T8" fmla="*/ 25 w 25"/>
                <a:gd name="T9" fmla="*/ 4 h 7"/>
              </a:gdLst>
              <a:ahLst/>
              <a:cxnLst>
                <a:cxn ang="0">
                  <a:pos x="T0" y="T1"/>
                </a:cxn>
                <a:cxn ang="0">
                  <a:pos x="T2" y="T3"/>
                </a:cxn>
                <a:cxn ang="0">
                  <a:pos x="T4" y="T5"/>
                </a:cxn>
                <a:cxn ang="0">
                  <a:pos x="T6" y="T7"/>
                </a:cxn>
                <a:cxn ang="0">
                  <a:pos x="T8" y="T9"/>
                </a:cxn>
              </a:cxnLst>
              <a:rect l="0" t="0" r="r" b="b"/>
              <a:pathLst>
                <a:path w="25" h="7">
                  <a:moveTo>
                    <a:pt x="25" y="4"/>
                  </a:moveTo>
                  <a:lnTo>
                    <a:pt x="25" y="4"/>
                  </a:lnTo>
                  <a:cubicBezTo>
                    <a:pt x="11" y="3"/>
                    <a:pt x="10" y="2"/>
                    <a:pt x="2" y="0"/>
                  </a:cubicBezTo>
                  <a:lnTo>
                    <a:pt x="0" y="7"/>
                  </a:lnTo>
                  <a:lnTo>
                    <a:pt x="25"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3" name="Freeform 77"/>
            <p:cNvSpPr>
              <a:spLocks/>
            </p:cNvSpPr>
            <p:nvPr/>
          </p:nvSpPr>
          <p:spPr bwMode="invGray">
            <a:xfrm>
              <a:off x="10291763" y="1563712"/>
              <a:ext cx="117475" cy="2462"/>
            </a:xfrm>
            <a:custGeom>
              <a:avLst/>
              <a:gdLst>
                <a:gd name="T0" fmla="*/ 75 w 123"/>
                <a:gd name="T1" fmla="*/ 0 h 4"/>
                <a:gd name="T2" fmla="*/ 75 w 123"/>
                <a:gd name="T3" fmla="*/ 0 h 4"/>
                <a:gd name="T4" fmla="*/ 66 w 123"/>
                <a:gd name="T5" fmla="*/ 4 h 4"/>
                <a:gd name="T6" fmla="*/ 75 w 123"/>
                <a:gd name="T7" fmla="*/ 0 h 4"/>
              </a:gdLst>
              <a:ahLst/>
              <a:cxnLst>
                <a:cxn ang="0">
                  <a:pos x="T0" y="T1"/>
                </a:cxn>
                <a:cxn ang="0">
                  <a:pos x="T2" y="T3"/>
                </a:cxn>
                <a:cxn ang="0">
                  <a:pos x="T4" y="T5"/>
                </a:cxn>
                <a:cxn ang="0">
                  <a:pos x="T6" y="T7"/>
                </a:cxn>
              </a:cxnLst>
              <a:rect l="0" t="0" r="r" b="b"/>
              <a:pathLst>
                <a:path w="123" h="4">
                  <a:moveTo>
                    <a:pt x="75" y="0"/>
                  </a:moveTo>
                  <a:lnTo>
                    <a:pt x="75" y="0"/>
                  </a:lnTo>
                  <a:cubicBezTo>
                    <a:pt x="70" y="1"/>
                    <a:pt x="0" y="4"/>
                    <a:pt x="66" y="4"/>
                  </a:cubicBezTo>
                  <a:cubicBezTo>
                    <a:pt x="71" y="2"/>
                    <a:pt x="123" y="1"/>
                    <a:pt x="75" y="0"/>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4" name="Freeform 78"/>
            <p:cNvSpPr>
              <a:spLocks/>
            </p:cNvSpPr>
            <p:nvPr/>
          </p:nvSpPr>
          <p:spPr bwMode="invGray">
            <a:xfrm>
              <a:off x="9621838" y="1546479"/>
              <a:ext cx="11112" cy="8617"/>
            </a:xfrm>
            <a:custGeom>
              <a:avLst/>
              <a:gdLst>
                <a:gd name="T0" fmla="*/ 0 w 13"/>
                <a:gd name="T1" fmla="*/ 10 h 10"/>
                <a:gd name="T2" fmla="*/ 0 w 13"/>
                <a:gd name="T3" fmla="*/ 10 h 10"/>
                <a:gd name="T4" fmla="*/ 13 w 13"/>
                <a:gd name="T5" fmla="*/ 10 h 10"/>
                <a:gd name="T6" fmla="*/ 12 w 13"/>
                <a:gd name="T7" fmla="*/ 0 h 10"/>
                <a:gd name="T8" fmla="*/ 0 w 13"/>
                <a:gd name="T9" fmla="*/ 10 h 10"/>
              </a:gdLst>
              <a:ahLst/>
              <a:cxnLst>
                <a:cxn ang="0">
                  <a:pos x="T0" y="T1"/>
                </a:cxn>
                <a:cxn ang="0">
                  <a:pos x="T2" y="T3"/>
                </a:cxn>
                <a:cxn ang="0">
                  <a:pos x="T4" y="T5"/>
                </a:cxn>
                <a:cxn ang="0">
                  <a:pos x="T6" y="T7"/>
                </a:cxn>
                <a:cxn ang="0">
                  <a:pos x="T8" y="T9"/>
                </a:cxn>
              </a:cxnLst>
              <a:rect l="0" t="0" r="r" b="b"/>
              <a:pathLst>
                <a:path w="13" h="10">
                  <a:moveTo>
                    <a:pt x="0" y="10"/>
                  </a:moveTo>
                  <a:lnTo>
                    <a:pt x="0" y="10"/>
                  </a:lnTo>
                  <a:lnTo>
                    <a:pt x="13" y="10"/>
                  </a:lnTo>
                  <a:lnTo>
                    <a:pt x="12" y="0"/>
                  </a:lnTo>
                  <a:lnTo>
                    <a:pt x="0" y="10"/>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5" name="Freeform 79"/>
            <p:cNvSpPr>
              <a:spLocks/>
            </p:cNvSpPr>
            <p:nvPr/>
          </p:nvSpPr>
          <p:spPr bwMode="invGray">
            <a:xfrm>
              <a:off x="8951913" y="1568636"/>
              <a:ext cx="96837" cy="8617"/>
            </a:xfrm>
            <a:custGeom>
              <a:avLst/>
              <a:gdLst>
                <a:gd name="T0" fmla="*/ 16 w 101"/>
                <a:gd name="T1" fmla="*/ 8 h 10"/>
                <a:gd name="T2" fmla="*/ 16 w 101"/>
                <a:gd name="T3" fmla="*/ 8 h 10"/>
                <a:gd name="T4" fmla="*/ 86 w 101"/>
                <a:gd name="T5" fmla="*/ 4 h 10"/>
                <a:gd name="T6" fmla="*/ 56 w 101"/>
                <a:gd name="T7" fmla="*/ 0 h 10"/>
                <a:gd name="T8" fmla="*/ 16 w 101"/>
                <a:gd name="T9" fmla="*/ 8 h 10"/>
              </a:gdLst>
              <a:ahLst/>
              <a:cxnLst>
                <a:cxn ang="0">
                  <a:pos x="T0" y="T1"/>
                </a:cxn>
                <a:cxn ang="0">
                  <a:pos x="T2" y="T3"/>
                </a:cxn>
                <a:cxn ang="0">
                  <a:pos x="T4" y="T5"/>
                </a:cxn>
                <a:cxn ang="0">
                  <a:pos x="T6" y="T7"/>
                </a:cxn>
                <a:cxn ang="0">
                  <a:pos x="T8" y="T9"/>
                </a:cxn>
              </a:cxnLst>
              <a:rect l="0" t="0" r="r" b="b"/>
              <a:pathLst>
                <a:path w="101" h="10">
                  <a:moveTo>
                    <a:pt x="16" y="8"/>
                  </a:moveTo>
                  <a:lnTo>
                    <a:pt x="16" y="8"/>
                  </a:lnTo>
                  <a:cubicBezTo>
                    <a:pt x="78" y="10"/>
                    <a:pt x="31" y="1"/>
                    <a:pt x="86" y="4"/>
                  </a:cubicBezTo>
                  <a:cubicBezTo>
                    <a:pt x="101" y="2"/>
                    <a:pt x="41" y="2"/>
                    <a:pt x="56" y="0"/>
                  </a:cubicBezTo>
                  <a:cubicBezTo>
                    <a:pt x="19" y="2"/>
                    <a:pt x="0" y="1"/>
                    <a:pt x="16" y="8"/>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6" name="Freeform 80"/>
            <p:cNvSpPr>
              <a:spLocks/>
            </p:cNvSpPr>
            <p:nvPr/>
          </p:nvSpPr>
          <p:spPr bwMode="invGray">
            <a:xfrm>
              <a:off x="9005888" y="1566174"/>
              <a:ext cx="17462" cy="2462"/>
            </a:xfrm>
            <a:custGeom>
              <a:avLst/>
              <a:gdLst>
                <a:gd name="T0" fmla="*/ 0 w 19"/>
                <a:gd name="T1" fmla="*/ 2 h 2"/>
                <a:gd name="T2" fmla="*/ 0 w 19"/>
                <a:gd name="T3" fmla="*/ 2 h 2"/>
                <a:gd name="T4" fmla="*/ 19 w 19"/>
                <a:gd name="T5" fmla="*/ 0 h 2"/>
                <a:gd name="T6" fmla="*/ 0 w 19"/>
                <a:gd name="T7" fmla="*/ 2 h 2"/>
              </a:gdLst>
              <a:ahLst/>
              <a:cxnLst>
                <a:cxn ang="0">
                  <a:pos x="T0" y="T1"/>
                </a:cxn>
                <a:cxn ang="0">
                  <a:pos x="T2" y="T3"/>
                </a:cxn>
                <a:cxn ang="0">
                  <a:pos x="T4" y="T5"/>
                </a:cxn>
                <a:cxn ang="0">
                  <a:pos x="T6" y="T7"/>
                </a:cxn>
              </a:cxnLst>
              <a:rect l="0" t="0" r="r" b="b"/>
              <a:pathLst>
                <a:path w="19" h="2">
                  <a:moveTo>
                    <a:pt x="0" y="2"/>
                  </a:moveTo>
                  <a:lnTo>
                    <a:pt x="0" y="2"/>
                  </a:lnTo>
                  <a:lnTo>
                    <a:pt x="19" y="0"/>
                  </a:lnTo>
                  <a:cubicBezTo>
                    <a:pt x="8" y="1"/>
                    <a:pt x="3" y="1"/>
                    <a:pt x="0" y="2"/>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7" name="Freeform 81"/>
            <p:cNvSpPr>
              <a:spLocks/>
            </p:cNvSpPr>
            <p:nvPr/>
          </p:nvSpPr>
          <p:spPr bwMode="invGray">
            <a:xfrm>
              <a:off x="1587500" y="1516937"/>
              <a:ext cx="38100" cy="3693"/>
            </a:xfrm>
            <a:custGeom>
              <a:avLst/>
              <a:gdLst>
                <a:gd name="T0" fmla="*/ 39 w 39"/>
                <a:gd name="T1" fmla="*/ 2 h 4"/>
                <a:gd name="T2" fmla="*/ 39 w 39"/>
                <a:gd name="T3" fmla="*/ 2 h 4"/>
                <a:gd name="T4" fmla="*/ 0 w 39"/>
                <a:gd name="T5" fmla="*/ 0 h 4"/>
                <a:gd name="T6" fmla="*/ 25 w 39"/>
                <a:gd name="T7" fmla="*/ 4 h 4"/>
                <a:gd name="T8" fmla="*/ 39 w 39"/>
                <a:gd name="T9" fmla="*/ 2 h 4"/>
              </a:gdLst>
              <a:ahLst/>
              <a:cxnLst>
                <a:cxn ang="0">
                  <a:pos x="T0" y="T1"/>
                </a:cxn>
                <a:cxn ang="0">
                  <a:pos x="T2" y="T3"/>
                </a:cxn>
                <a:cxn ang="0">
                  <a:pos x="T4" y="T5"/>
                </a:cxn>
                <a:cxn ang="0">
                  <a:pos x="T6" y="T7"/>
                </a:cxn>
                <a:cxn ang="0">
                  <a:pos x="T8" y="T9"/>
                </a:cxn>
              </a:cxnLst>
              <a:rect l="0" t="0" r="r" b="b"/>
              <a:pathLst>
                <a:path w="39" h="4">
                  <a:moveTo>
                    <a:pt x="39" y="2"/>
                  </a:moveTo>
                  <a:lnTo>
                    <a:pt x="39" y="2"/>
                  </a:lnTo>
                  <a:lnTo>
                    <a:pt x="0" y="0"/>
                  </a:lnTo>
                  <a:lnTo>
                    <a:pt x="25" y="4"/>
                  </a:lnTo>
                  <a:lnTo>
                    <a:pt x="39" y="2"/>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8" name="Freeform 82"/>
            <p:cNvSpPr>
              <a:spLocks/>
            </p:cNvSpPr>
            <p:nvPr/>
          </p:nvSpPr>
          <p:spPr bwMode="invGray">
            <a:xfrm>
              <a:off x="1522413" y="1519399"/>
              <a:ext cx="30162" cy="4924"/>
            </a:xfrm>
            <a:custGeom>
              <a:avLst/>
              <a:gdLst>
                <a:gd name="T0" fmla="*/ 32 w 32"/>
                <a:gd name="T1" fmla="*/ 6 h 6"/>
                <a:gd name="T2" fmla="*/ 32 w 32"/>
                <a:gd name="T3" fmla="*/ 6 h 6"/>
                <a:gd name="T4" fmla="*/ 23 w 32"/>
                <a:gd name="T5" fmla="*/ 0 h 6"/>
                <a:gd name="T6" fmla="*/ 0 w 32"/>
                <a:gd name="T7" fmla="*/ 5 h 6"/>
                <a:gd name="T8" fmla="*/ 32 w 32"/>
                <a:gd name="T9" fmla="*/ 6 h 6"/>
              </a:gdLst>
              <a:ahLst/>
              <a:cxnLst>
                <a:cxn ang="0">
                  <a:pos x="T0" y="T1"/>
                </a:cxn>
                <a:cxn ang="0">
                  <a:pos x="T2" y="T3"/>
                </a:cxn>
                <a:cxn ang="0">
                  <a:pos x="T4" y="T5"/>
                </a:cxn>
                <a:cxn ang="0">
                  <a:pos x="T6" y="T7"/>
                </a:cxn>
                <a:cxn ang="0">
                  <a:pos x="T8" y="T9"/>
                </a:cxn>
              </a:cxnLst>
              <a:rect l="0" t="0" r="r" b="b"/>
              <a:pathLst>
                <a:path w="32" h="6">
                  <a:moveTo>
                    <a:pt x="32" y="6"/>
                  </a:moveTo>
                  <a:lnTo>
                    <a:pt x="32" y="6"/>
                  </a:lnTo>
                  <a:lnTo>
                    <a:pt x="23" y="0"/>
                  </a:lnTo>
                  <a:lnTo>
                    <a:pt x="0" y="5"/>
                  </a:lnTo>
                  <a:cubicBezTo>
                    <a:pt x="8" y="5"/>
                    <a:pt x="26" y="5"/>
                    <a:pt x="32" y="6"/>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79" name="Freeform 83"/>
            <p:cNvSpPr>
              <a:spLocks/>
            </p:cNvSpPr>
            <p:nvPr/>
          </p:nvSpPr>
          <p:spPr bwMode="invGray">
            <a:xfrm>
              <a:off x="6650038" y="1573559"/>
              <a:ext cx="33337" cy="3693"/>
            </a:xfrm>
            <a:custGeom>
              <a:avLst/>
              <a:gdLst>
                <a:gd name="T0" fmla="*/ 31 w 34"/>
                <a:gd name="T1" fmla="*/ 4 h 4"/>
                <a:gd name="T2" fmla="*/ 31 w 34"/>
                <a:gd name="T3" fmla="*/ 4 h 4"/>
                <a:gd name="T4" fmla="*/ 34 w 34"/>
                <a:gd name="T5" fmla="*/ 2 h 4"/>
                <a:gd name="T6" fmla="*/ 0 w 34"/>
                <a:gd name="T7" fmla="*/ 0 h 4"/>
                <a:gd name="T8" fmla="*/ 31 w 34"/>
                <a:gd name="T9" fmla="*/ 4 h 4"/>
              </a:gdLst>
              <a:ahLst/>
              <a:cxnLst>
                <a:cxn ang="0">
                  <a:pos x="T0" y="T1"/>
                </a:cxn>
                <a:cxn ang="0">
                  <a:pos x="T2" y="T3"/>
                </a:cxn>
                <a:cxn ang="0">
                  <a:pos x="T4" y="T5"/>
                </a:cxn>
                <a:cxn ang="0">
                  <a:pos x="T6" y="T7"/>
                </a:cxn>
                <a:cxn ang="0">
                  <a:pos x="T8" y="T9"/>
                </a:cxn>
              </a:cxnLst>
              <a:rect l="0" t="0" r="r" b="b"/>
              <a:pathLst>
                <a:path w="34" h="4">
                  <a:moveTo>
                    <a:pt x="31" y="4"/>
                  </a:moveTo>
                  <a:lnTo>
                    <a:pt x="31" y="4"/>
                  </a:lnTo>
                  <a:lnTo>
                    <a:pt x="34" y="2"/>
                  </a:lnTo>
                  <a:cubicBezTo>
                    <a:pt x="28" y="1"/>
                    <a:pt x="18" y="1"/>
                    <a:pt x="0" y="0"/>
                  </a:cubicBezTo>
                  <a:lnTo>
                    <a:pt x="31" y="4"/>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0" name="Freeform 84"/>
            <p:cNvSpPr>
              <a:spLocks/>
            </p:cNvSpPr>
            <p:nvPr/>
          </p:nvSpPr>
          <p:spPr bwMode="invGray">
            <a:xfrm>
              <a:off x="6162675" y="1566174"/>
              <a:ext cx="15875" cy="4924"/>
            </a:xfrm>
            <a:custGeom>
              <a:avLst/>
              <a:gdLst>
                <a:gd name="T0" fmla="*/ 8 w 17"/>
                <a:gd name="T1" fmla="*/ 6 h 6"/>
                <a:gd name="T2" fmla="*/ 8 w 17"/>
                <a:gd name="T3" fmla="*/ 6 h 6"/>
                <a:gd name="T4" fmla="*/ 17 w 17"/>
                <a:gd name="T5" fmla="*/ 6 h 6"/>
                <a:gd name="T6" fmla="*/ 0 w 17"/>
                <a:gd name="T7" fmla="*/ 0 h 6"/>
                <a:gd name="T8" fmla="*/ 8 w 17"/>
                <a:gd name="T9" fmla="*/ 6 h 6"/>
              </a:gdLst>
              <a:ahLst/>
              <a:cxnLst>
                <a:cxn ang="0">
                  <a:pos x="T0" y="T1"/>
                </a:cxn>
                <a:cxn ang="0">
                  <a:pos x="T2" y="T3"/>
                </a:cxn>
                <a:cxn ang="0">
                  <a:pos x="T4" y="T5"/>
                </a:cxn>
                <a:cxn ang="0">
                  <a:pos x="T6" y="T7"/>
                </a:cxn>
                <a:cxn ang="0">
                  <a:pos x="T8" y="T9"/>
                </a:cxn>
              </a:cxnLst>
              <a:rect l="0" t="0" r="r" b="b"/>
              <a:pathLst>
                <a:path w="17" h="6">
                  <a:moveTo>
                    <a:pt x="8" y="6"/>
                  </a:moveTo>
                  <a:lnTo>
                    <a:pt x="8" y="6"/>
                  </a:lnTo>
                  <a:lnTo>
                    <a:pt x="17" y="6"/>
                  </a:lnTo>
                  <a:lnTo>
                    <a:pt x="0" y="0"/>
                  </a:lnTo>
                  <a:lnTo>
                    <a:pt x="8" y="6"/>
                  </a:ln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sp>
          <p:nvSpPr>
            <p:cNvPr id="81" name="Freeform 85"/>
            <p:cNvSpPr>
              <a:spLocks/>
            </p:cNvSpPr>
            <p:nvPr/>
          </p:nvSpPr>
          <p:spPr bwMode="invGray">
            <a:xfrm>
              <a:off x="5738813" y="1571097"/>
              <a:ext cx="60325" cy="6155"/>
            </a:xfrm>
            <a:custGeom>
              <a:avLst/>
              <a:gdLst>
                <a:gd name="T0" fmla="*/ 5 w 63"/>
                <a:gd name="T1" fmla="*/ 7 h 8"/>
                <a:gd name="T2" fmla="*/ 5 w 63"/>
                <a:gd name="T3" fmla="*/ 7 h 8"/>
                <a:gd name="T4" fmla="*/ 63 w 63"/>
                <a:gd name="T5" fmla="*/ 7 h 8"/>
                <a:gd name="T6" fmla="*/ 5 w 63"/>
                <a:gd name="T7" fmla="*/ 7 h 8"/>
              </a:gdLst>
              <a:ahLst/>
              <a:cxnLst>
                <a:cxn ang="0">
                  <a:pos x="T0" y="T1"/>
                </a:cxn>
                <a:cxn ang="0">
                  <a:pos x="T2" y="T3"/>
                </a:cxn>
                <a:cxn ang="0">
                  <a:pos x="T4" y="T5"/>
                </a:cxn>
                <a:cxn ang="0">
                  <a:pos x="T6" y="T7"/>
                </a:cxn>
              </a:cxnLst>
              <a:rect l="0" t="0" r="r" b="b"/>
              <a:pathLst>
                <a:path w="63" h="8">
                  <a:moveTo>
                    <a:pt x="5" y="7"/>
                  </a:moveTo>
                  <a:lnTo>
                    <a:pt x="5" y="7"/>
                  </a:lnTo>
                  <a:cubicBezTo>
                    <a:pt x="23" y="8"/>
                    <a:pt x="45" y="6"/>
                    <a:pt x="63" y="7"/>
                  </a:cubicBezTo>
                  <a:cubicBezTo>
                    <a:pt x="23" y="8"/>
                    <a:pt x="0" y="0"/>
                    <a:pt x="5" y="7"/>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endParaRPr>
                <a:ln>
                  <a:noFill/>
                </a:ln>
              </a:endParaRPr>
            </a:p>
          </p:txBody>
        </p:sp>
      </p:grpSp>
      <p:sp>
        <p:nvSpPr>
          <p:cNvPr id="3" name="Vertical Text Placeholder 2"/>
          <p:cNvSpPr>
            <a:spLocks noGrp="1"/>
          </p:cNvSpPr>
          <p:nvPr>
            <p:ph type="body" orient="vert" idx="1" hasCustomPrompt="1"/>
          </p:nvPr>
        </p:nvSpPr>
        <p:spPr>
          <a:xfrm>
            <a:off x="608012" y="277813"/>
            <a:ext cx="9144001" cy="5898573"/>
          </a:xfrm>
        </p:spPr>
        <p:txBody>
          <a:bodyPr vert="eaVert"/>
          <a:lstStyle>
            <a:lvl5pPr>
              <a:defRPr/>
            </a:lvl5pPr>
            <a:lvl6pPr marL="1261872" indent="0">
              <a:buNone/>
              <a:defRPr/>
            </a:lvl6pPr>
            <a:lvl7pPr>
              <a:defRPr/>
            </a:lvl7pPr>
            <a:lvl8pPr>
              <a:defRPr baseline="0"/>
            </a:lvl8pPr>
            <a:lvl9pPr>
              <a:defRPr baseline="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endParaRPr lang="en-US" dirty="0"/>
          </a:p>
        </p:txBody>
      </p:sp>
      <p:sp>
        <p:nvSpPr>
          <p:cNvPr id="5" name="Footer Placeholder 4"/>
          <p:cNvSpPr>
            <a:spLocks noGrp="1"/>
          </p:cNvSpPr>
          <p:nvPr>
            <p:ph type="ftr" sz="quarter" idx="11"/>
          </p:nvPr>
        </p:nvSpPr>
        <p:spPr/>
        <p:txBody>
          <a:bodyPr/>
          <a:lstStyle/>
          <a:p>
            <a:r>
              <a:rPr lang="en-IN"/>
              <a:t>Prepared By: Mr. Chetan C. Kamani, Lecturer computer department, GP, Jamnagar</a:t>
            </a:r>
            <a:endParaRPr/>
          </a:p>
        </p:txBody>
      </p:sp>
      <p:sp>
        <p:nvSpPr>
          <p:cNvPr id="4" name="Date Placeholder 3"/>
          <p:cNvSpPr>
            <a:spLocks noGrp="1"/>
          </p:cNvSpPr>
          <p:nvPr>
            <p:ph type="dt" sz="half" idx="10"/>
          </p:nvPr>
        </p:nvSpPr>
        <p:spPr/>
        <p:txBody>
          <a:bodyPr/>
          <a:lstStyle/>
          <a:p>
            <a:endParaRPr/>
          </a:p>
        </p:txBody>
      </p:sp>
      <p:sp>
        <p:nvSpPr>
          <p:cNvPr id="6" name="Slide Number Placeholder 5"/>
          <p:cNvSpPr>
            <a:spLocks noGrp="1"/>
          </p:cNvSpPr>
          <p:nvPr>
            <p:ph type="sldNum" sz="quarter" idx="12"/>
          </p:nvPr>
        </p:nvSpPr>
        <p:spPr/>
        <p:txBody>
          <a:bodyPr/>
          <a:lstStyle/>
          <a:p>
            <a:fld id="{25BA54BD-C84D-46CE-8B72-31BFB26ABA43}" type="slidenum">
              <a:rPr/>
              <a:t>‹#›</a:t>
            </a:fld>
            <a:endParaRPr/>
          </a:p>
        </p:txBody>
      </p:sp>
    </p:spTree>
    <p:extLst>
      <p:ext uri="{BB962C8B-B14F-4D97-AF65-F5344CB8AC3E}">
        <p14:creationId xmlns:p14="http://schemas.microsoft.com/office/powerpoint/2010/main" val="2211791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4" y="274638"/>
            <a:ext cx="9143998" cy="1020762"/>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4" y="1905000"/>
            <a:ext cx="9144000" cy="4267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522413" y="6400801"/>
            <a:ext cx="6324599" cy="276226"/>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Prepared By: Mr. Chetan C. Kamani, Lecturer computer department, GP, Jamnagar</a:t>
            </a:r>
            <a:endParaRPr lang="en-US" dirty="0"/>
          </a:p>
        </p:txBody>
      </p:sp>
      <p:sp>
        <p:nvSpPr>
          <p:cNvPr id="4" name="Date Placeholder 3"/>
          <p:cNvSpPr>
            <a:spLocks noGrp="1"/>
          </p:cNvSpPr>
          <p:nvPr>
            <p:ph type="dt" sz="half" idx="2"/>
          </p:nvPr>
        </p:nvSpPr>
        <p:spPr>
          <a:xfrm>
            <a:off x="8075612" y="6400801"/>
            <a:ext cx="1243859" cy="276226"/>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9523412" y="6400801"/>
            <a:ext cx="1143002" cy="276226"/>
          </a:xfrm>
          <a:prstGeom prst="rect">
            <a:avLst/>
          </a:prstGeom>
        </p:spPr>
        <p:txBody>
          <a:bodyPr vert="horz" lIns="91440" tIns="45720" rIns="91440" bIns="45720" rtlCol="0" anchor="ctr"/>
          <a:lstStyle>
            <a:lvl1pPr algn="r">
              <a:defRPr sz="1200">
                <a:solidFill>
                  <a:schemeClr val="tx1">
                    <a:tint val="75000"/>
                  </a:schemeClr>
                </a:solidFill>
              </a:defRPr>
            </a:lvl1pPr>
          </a:lstStyle>
          <a:p>
            <a:fld id="{25BA54BD-C84D-46CE-8B72-31BFB26ABA43}" type="slidenum">
              <a:rPr lang="en-US" smtClean="0"/>
              <a:pPr/>
              <a:t>‹#›</a:t>
            </a:fld>
            <a:endParaRPr lang="en-US"/>
          </a:p>
        </p:txBody>
      </p:sp>
    </p:spTree>
    <p:extLst>
      <p:ext uri="{BB962C8B-B14F-4D97-AF65-F5344CB8AC3E}">
        <p14:creationId xmlns:p14="http://schemas.microsoft.com/office/powerpoint/2010/main" val="53563648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74320" indent="-274320" algn="l" defTabSz="914400" rtl="0" eaLnBrk="1" latinLnBrk="0" hangingPunct="1">
        <a:lnSpc>
          <a:spcPct val="90000"/>
        </a:lnSpc>
        <a:spcBef>
          <a:spcPts val="1800"/>
        </a:spcBef>
        <a:buSzPct val="100000"/>
        <a:buFont typeface="Arial" pitchFamily="34" charset="0"/>
        <a:buChar char="▪"/>
        <a:defRPr sz="2400" kern="1200">
          <a:solidFill>
            <a:schemeClr val="tx1"/>
          </a:solidFill>
          <a:latin typeface="+mn-lt"/>
          <a:ea typeface="+mn-ea"/>
          <a:cs typeface="+mn-cs"/>
        </a:defRPr>
      </a:lvl1pPr>
      <a:lvl2pPr marL="576072" indent="-274320" algn="l" defTabSz="914400" rtl="0" eaLnBrk="1" latinLnBrk="0" hangingPunct="1">
        <a:lnSpc>
          <a:spcPct val="90000"/>
        </a:lnSpc>
        <a:spcBef>
          <a:spcPts val="600"/>
        </a:spcBef>
        <a:buSzPct val="100000"/>
        <a:buFont typeface="Consolas" pitchFamily="49" charset="0"/>
        <a:buChar char="–"/>
        <a:defRPr sz="2000" kern="1200">
          <a:solidFill>
            <a:schemeClr val="tx1"/>
          </a:solidFill>
          <a:latin typeface="+mn-lt"/>
          <a:ea typeface="+mn-ea"/>
          <a:cs typeface="+mn-cs"/>
        </a:defRPr>
      </a:lvl2pPr>
      <a:lvl3pPr marL="804672" indent="-228600" algn="l" defTabSz="914400" rtl="0" eaLnBrk="1" latinLnBrk="0" hangingPunct="1">
        <a:lnSpc>
          <a:spcPct val="90000"/>
        </a:lnSpc>
        <a:spcBef>
          <a:spcPts val="600"/>
        </a:spcBef>
        <a:buSzPct val="100000"/>
        <a:buFont typeface="Arial" pitchFamily="34" charset="0"/>
        <a:buChar char="▪"/>
        <a:defRPr sz="1800" kern="1200">
          <a:solidFill>
            <a:schemeClr val="tx1"/>
          </a:solidFill>
          <a:latin typeface="+mn-lt"/>
          <a:ea typeface="+mn-ea"/>
          <a:cs typeface="+mn-cs"/>
        </a:defRPr>
      </a:lvl3pPr>
      <a:lvl4pPr marL="10332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4pPr>
      <a:lvl5pPr marL="12618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5pPr>
      <a:lvl6pPr marL="14904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6pPr>
      <a:lvl7pPr marL="17190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7pPr>
      <a:lvl8pPr marL="1947672" indent="-228600" algn="l" defTabSz="914400" rtl="0" eaLnBrk="1" latinLnBrk="0" hangingPunct="1">
        <a:lnSpc>
          <a:spcPct val="90000"/>
        </a:lnSpc>
        <a:spcBef>
          <a:spcPts val="600"/>
        </a:spcBef>
        <a:buSzPct val="100000"/>
        <a:buFont typeface="Consolas" pitchFamily="49" charset="0"/>
        <a:buChar char="–"/>
        <a:defRPr sz="1600" kern="1200">
          <a:solidFill>
            <a:schemeClr val="tx1"/>
          </a:solidFill>
          <a:latin typeface="+mn-lt"/>
          <a:ea typeface="+mn-ea"/>
          <a:cs typeface="+mn-cs"/>
        </a:defRPr>
      </a:lvl8pPr>
      <a:lvl9pPr marL="2176272" indent="-228600" algn="l" defTabSz="914400" rtl="0" eaLnBrk="1" latinLnBrk="0" hangingPunct="1">
        <a:lnSpc>
          <a:spcPct val="90000"/>
        </a:lnSpc>
        <a:spcBef>
          <a:spcPts val="600"/>
        </a:spcBef>
        <a:buSzPct val="10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04259" y="1754628"/>
            <a:ext cx="9144000" cy="2667000"/>
          </a:xfrm>
        </p:spPr>
        <p:txBody>
          <a:bodyPr/>
          <a:lstStyle/>
          <a:p>
            <a:pPr algn="ctr"/>
            <a:r>
              <a:rPr lang="en-US" sz="4000" dirty="0"/>
              <a:t>Advanced Computer Network </a:t>
            </a:r>
            <a:br>
              <a:rPr lang="en-US" sz="4000" dirty="0"/>
            </a:br>
            <a:r>
              <a:rPr lang="en-US" sz="4000" dirty="0"/>
              <a:t>(4350706)</a:t>
            </a:r>
            <a:br>
              <a:rPr lang="en-US" sz="4000" dirty="0"/>
            </a:br>
            <a:br>
              <a:rPr lang="en-US" sz="4000" dirty="0"/>
            </a:br>
            <a:r>
              <a:rPr lang="en-US" sz="4000" dirty="0"/>
              <a:t>Unit-1</a:t>
            </a:r>
            <a:br>
              <a:rPr lang="en-US" sz="4000" dirty="0"/>
            </a:br>
            <a:r>
              <a:rPr lang="en-US" sz="4000" dirty="0"/>
              <a:t>Network Layer Protocols</a:t>
            </a:r>
          </a:p>
        </p:txBody>
      </p:sp>
      <p:sp>
        <p:nvSpPr>
          <p:cNvPr id="3" name="Subtitle 2"/>
          <p:cNvSpPr>
            <a:spLocks noGrp="1"/>
          </p:cNvSpPr>
          <p:nvPr>
            <p:ph type="subTitle" idx="1"/>
          </p:nvPr>
        </p:nvSpPr>
        <p:spPr/>
        <p:txBody>
          <a:bodyPr>
            <a:normAutofit fontScale="62500" lnSpcReduction="20000"/>
          </a:bodyPr>
          <a:lstStyle/>
          <a:p>
            <a:pPr>
              <a:lnSpc>
                <a:spcPct val="120000"/>
              </a:lnSpc>
            </a:pPr>
            <a:r>
              <a:rPr lang="en-US" dirty="0"/>
              <a:t>Prepared By : </a:t>
            </a:r>
          </a:p>
          <a:p>
            <a:pPr>
              <a:lnSpc>
                <a:spcPct val="120000"/>
              </a:lnSpc>
            </a:pPr>
            <a:r>
              <a:rPr lang="en-US" dirty="0"/>
              <a:t>Mr. Chetan C. Kamani</a:t>
            </a:r>
          </a:p>
          <a:p>
            <a:pPr>
              <a:lnSpc>
                <a:spcPct val="120000"/>
              </a:lnSpc>
            </a:pPr>
            <a:r>
              <a:rPr lang="en-US" dirty="0"/>
              <a:t>Lecturer, Computer Engineering Department</a:t>
            </a:r>
          </a:p>
          <a:p>
            <a:pPr>
              <a:lnSpc>
                <a:spcPct val="120000"/>
              </a:lnSpc>
            </a:pPr>
            <a:r>
              <a:rPr lang="en-US" dirty="0"/>
              <a:t>Government Polytechnic, Jamnagar</a:t>
            </a:r>
          </a:p>
          <a:p>
            <a:pPr>
              <a:lnSpc>
                <a:spcPct val="120000"/>
              </a:lnSpc>
            </a:pPr>
            <a:endParaRPr lang="en-US" dirty="0"/>
          </a:p>
        </p:txBody>
      </p:sp>
    </p:spTree>
    <p:extLst>
      <p:ext uri="{BB962C8B-B14F-4D97-AF65-F5344CB8AC3E}">
        <p14:creationId xmlns:p14="http://schemas.microsoft.com/office/powerpoint/2010/main" val="1920111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Topics to be discussed</a:t>
            </a:r>
          </a:p>
        </p:txBody>
      </p:sp>
      <p:sp>
        <p:nvSpPr>
          <p:cNvPr id="14" name="Content Placeholder 13"/>
          <p:cNvSpPr>
            <a:spLocks noGrp="1"/>
          </p:cNvSpPr>
          <p:nvPr>
            <p:ph idx="1"/>
          </p:nvPr>
        </p:nvSpPr>
        <p:spPr/>
        <p:txBody>
          <a:bodyPr/>
          <a:lstStyle/>
          <a:p>
            <a:r>
              <a:rPr lang="en-US" dirty="0"/>
              <a:t>Introduction to Network Layer protocols</a:t>
            </a:r>
          </a:p>
          <a:p>
            <a:r>
              <a:rPr lang="en-US" dirty="0"/>
              <a:t>IPv4 Address</a:t>
            </a:r>
          </a:p>
          <a:p>
            <a:pPr lvl="1"/>
            <a:r>
              <a:rPr lang="en-US" dirty="0"/>
              <a:t>Address space</a:t>
            </a:r>
          </a:p>
          <a:p>
            <a:pPr lvl="1"/>
            <a:r>
              <a:rPr lang="en-US" dirty="0"/>
              <a:t>Classful addressing</a:t>
            </a:r>
          </a:p>
          <a:p>
            <a:pPr lvl="1"/>
            <a:r>
              <a:rPr lang="en-US" dirty="0"/>
              <a:t>Classless addressing</a:t>
            </a:r>
          </a:p>
          <a:p>
            <a:pPr lvl="1"/>
            <a:r>
              <a:rPr lang="en-US" dirty="0"/>
              <a:t>Network Address Translation (NAT)</a:t>
            </a:r>
          </a:p>
        </p:txBody>
      </p:sp>
      <p:sp>
        <p:nvSpPr>
          <p:cNvPr id="2" name="Slide Number Placeholder 1">
            <a:extLst>
              <a:ext uri="{FF2B5EF4-FFF2-40B4-BE49-F238E27FC236}">
                <a16:creationId xmlns:a16="http://schemas.microsoft.com/office/drawing/2014/main" id="{CF5AEBB3-DDBA-90EA-446D-EBAF61A929CB}"/>
              </a:ext>
            </a:extLst>
          </p:cNvPr>
          <p:cNvSpPr>
            <a:spLocks noGrp="1"/>
          </p:cNvSpPr>
          <p:nvPr>
            <p:ph type="sldNum" sz="quarter" idx="12"/>
          </p:nvPr>
        </p:nvSpPr>
        <p:spPr/>
        <p:txBody>
          <a:bodyPr/>
          <a:lstStyle/>
          <a:p>
            <a:fld id="{25BA54BD-C84D-46CE-8B72-31BFB26ABA43}" type="slidenum">
              <a:rPr lang="en-IN" smtClean="0"/>
              <a:t>2</a:t>
            </a:fld>
            <a:endParaRPr lang="en-IN" dirty="0"/>
          </a:p>
        </p:txBody>
      </p:sp>
      <p:sp>
        <p:nvSpPr>
          <p:cNvPr id="3" name="Footer Placeholder 2">
            <a:extLst>
              <a:ext uri="{FF2B5EF4-FFF2-40B4-BE49-F238E27FC236}">
                <a16:creationId xmlns:a16="http://schemas.microsoft.com/office/drawing/2014/main" id="{29126649-06F3-4460-16B1-E59A525D97FD}"/>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2128536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Introduction to Network Layer Protocols</a:t>
            </a:r>
          </a:p>
        </p:txBody>
      </p:sp>
      <p:sp>
        <p:nvSpPr>
          <p:cNvPr id="14" name="Content Placeholder 13"/>
          <p:cNvSpPr>
            <a:spLocks noGrp="1"/>
          </p:cNvSpPr>
          <p:nvPr>
            <p:ph idx="1"/>
          </p:nvPr>
        </p:nvSpPr>
        <p:spPr/>
        <p:txBody>
          <a:bodyPr/>
          <a:lstStyle/>
          <a:p>
            <a:pPr algn="just"/>
            <a:r>
              <a:rPr lang="en-IN" dirty="0"/>
              <a:t>The network layer is placed between data link layer and transport layer in the TCP/IP network reference model.</a:t>
            </a:r>
          </a:p>
          <a:p>
            <a:pPr algn="just"/>
            <a:r>
              <a:rPr lang="en-IN" dirty="0"/>
              <a:t>The responsibilities of the network layer are listed below.</a:t>
            </a:r>
          </a:p>
          <a:p>
            <a:pPr lvl="1" algn="just"/>
            <a:r>
              <a:rPr lang="en-IN" dirty="0"/>
              <a:t>Logical Addressing</a:t>
            </a:r>
          </a:p>
          <a:p>
            <a:pPr lvl="1" algn="just"/>
            <a:r>
              <a:rPr lang="en-IN" dirty="0"/>
              <a:t>Routing</a:t>
            </a:r>
          </a:p>
          <a:p>
            <a:pPr lvl="1" algn="just"/>
            <a:r>
              <a:rPr lang="en-IN" dirty="0"/>
              <a:t>Fragmentation and reassembly</a:t>
            </a:r>
          </a:p>
          <a:p>
            <a:pPr lvl="1" algn="just"/>
            <a:r>
              <a:rPr lang="en-IN" dirty="0"/>
              <a:t>Error detection and correction</a:t>
            </a:r>
          </a:p>
          <a:p>
            <a:pPr lvl="1" algn="just"/>
            <a:r>
              <a:rPr lang="en-IN" dirty="0"/>
              <a:t>Flow Control</a:t>
            </a:r>
          </a:p>
          <a:p>
            <a:pPr algn="just"/>
            <a:r>
              <a:rPr lang="en-US" dirty="0"/>
              <a:t>The different protocols defined at this layer are listed below.</a:t>
            </a:r>
          </a:p>
          <a:p>
            <a:pPr lvl="1" algn="just"/>
            <a:r>
              <a:rPr lang="en-US" dirty="0"/>
              <a:t>IPv4, ICMPv4, IGMP, ARP, IPv6, RARP</a:t>
            </a:r>
          </a:p>
        </p:txBody>
      </p:sp>
      <p:sp>
        <p:nvSpPr>
          <p:cNvPr id="2" name="Slide Number Placeholder 1">
            <a:extLst>
              <a:ext uri="{FF2B5EF4-FFF2-40B4-BE49-F238E27FC236}">
                <a16:creationId xmlns:a16="http://schemas.microsoft.com/office/drawing/2014/main" id="{EDFED641-80E1-74AE-0FA4-E38F8D359F43}"/>
              </a:ext>
            </a:extLst>
          </p:cNvPr>
          <p:cNvSpPr>
            <a:spLocks noGrp="1"/>
          </p:cNvSpPr>
          <p:nvPr>
            <p:ph type="sldNum" sz="quarter" idx="12"/>
          </p:nvPr>
        </p:nvSpPr>
        <p:spPr/>
        <p:txBody>
          <a:bodyPr/>
          <a:lstStyle/>
          <a:p>
            <a:fld id="{25BA54BD-C84D-46CE-8B72-31BFB26ABA43}" type="slidenum">
              <a:rPr lang="en-IN" smtClean="0"/>
              <a:t>3</a:t>
            </a:fld>
            <a:endParaRPr lang="en-IN" dirty="0"/>
          </a:p>
        </p:txBody>
      </p:sp>
      <p:sp>
        <p:nvSpPr>
          <p:cNvPr id="3" name="Footer Placeholder 2">
            <a:extLst>
              <a:ext uri="{FF2B5EF4-FFF2-40B4-BE49-F238E27FC236}">
                <a16:creationId xmlns:a16="http://schemas.microsoft.com/office/drawing/2014/main" id="{BD65E9DD-4519-7CFD-C2AB-C16C5D12B341}"/>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808407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2818-CF7C-46BE-163D-5E0C387E6C17}"/>
              </a:ext>
            </a:extLst>
          </p:cNvPr>
          <p:cNvSpPr>
            <a:spLocks noGrp="1"/>
          </p:cNvSpPr>
          <p:nvPr>
            <p:ph type="title"/>
          </p:nvPr>
        </p:nvSpPr>
        <p:spPr/>
        <p:txBody>
          <a:bodyPr/>
          <a:lstStyle/>
          <a:p>
            <a:r>
              <a:rPr lang="en-IN" dirty="0"/>
              <a:t>Write the full form…..</a:t>
            </a:r>
          </a:p>
        </p:txBody>
      </p:sp>
      <p:sp>
        <p:nvSpPr>
          <p:cNvPr id="3" name="Content Placeholder 2">
            <a:extLst>
              <a:ext uri="{FF2B5EF4-FFF2-40B4-BE49-F238E27FC236}">
                <a16:creationId xmlns:a16="http://schemas.microsoft.com/office/drawing/2014/main" id="{BE4A42EC-86CC-A2F0-5675-F053185FE0F5}"/>
              </a:ext>
            </a:extLst>
          </p:cNvPr>
          <p:cNvSpPr>
            <a:spLocks noGrp="1"/>
          </p:cNvSpPr>
          <p:nvPr>
            <p:ph idx="1"/>
          </p:nvPr>
        </p:nvSpPr>
        <p:spPr/>
        <p:txBody>
          <a:bodyPr>
            <a:normAutofit/>
          </a:bodyPr>
          <a:lstStyle/>
          <a:p>
            <a:r>
              <a:rPr lang="en-IN" sz="3600" dirty="0"/>
              <a:t>IPv4</a:t>
            </a:r>
          </a:p>
          <a:p>
            <a:r>
              <a:rPr lang="en-IN" sz="3600" dirty="0"/>
              <a:t>ICMPv4</a:t>
            </a:r>
          </a:p>
          <a:p>
            <a:r>
              <a:rPr lang="en-IN" sz="3600" dirty="0"/>
              <a:t>IGMP</a:t>
            </a:r>
          </a:p>
          <a:p>
            <a:r>
              <a:rPr lang="en-IN" sz="3600" dirty="0"/>
              <a:t>ARP</a:t>
            </a:r>
          </a:p>
          <a:p>
            <a:r>
              <a:rPr lang="en-IN" sz="3600" dirty="0"/>
              <a:t>IPv6</a:t>
            </a:r>
          </a:p>
          <a:p>
            <a:r>
              <a:rPr lang="en-IN" sz="3600" dirty="0"/>
              <a:t>RARP</a:t>
            </a:r>
          </a:p>
          <a:p>
            <a:endParaRPr lang="en-IN" sz="3600" dirty="0"/>
          </a:p>
        </p:txBody>
      </p:sp>
      <p:sp>
        <p:nvSpPr>
          <p:cNvPr id="4" name="Footer Placeholder 3">
            <a:extLst>
              <a:ext uri="{FF2B5EF4-FFF2-40B4-BE49-F238E27FC236}">
                <a16:creationId xmlns:a16="http://schemas.microsoft.com/office/drawing/2014/main" id="{4346266B-5F53-A31B-5E63-11F3888AD2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72F4980B-E2DC-3869-6198-05899B93DEBE}"/>
              </a:ext>
            </a:extLst>
          </p:cNvPr>
          <p:cNvSpPr>
            <a:spLocks noGrp="1"/>
          </p:cNvSpPr>
          <p:nvPr>
            <p:ph type="sldNum" sz="quarter" idx="12"/>
          </p:nvPr>
        </p:nvSpPr>
        <p:spPr/>
        <p:txBody>
          <a:bodyPr/>
          <a:lstStyle/>
          <a:p>
            <a:fld id="{25BA54BD-C84D-46CE-8B72-31BFB26ABA43}" type="slidenum">
              <a:rPr lang="en-IN" smtClean="0"/>
              <a:t>4</a:t>
            </a:fld>
            <a:endParaRPr lang="en-IN" dirty="0"/>
          </a:p>
        </p:txBody>
      </p:sp>
    </p:spTree>
    <p:extLst>
      <p:ext uri="{BB962C8B-B14F-4D97-AF65-F5344CB8AC3E}">
        <p14:creationId xmlns:p14="http://schemas.microsoft.com/office/powerpoint/2010/main" val="938410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IPv4 Address</a:t>
            </a:r>
          </a:p>
        </p:txBody>
      </p:sp>
      <p:sp>
        <p:nvSpPr>
          <p:cNvPr id="14" name="Content Placeholder 13"/>
          <p:cNvSpPr>
            <a:spLocks noGrp="1"/>
          </p:cNvSpPr>
          <p:nvPr>
            <p:ph idx="1"/>
          </p:nvPr>
        </p:nvSpPr>
        <p:spPr/>
        <p:txBody>
          <a:bodyPr>
            <a:normAutofit fontScale="92500" lnSpcReduction="20000"/>
          </a:bodyPr>
          <a:lstStyle/>
          <a:p>
            <a:pPr algn="just"/>
            <a:r>
              <a:rPr lang="en-IN" dirty="0"/>
              <a:t>The identifier used in the network layer (IP layer) of the TCP/IP protocol suite to identify the connection of each device to the Internet is called the Internet address or IP address.</a:t>
            </a:r>
          </a:p>
          <a:p>
            <a:pPr algn="just"/>
            <a:r>
              <a:rPr lang="en-IN" dirty="0"/>
              <a:t>An IPv4 address is a 32-bit address that uniquely and universally defines the connection of a host or a router to the Internet.</a:t>
            </a:r>
          </a:p>
          <a:p>
            <a:pPr algn="just"/>
            <a:r>
              <a:rPr lang="en-IN" dirty="0"/>
              <a:t>The IP address is the address of the connection, not the host or the router, because if the device is moved to another network, the IP address may be changed.</a:t>
            </a:r>
          </a:p>
          <a:p>
            <a:pPr algn="just"/>
            <a:r>
              <a:rPr lang="en-IN" dirty="0"/>
              <a:t>An IPv4 address is unique to a single connection to the Internet. A device with two connections to the Internet, via two networks, will have two IPv4 addresses.</a:t>
            </a:r>
          </a:p>
          <a:p>
            <a:pPr algn="just"/>
            <a:r>
              <a:rPr lang="en-IN" dirty="0"/>
              <a:t>All hosts that want to connect to the Internet must use the IPv4 addressing system.</a:t>
            </a:r>
            <a:endParaRPr lang="en-US" dirty="0"/>
          </a:p>
        </p:txBody>
      </p:sp>
      <p:sp>
        <p:nvSpPr>
          <p:cNvPr id="2" name="Slide Number Placeholder 1">
            <a:extLst>
              <a:ext uri="{FF2B5EF4-FFF2-40B4-BE49-F238E27FC236}">
                <a16:creationId xmlns:a16="http://schemas.microsoft.com/office/drawing/2014/main" id="{5E2041CA-577D-1266-5742-08F0209D2554}"/>
              </a:ext>
            </a:extLst>
          </p:cNvPr>
          <p:cNvSpPr>
            <a:spLocks noGrp="1"/>
          </p:cNvSpPr>
          <p:nvPr>
            <p:ph type="sldNum" sz="quarter" idx="12"/>
          </p:nvPr>
        </p:nvSpPr>
        <p:spPr/>
        <p:txBody>
          <a:bodyPr/>
          <a:lstStyle/>
          <a:p>
            <a:fld id="{25BA54BD-C84D-46CE-8B72-31BFB26ABA43}" type="slidenum">
              <a:rPr lang="en-IN" smtClean="0"/>
              <a:t>5</a:t>
            </a:fld>
            <a:endParaRPr lang="en-IN" dirty="0"/>
          </a:p>
        </p:txBody>
      </p:sp>
      <p:sp>
        <p:nvSpPr>
          <p:cNvPr id="3" name="Footer Placeholder 2">
            <a:extLst>
              <a:ext uri="{FF2B5EF4-FFF2-40B4-BE49-F238E27FC236}">
                <a16:creationId xmlns:a16="http://schemas.microsoft.com/office/drawing/2014/main" id="{1A1A468D-9E10-6A1F-95C8-B5B34D79A4B7}"/>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0349871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Address Space</a:t>
            </a:r>
          </a:p>
        </p:txBody>
      </p:sp>
      <p:sp>
        <p:nvSpPr>
          <p:cNvPr id="14" name="Content Placeholder 13"/>
          <p:cNvSpPr>
            <a:spLocks noGrp="1"/>
          </p:cNvSpPr>
          <p:nvPr>
            <p:ph idx="1"/>
          </p:nvPr>
        </p:nvSpPr>
        <p:spPr/>
        <p:txBody>
          <a:bodyPr>
            <a:normAutofit/>
          </a:bodyPr>
          <a:lstStyle/>
          <a:p>
            <a:pPr algn="just"/>
            <a:r>
              <a:rPr lang="en-IN" dirty="0"/>
              <a:t>A protocol like IPv4 that defines addresses has an address space.</a:t>
            </a:r>
          </a:p>
          <a:p>
            <a:pPr algn="just"/>
            <a:r>
              <a:rPr lang="en-IN" dirty="0"/>
              <a:t>An address space is the total number of addresses that can be used by a protocol.</a:t>
            </a:r>
          </a:p>
          <a:p>
            <a:pPr algn="just"/>
            <a:r>
              <a:rPr lang="en-IN" dirty="0"/>
              <a:t>The number of bits used to define an address determines the size of the address space.</a:t>
            </a:r>
          </a:p>
          <a:p>
            <a:pPr algn="just"/>
            <a:r>
              <a:rPr lang="en-IN" dirty="0"/>
              <a:t>For example, IPv4 uses 32 bits to define an address, so its address space is 232, which is equal to 4,294,967,296 addresses. This means that, in theory, more than 4 billion devices could be connected to the Internet using IPv4 addresses.</a:t>
            </a:r>
            <a:endParaRPr lang="en-US" dirty="0"/>
          </a:p>
        </p:txBody>
      </p:sp>
      <p:sp>
        <p:nvSpPr>
          <p:cNvPr id="2" name="Slide Number Placeholder 1">
            <a:extLst>
              <a:ext uri="{FF2B5EF4-FFF2-40B4-BE49-F238E27FC236}">
                <a16:creationId xmlns:a16="http://schemas.microsoft.com/office/drawing/2014/main" id="{C671FAD4-5668-DA43-F3E0-50C8E2DCBA5B}"/>
              </a:ext>
            </a:extLst>
          </p:cNvPr>
          <p:cNvSpPr>
            <a:spLocks noGrp="1"/>
          </p:cNvSpPr>
          <p:nvPr>
            <p:ph type="sldNum" sz="quarter" idx="12"/>
          </p:nvPr>
        </p:nvSpPr>
        <p:spPr/>
        <p:txBody>
          <a:bodyPr/>
          <a:lstStyle/>
          <a:p>
            <a:fld id="{25BA54BD-C84D-46CE-8B72-31BFB26ABA43}" type="slidenum">
              <a:rPr lang="en-IN" smtClean="0"/>
              <a:t>6</a:t>
            </a:fld>
            <a:endParaRPr lang="en-IN" dirty="0"/>
          </a:p>
        </p:txBody>
      </p:sp>
      <p:sp>
        <p:nvSpPr>
          <p:cNvPr id="3" name="Footer Placeholder 2">
            <a:extLst>
              <a:ext uri="{FF2B5EF4-FFF2-40B4-BE49-F238E27FC236}">
                <a16:creationId xmlns:a16="http://schemas.microsoft.com/office/drawing/2014/main" id="{3F84CD25-E03E-BB7A-03A1-E5DA6DFF127A}"/>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698434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Address Space</a:t>
            </a:r>
          </a:p>
        </p:txBody>
      </p:sp>
      <p:sp>
        <p:nvSpPr>
          <p:cNvPr id="14" name="Content Placeholder 13"/>
          <p:cNvSpPr>
            <a:spLocks noGrp="1"/>
          </p:cNvSpPr>
          <p:nvPr>
            <p:ph idx="1"/>
          </p:nvPr>
        </p:nvSpPr>
        <p:spPr/>
        <p:txBody>
          <a:bodyPr>
            <a:normAutofit/>
          </a:bodyPr>
          <a:lstStyle/>
          <a:p>
            <a:pPr algn="just"/>
            <a:r>
              <a:rPr lang="en-IN" dirty="0"/>
              <a:t>Notations</a:t>
            </a:r>
          </a:p>
          <a:p>
            <a:pPr lvl="1" algn="just"/>
            <a:r>
              <a:rPr lang="en-IN" dirty="0"/>
              <a:t>There are three common notations to represent an IPv4 address:</a:t>
            </a:r>
          </a:p>
          <a:p>
            <a:pPr lvl="2" algn="just"/>
            <a:r>
              <a:rPr lang="en-IN" dirty="0"/>
              <a:t>binary notation (base 2)</a:t>
            </a:r>
          </a:p>
          <a:p>
            <a:pPr lvl="2" algn="just"/>
            <a:r>
              <a:rPr lang="en-IN" dirty="0"/>
              <a:t>dotted-decimal notation (base 256)</a:t>
            </a:r>
          </a:p>
          <a:p>
            <a:pPr lvl="2" algn="just"/>
            <a:r>
              <a:rPr lang="en-IN" dirty="0"/>
              <a:t>hexadecimal notation (base 16)</a:t>
            </a:r>
          </a:p>
          <a:p>
            <a:pPr marL="274320" lvl="1" indent="0" algn="just">
              <a:buNone/>
            </a:pPr>
            <a:endParaRPr lang="en-US" dirty="0"/>
          </a:p>
        </p:txBody>
      </p:sp>
      <p:pic>
        <p:nvPicPr>
          <p:cNvPr id="3" name="Picture 2">
            <a:extLst>
              <a:ext uri="{FF2B5EF4-FFF2-40B4-BE49-F238E27FC236}">
                <a16:creationId xmlns:a16="http://schemas.microsoft.com/office/drawing/2014/main" id="{96A6CFC3-1F18-D55F-CEEB-A505D14D2395}"/>
              </a:ext>
            </a:extLst>
          </p:cNvPr>
          <p:cNvPicPr>
            <a:picLocks noChangeAspect="1"/>
          </p:cNvPicPr>
          <p:nvPr/>
        </p:nvPicPr>
        <p:blipFill rotWithShape="1">
          <a:blip r:embed="rId2"/>
          <a:srcRect l="22824" t="36656" r="25779" b="23311"/>
          <a:stretch/>
        </p:blipFill>
        <p:spPr>
          <a:xfrm>
            <a:off x="2926060" y="3725846"/>
            <a:ext cx="6908115" cy="2858530"/>
          </a:xfrm>
          <a:prstGeom prst="rect">
            <a:avLst/>
          </a:prstGeom>
        </p:spPr>
      </p:pic>
      <p:sp>
        <p:nvSpPr>
          <p:cNvPr id="2" name="Slide Number Placeholder 1">
            <a:extLst>
              <a:ext uri="{FF2B5EF4-FFF2-40B4-BE49-F238E27FC236}">
                <a16:creationId xmlns:a16="http://schemas.microsoft.com/office/drawing/2014/main" id="{928BC521-6BE3-667E-8550-1F1798925C4B}"/>
              </a:ext>
            </a:extLst>
          </p:cNvPr>
          <p:cNvSpPr>
            <a:spLocks noGrp="1"/>
          </p:cNvSpPr>
          <p:nvPr>
            <p:ph type="sldNum" sz="quarter" idx="12"/>
          </p:nvPr>
        </p:nvSpPr>
        <p:spPr/>
        <p:txBody>
          <a:bodyPr/>
          <a:lstStyle/>
          <a:p>
            <a:fld id="{25BA54BD-C84D-46CE-8B72-31BFB26ABA43}" type="slidenum">
              <a:rPr lang="en-IN" smtClean="0"/>
              <a:t>7</a:t>
            </a:fld>
            <a:endParaRPr lang="en-IN" dirty="0"/>
          </a:p>
        </p:txBody>
      </p:sp>
      <p:sp>
        <p:nvSpPr>
          <p:cNvPr id="4" name="Footer Placeholder 3">
            <a:extLst>
              <a:ext uri="{FF2B5EF4-FFF2-40B4-BE49-F238E27FC236}">
                <a16:creationId xmlns:a16="http://schemas.microsoft.com/office/drawing/2014/main" id="{555614B8-2B6E-8D5C-7912-31C98A5C060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016350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2818-CF7C-46BE-163D-5E0C387E6C1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E4A42EC-86CC-A2F0-5675-F053185FE0F5}"/>
              </a:ext>
            </a:extLst>
          </p:cNvPr>
          <p:cNvSpPr>
            <a:spLocks noGrp="1"/>
          </p:cNvSpPr>
          <p:nvPr>
            <p:ph idx="1"/>
          </p:nvPr>
        </p:nvSpPr>
        <p:spPr>
          <a:xfrm>
            <a:off x="1522414" y="1905000"/>
            <a:ext cx="10116614" cy="4267200"/>
          </a:xfrm>
        </p:spPr>
        <p:txBody>
          <a:bodyPr>
            <a:normAutofit lnSpcReduction="10000"/>
          </a:bodyPr>
          <a:lstStyle/>
          <a:p>
            <a:r>
              <a:rPr lang="en-IN" sz="3600" dirty="0">
                <a:solidFill>
                  <a:srgbClr val="FFFF00"/>
                </a:solidFill>
              </a:rPr>
              <a:t>Change the following IPv4 addresses from binary notation to dotted-decimal notation.</a:t>
            </a:r>
          </a:p>
          <a:p>
            <a:pPr lvl="1"/>
            <a:r>
              <a:rPr lang="en-IN" sz="3200" dirty="0"/>
              <a:t>10000001 00001011 00001011 11101111</a:t>
            </a:r>
          </a:p>
          <a:p>
            <a:pPr lvl="1"/>
            <a:r>
              <a:rPr lang="en-IN" sz="3200" dirty="0"/>
              <a:t>11000001 10000011 00011011 11111111.</a:t>
            </a:r>
          </a:p>
          <a:p>
            <a:r>
              <a:rPr lang="en-IN" sz="3600" dirty="0">
                <a:solidFill>
                  <a:srgbClr val="FFFF00"/>
                </a:solidFill>
              </a:rPr>
              <a:t>Change the following IPv4 addresses from dotted-decimal notations to binary notations.</a:t>
            </a:r>
          </a:p>
          <a:p>
            <a:pPr lvl="1"/>
            <a:r>
              <a:rPr lang="en-IN" sz="3200" dirty="0"/>
              <a:t>111.56.45.78</a:t>
            </a:r>
          </a:p>
          <a:p>
            <a:pPr lvl="1"/>
            <a:r>
              <a:rPr lang="en-IN" sz="3200" dirty="0"/>
              <a:t>221.34.7.82</a:t>
            </a:r>
          </a:p>
        </p:txBody>
      </p:sp>
      <p:sp>
        <p:nvSpPr>
          <p:cNvPr id="4" name="Footer Placeholder 3">
            <a:extLst>
              <a:ext uri="{FF2B5EF4-FFF2-40B4-BE49-F238E27FC236}">
                <a16:creationId xmlns:a16="http://schemas.microsoft.com/office/drawing/2014/main" id="{4346266B-5F53-A31B-5E63-11F3888AD2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72F4980B-E2DC-3869-6198-05899B93DEBE}"/>
              </a:ext>
            </a:extLst>
          </p:cNvPr>
          <p:cNvSpPr>
            <a:spLocks noGrp="1"/>
          </p:cNvSpPr>
          <p:nvPr>
            <p:ph type="sldNum" sz="quarter" idx="12"/>
          </p:nvPr>
        </p:nvSpPr>
        <p:spPr/>
        <p:txBody>
          <a:bodyPr/>
          <a:lstStyle/>
          <a:p>
            <a:fld id="{25BA54BD-C84D-46CE-8B72-31BFB26ABA43}" type="slidenum">
              <a:rPr lang="en-IN" smtClean="0"/>
              <a:t>8</a:t>
            </a:fld>
            <a:endParaRPr lang="en-IN" dirty="0"/>
          </a:p>
        </p:txBody>
      </p:sp>
    </p:spTree>
    <p:extLst>
      <p:ext uri="{BB962C8B-B14F-4D97-AF65-F5344CB8AC3E}">
        <p14:creationId xmlns:p14="http://schemas.microsoft.com/office/powerpoint/2010/main" val="2588231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2818-CF7C-46BE-163D-5E0C387E6C1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E4A42EC-86CC-A2F0-5675-F053185FE0F5}"/>
              </a:ext>
            </a:extLst>
          </p:cNvPr>
          <p:cNvSpPr>
            <a:spLocks noGrp="1"/>
          </p:cNvSpPr>
          <p:nvPr>
            <p:ph idx="1"/>
          </p:nvPr>
        </p:nvSpPr>
        <p:spPr>
          <a:xfrm>
            <a:off x="1522414" y="1905000"/>
            <a:ext cx="10116614" cy="4267200"/>
          </a:xfrm>
        </p:spPr>
        <p:txBody>
          <a:bodyPr>
            <a:normAutofit/>
          </a:bodyPr>
          <a:lstStyle/>
          <a:p>
            <a:r>
              <a:rPr lang="en-IN" sz="3200" dirty="0">
                <a:solidFill>
                  <a:srgbClr val="FFFF00"/>
                </a:solidFill>
              </a:rPr>
              <a:t>Find the error, if any, in the following IPv4 addresses.</a:t>
            </a:r>
          </a:p>
          <a:p>
            <a:pPr lvl="1"/>
            <a:r>
              <a:rPr lang="en-IN" sz="2800" dirty="0"/>
              <a:t>111.56.045.78</a:t>
            </a:r>
          </a:p>
          <a:p>
            <a:pPr lvl="1"/>
            <a:r>
              <a:rPr lang="en-IN" sz="2800" dirty="0"/>
              <a:t>221.34.7.8.20</a:t>
            </a:r>
          </a:p>
          <a:p>
            <a:pPr lvl="1"/>
            <a:r>
              <a:rPr lang="en-IN" sz="2800" dirty="0"/>
              <a:t>75.45.301.14</a:t>
            </a:r>
          </a:p>
          <a:p>
            <a:pPr lvl="1"/>
            <a:r>
              <a:rPr lang="en-IN" sz="2800" dirty="0"/>
              <a:t>11100010.23.14.67</a:t>
            </a:r>
          </a:p>
        </p:txBody>
      </p:sp>
      <p:sp>
        <p:nvSpPr>
          <p:cNvPr id="4" name="Footer Placeholder 3">
            <a:extLst>
              <a:ext uri="{FF2B5EF4-FFF2-40B4-BE49-F238E27FC236}">
                <a16:creationId xmlns:a16="http://schemas.microsoft.com/office/drawing/2014/main" id="{4346266B-5F53-A31B-5E63-11F3888AD2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72F4980B-E2DC-3869-6198-05899B93DEBE}"/>
              </a:ext>
            </a:extLst>
          </p:cNvPr>
          <p:cNvSpPr>
            <a:spLocks noGrp="1"/>
          </p:cNvSpPr>
          <p:nvPr>
            <p:ph type="sldNum" sz="quarter" idx="12"/>
          </p:nvPr>
        </p:nvSpPr>
        <p:spPr/>
        <p:txBody>
          <a:bodyPr/>
          <a:lstStyle/>
          <a:p>
            <a:fld id="{25BA54BD-C84D-46CE-8B72-31BFB26ABA43}" type="slidenum">
              <a:rPr lang="en-IN" smtClean="0"/>
              <a:t>9</a:t>
            </a:fld>
            <a:endParaRPr lang="en-IN" dirty="0"/>
          </a:p>
        </p:txBody>
      </p:sp>
    </p:spTree>
    <p:extLst>
      <p:ext uri="{BB962C8B-B14F-4D97-AF65-F5344CB8AC3E}">
        <p14:creationId xmlns:p14="http://schemas.microsoft.com/office/powerpoint/2010/main" val="1052457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Address Space</a:t>
            </a:r>
          </a:p>
        </p:txBody>
      </p:sp>
      <p:sp>
        <p:nvSpPr>
          <p:cNvPr id="14" name="Content Placeholder 13"/>
          <p:cNvSpPr>
            <a:spLocks noGrp="1"/>
          </p:cNvSpPr>
          <p:nvPr>
            <p:ph idx="1"/>
          </p:nvPr>
        </p:nvSpPr>
        <p:spPr>
          <a:xfrm>
            <a:off x="1522414" y="1905000"/>
            <a:ext cx="4860030" cy="4548336"/>
          </a:xfrm>
        </p:spPr>
        <p:txBody>
          <a:bodyPr>
            <a:normAutofit/>
          </a:bodyPr>
          <a:lstStyle/>
          <a:p>
            <a:pPr algn="just"/>
            <a:r>
              <a:rPr lang="en-IN" dirty="0"/>
              <a:t>Hierarchy in Addressing</a:t>
            </a:r>
          </a:p>
          <a:p>
            <a:pPr lvl="1" algn="just"/>
            <a:r>
              <a:rPr lang="en-IN" dirty="0"/>
              <a:t>In any communication network that involves delivery, such as a telephone network or a postal network, the addressing system is hierarchical.</a:t>
            </a:r>
            <a:endParaRPr lang="en-US" dirty="0"/>
          </a:p>
          <a:p>
            <a:pPr lvl="1" algn="just"/>
            <a:r>
              <a:rPr lang="en-IN" dirty="0"/>
              <a:t>Similarly, a 32-bit IPv4 address is also hierarchical, but divided only into two parts. </a:t>
            </a:r>
          </a:p>
          <a:p>
            <a:pPr lvl="2" algn="just"/>
            <a:r>
              <a:rPr lang="en-IN" dirty="0"/>
              <a:t>The first part of the address, called the prefix (Net ID), defines the network.</a:t>
            </a:r>
          </a:p>
          <a:p>
            <a:pPr lvl="2" algn="just"/>
            <a:r>
              <a:rPr lang="en-IN" dirty="0"/>
              <a:t>The second part of the address, called the suffix (Host ID), defines the node (connection of a device to the Internet).</a:t>
            </a:r>
          </a:p>
        </p:txBody>
      </p:sp>
      <p:pic>
        <p:nvPicPr>
          <p:cNvPr id="4" name="Picture 3">
            <a:extLst>
              <a:ext uri="{FF2B5EF4-FFF2-40B4-BE49-F238E27FC236}">
                <a16:creationId xmlns:a16="http://schemas.microsoft.com/office/drawing/2014/main" id="{5340E5F6-BC35-2A54-2858-8E22C73FA653}"/>
              </a:ext>
            </a:extLst>
          </p:cNvPr>
          <p:cNvPicPr>
            <a:picLocks noChangeAspect="1"/>
          </p:cNvPicPr>
          <p:nvPr/>
        </p:nvPicPr>
        <p:blipFill rotWithShape="1">
          <a:blip r:embed="rId2"/>
          <a:srcRect l="29323" t="44440" r="25779" b="9967"/>
          <a:stretch/>
        </p:blipFill>
        <p:spPr>
          <a:xfrm>
            <a:off x="6382444" y="2564904"/>
            <a:ext cx="5472609" cy="2952328"/>
          </a:xfrm>
          <a:prstGeom prst="rect">
            <a:avLst/>
          </a:prstGeom>
        </p:spPr>
      </p:pic>
      <p:sp>
        <p:nvSpPr>
          <p:cNvPr id="2" name="Slide Number Placeholder 1">
            <a:extLst>
              <a:ext uri="{FF2B5EF4-FFF2-40B4-BE49-F238E27FC236}">
                <a16:creationId xmlns:a16="http://schemas.microsoft.com/office/drawing/2014/main" id="{A753EA75-A419-891F-AD1B-1D8DE47CEEDA}"/>
              </a:ext>
            </a:extLst>
          </p:cNvPr>
          <p:cNvSpPr>
            <a:spLocks noGrp="1"/>
          </p:cNvSpPr>
          <p:nvPr>
            <p:ph type="sldNum" sz="quarter" idx="12"/>
          </p:nvPr>
        </p:nvSpPr>
        <p:spPr/>
        <p:txBody>
          <a:bodyPr/>
          <a:lstStyle/>
          <a:p>
            <a:fld id="{25BA54BD-C84D-46CE-8B72-31BFB26ABA43}" type="slidenum">
              <a:rPr lang="en-IN" smtClean="0"/>
              <a:t>10</a:t>
            </a:fld>
            <a:endParaRPr lang="en-IN" dirty="0"/>
          </a:p>
        </p:txBody>
      </p:sp>
      <p:sp>
        <p:nvSpPr>
          <p:cNvPr id="3" name="Footer Placeholder 2">
            <a:extLst>
              <a:ext uri="{FF2B5EF4-FFF2-40B4-BE49-F238E27FC236}">
                <a16:creationId xmlns:a16="http://schemas.microsoft.com/office/drawing/2014/main" id="{A2BE05F6-4BB6-5AEA-6D09-BBC83F6168F6}"/>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280831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Classful Addressing</a:t>
            </a:r>
          </a:p>
        </p:txBody>
      </p:sp>
      <p:sp>
        <p:nvSpPr>
          <p:cNvPr id="14" name="Content Placeholder 13"/>
          <p:cNvSpPr>
            <a:spLocks noGrp="1"/>
          </p:cNvSpPr>
          <p:nvPr>
            <p:ph idx="1"/>
          </p:nvPr>
        </p:nvSpPr>
        <p:spPr>
          <a:xfrm>
            <a:off x="1522414" y="1905000"/>
            <a:ext cx="5148062" cy="4548336"/>
          </a:xfrm>
        </p:spPr>
        <p:txBody>
          <a:bodyPr>
            <a:normAutofit/>
          </a:bodyPr>
          <a:lstStyle/>
          <a:p>
            <a:pPr algn="just"/>
            <a:r>
              <a:rPr lang="en-IN" dirty="0"/>
              <a:t>Classful addressing is an IPv4 addressing architecture that divides the address space into five classes: </a:t>
            </a:r>
          </a:p>
          <a:p>
            <a:pPr lvl="1" algn="just"/>
            <a:r>
              <a:rPr lang="en-IN" dirty="0"/>
              <a:t>A, B, C, D, and E. </a:t>
            </a:r>
          </a:p>
          <a:p>
            <a:pPr lvl="1" algn="just"/>
            <a:r>
              <a:rPr lang="en-IN" dirty="0"/>
              <a:t>The first three classes (A, B, and C) are used for network hosts, while class D is reserved for multicasting and class E is reserved for future use. Each class occupies some part of the address space.</a:t>
            </a:r>
          </a:p>
          <a:p>
            <a:pPr algn="just"/>
            <a:r>
              <a:rPr lang="en-IN" dirty="0"/>
              <a:t>The IPv4 address is divided into two parts: </a:t>
            </a:r>
          </a:p>
          <a:p>
            <a:pPr lvl="1" algn="just"/>
            <a:r>
              <a:rPr lang="en-IN" dirty="0"/>
              <a:t>Net ID (Prefix)</a:t>
            </a:r>
          </a:p>
          <a:p>
            <a:pPr lvl="1" algn="just"/>
            <a:r>
              <a:rPr lang="en-IN" dirty="0"/>
              <a:t>Host ID (Suffix)</a:t>
            </a:r>
          </a:p>
        </p:txBody>
      </p:sp>
      <p:pic>
        <p:nvPicPr>
          <p:cNvPr id="3" name="Picture 2">
            <a:extLst>
              <a:ext uri="{FF2B5EF4-FFF2-40B4-BE49-F238E27FC236}">
                <a16:creationId xmlns:a16="http://schemas.microsoft.com/office/drawing/2014/main" id="{EAEA181B-EE00-76BF-89D7-EB98EB580A5B}"/>
              </a:ext>
            </a:extLst>
          </p:cNvPr>
          <p:cNvPicPr>
            <a:picLocks noChangeAspect="1"/>
          </p:cNvPicPr>
          <p:nvPr/>
        </p:nvPicPr>
        <p:blipFill rotWithShape="1">
          <a:blip r:embed="rId2"/>
          <a:srcRect l="19870" t="41104" r="17508" b="18863"/>
          <a:stretch/>
        </p:blipFill>
        <p:spPr>
          <a:xfrm>
            <a:off x="6742484" y="3140968"/>
            <a:ext cx="4896545" cy="1662977"/>
          </a:xfrm>
          <a:prstGeom prst="rect">
            <a:avLst/>
          </a:prstGeom>
        </p:spPr>
      </p:pic>
      <p:sp>
        <p:nvSpPr>
          <p:cNvPr id="2" name="Slide Number Placeholder 1">
            <a:extLst>
              <a:ext uri="{FF2B5EF4-FFF2-40B4-BE49-F238E27FC236}">
                <a16:creationId xmlns:a16="http://schemas.microsoft.com/office/drawing/2014/main" id="{20AA0151-DC7A-7DB0-B6EB-7C2D5C47E529}"/>
              </a:ext>
            </a:extLst>
          </p:cNvPr>
          <p:cNvSpPr>
            <a:spLocks noGrp="1"/>
          </p:cNvSpPr>
          <p:nvPr>
            <p:ph type="sldNum" sz="quarter" idx="12"/>
          </p:nvPr>
        </p:nvSpPr>
        <p:spPr/>
        <p:txBody>
          <a:bodyPr/>
          <a:lstStyle/>
          <a:p>
            <a:fld id="{25BA54BD-C84D-46CE-8B72-31BFB26ABA43}" type="slidenum">
              <a:rPr lang="en-IN" smtClean="0"/>
              <a:t>11</a:t>
            </a:fld>
            <a:endParaRPr lang="en-IN" dirty="0"/>
          </a:p>
        </p:txBody>
      </p:sp>
      <p:sp>
        <p:nvSpPr>
          <p:cNvPr id="4" name="Footer Placeholder 3">
            <a:extLst>
              <a:ext uri="{FF2B5EF4-FFF2-40B4-BE49-F238E27FC236}">
                <a16:creationId xmlns:a16="http://schemas.microsoft.com/office/drawing/2014/main" id="{EDEC6EC3-5F89-1569-47B5-F87F466C0157}"/>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538256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Class A (classful addressing)</a:t>
            </a:r>
          </a:p>
        </p:txBody>
      </p:sp>
      <p:sp>
        <p:nvSpPr>
          <p:cNvPr id="14" name="Content Placeholder 13"/>
          <p:cNvSpPr>
            <a:spLocks noGrp="1"/>
          </p:cNvSpPr>
          <p:nvPr>
            <p:ph idx="1"/>
          </p:nvPr>
        </p:nvSpPr>
        <p:spPr>
          <a:xfrm>
            <a:off x="1522414" y="1905000"/>
            <a:ext cx="9900590" cy="4548336"/>
          </a:xfrm>
        </p:spPr>
        <p:txBody>
          <a:bodyPr>
            <a:normAutofit fontScale="85000" lnSpcReduction="20000"/>
          </a:bodyPr>
          <a:lstStyle/>
          <a:p>
            <a:pPr algn="just">
              <a:lnSpc>
                <a:spcPct val="120000"/>
              </a:lnSpc>
              <a:spcBef>
                <a:spcPts val="600"/>
              </a:spcBef>
            </a:pPr>
            <a:r>
              <a:rPr lang="en-IN" dirty="0"/>
              <a:t>IP addresses belonging to class A are assigned to the networks that contain a large number of hosts.</a:t>
            </a:r>
          </a:p>
          <a:p>
            <a:pPr algn="just">
              <a:lnSpc>
                <a:spcPct val="120000"/>
              </a:lnSpc>
              <a:spcBef>
                <a:spcPts val="600"/>
              </a:spcBef>
            </a:pPr>
            <a:r>
              <a:rPr lang="en-IN" dirty="0"/>
              <a:t>The Net ID is 8 bits long.</a:t>
            </a:r>
          </a:p>
          <a:p>
            <a:pPr algn="just">
              <a:lnSpc>
                <a:spcPct val="120000"/>
              </a:lnSpc>
              <a:spcBef>
                <a:spcPts val="600"/>
              </a:spcBef>
            </a:pPr>
            <a:r>
              <a:rPr lang="en-IN" dirty="0"/>
              <a:t>The Host ID is 24 bits long.</a:t>
            </a:r>
          </a:p>
          <a:p>
            <a:pPr algn="just">
              <a:lnSpc>
                <a:spcPct val="120000"/>
              </a:lnSpc>
              <a:spcBef>
                <a:spcPts val="600"/>
              </a:spcBef>
            </a:pPr>
            <a:r>
              <a:rPr lang="en-IN" dirty="0"/>
              <a:t>The higher-order bit of the first octet in class A is always set to 0. The remaining 7 bits in the first octet are used to determine network ID. The 24 bits of host ID are used to determine the host within the network.</a:t>
            </a:r>
          </a:p>
          <a:p>
            <a:pPr algn="just">
              <a:lnSpc>
                <a:spcPct val="120000"/>
              </a:lnSpc>
              <a:spcBef>
                <a:spcPts val="600"/>
              </a:spcBef>
            </a:pPr>
            <a:r>
              <a:rPr lang="en-IN" dirty="0"/>
              <a:t>The default subnet mask for Class A is 255.0.0.0.</a:t>
            </a:r>
          </a:p>
          <a:p>
            <a:pPr algn="just">
              <a:lnSpc>
                <a:spcPct val="120000"/>
              </a:lnSpc>
              <a:spcBef>
                <a:spcPts val="600"/>
              </a:spcBef>
            </a:pPr>
            <a:r>
              <a:rPr lang="en-IN" dirty="0"/>
              <a:t>class A has a total of</a:t>
            </a:r>
          </a:p>
          <a:p>
            <a:pPr lvl="1" algn="just">
              <a:lnSpc>
                <a:spcPct val="120000"/>
              </a:lnSpc>
            </a:pPr>
            <a:r>
              <a:rPr lang="en-IN" dirty="0"/>
              <a:t>2</a:t>
            </a:r>
            <a:r>
              <a:rPr lang="en-IN" baseline="30000" dirty="0"/>
              <a:t>7</a:t>
            </a:r>
            <a:r>
              <a:rPr lang="en-IN" dirty="0"/>
              <a:t>-2= 126 network ID (Here 2 address is subtracted because 0.0.0.0 and 127.255.255.255 are special address.)</a:t>
            </a:r>
          </a:p>
          <a:p>
            <a:pPr lvl="1" algn="just">
              <a:lnSpc>
                <a:spcPct val="120000"/>
              </a:lnSpc>
            </a:pPr>
            <a:r>
              <a:rPr lang="en-IN" dirty="0"/>
              <a:t>2</a:t>
            </a:r>
            <a:r>
              <a:rPr lang="en-IN" baseline="30000" dirty="0"/>
              <a:t>24</a:t>
            </a:r>
            <a:r>
              <a:rPr lang="en-IN" dirty="0"/>
              <a:t> – 2 = 16,777,214 host ID</a:t>
            </a:r>
          </a:p>
          <a:p>
            <a:pPr algn="just">
              <a:lnSpc>
                <a:spcPct val="120000"/>
              </a:lnSpc>
              <a:spcBef>
                <a:spcPts val="600"/>
              </a:spcBef>
            </a:pPr>
            <a:r>
              <a:rPr lang="en-IN" dirty="0"/>
              <a:t>IP addresses belonging to class A ranges from 1.0.0.0 – 126.255.255.255</a:t>
            </a:r>
          </a:p>
        </p:txBody>
      </p:sp>
      <p:pic>
        <p:nvPicPr>
          <p:cNvPr id="2" name="Content Placeholder 2">
            <a:extLst>
              <a:ext uri="{FF2B5EF4-FFF2-40B4-BE49-F238E27FC236}">
                <a16:creationId xmlns:a16="http://schemas.microsoft.com/office/drawing/2014/main" id="{909D4F0B-4DEC-08C7-FE1B-1EBFA1EA4DD3}"/>
              </a:ext>
            </a:extLst>
          </p:cNvPr>
          <p:cNvPicPr>
            <a:picLocks noChangeAspect="1"/>
          </p:cNvPicPr>
          <p:nvPr/>
        </p:nvPicPr>
        <p:blipFill rotWithShape="1">
          <a:blip r:embed="rId2"/>
          <a:srcRect l="23710" t="47757" r="16574" b="22162"/>
          <a:stretch/>
        </p:blipFill>
        <p:spPr>
          <a:xfrm>
            <a:off x="6238428" y="2276872"/>
            <a:ext cx="4176464" cy="1117645"/>
          </a:xfrm>
          <a:prstGeom prst="rect">
            <a:avLst/>
          </a:prstGeom>
        </p:spPr>
      </p:pic>
      <p:sp>
        <p:nvSpPr>
          <p:cNvPr id="3" name="Slide Number Placeholder 2">
            <a:extLst>
              <a:ext uri="{FF2B5EF4-FFF2-40B4-BE49-F238E27FC236}">
                <a16:creationId xmlns:a16="http://schemas.microsoft.com/office/drawing/2014/main" id="{9D82F598-8F80-9255-94E0-4D7707BD8869}"/>
              </a:ext>
            </a:extLst>
          </p:cNvPr>
          <p:cNvSpPr>
            <a:spLocks noGrp="1"/>
          </p:cNvSpPr>
          <p:nvPr>
            <p:ph type="sldNum" sz="quarter" idx="12"/>
          </p:nvPr>
        </p:nvSpPr>
        <p:spPr/>
        <p:txBody>
          <a:bodyPr/>
          <a:lstStyle/>
          <a:p>
            <a:fld id="{25BA54BD-C84D-46CE-8B72-31BFB26ABA43}" type="slidenum">
              <a:rPr lang="en-IN" smtClean="0"/>
              <a:t>12</a:t>
            </a:fld>
            <a:endParaRPr lang="en-IN" dirty="0"/>
          </a:p>
        </p:txBody>
      </p:sp>
      <p:sp>
        <p:nvSpPr>
          <p:cNvPr id="4" name="Footer Placeholder 3">
            <a:extLst>
              <a:ext uri="{FF2B5EF4-FFF2-40B4-BE49-F238E27FC236}">
                <a16:creationId xmlns:a16="http://schemas.microsoft.com/office/drawing/2014/main" id="{5F7A9DD5-F0A5-DCF2-F19E-D270CE6F41E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66321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Class B (classful addressing)</a:t>
            </a:r>
          </a:p>
        </p:txBody>
      </p:sp>
      <p:sp>
        <p:nvSpPr>
          <p:cNvPr id="14" name="Content Placeholder 13"/>
          <p:cNvSpPr>
            <a:spLocks noGrp="1"/>
          </p:cNvSpPr>
          <p:nvPr>
            <p:ph idx="1"/>
          </p:nvPr>
        </p:nvSpPr>
        <p:spPr>
          <a:xfrm>
            <a:off x="1522414" y="1772816"/>
            <a:ext cx="9900590" cy="4680520"/>
          </a:xfrm>
        </p:spPr>
        <p:txBody>
          <a:bodyPr>
            <a:normAutofit fontScale="92500" lnSpcReduction="20000"/>
          </a:bodyPr>
          <a:lstStyle/>
          <a:p>
            <a:pPr algn="just">
              <a:lnSpc>
                <a:spcPct val="120000"/>
              </a:lnSpc>
              <a:spcBef>
                <a:spcPts val="600"/>
              </a:spcBef>
            </a:pPr>
            <a:r>
              <a:rPr lang="en-IN" dirty="0"/>
              <a:t>IP address belonging to class B is assigned to networks that range from medium-sized to large-sized networks.</a:t>
            </a:r>
          </a:p>
          <a:p>
            <a:pPr algn="just">
              <a:lnSpc>
                <a:spcPct val="120000"/>
              </a:lnSpc>
              <a:spcBef>
                <a:spcPts val="600"/>
              </a:spcBef>
            </a:pPr>
            <a:r>
              <a:rPr lang="en-IN" dirty="0"/>
              <a:t>The Net ID is 16 bits long.</a:t>
            </a:r>
          </a:p>
          <a:p>
            <a:pPr algn="just">
              <a:lnSpc>
                <a:spcPct val="120000"/>
              </a:lnSpc>
              <a:spcBef>
                <a:spcPts val="600"/>
              </a:spcBef>
            </a:pPr>
            <a:r>
              <a:rPr lang="en-IN" dirty="0"/>
              <a:t>The Host ID is 16 bits long.</a:t>
            </a:r>
          </a:p>
          <a:p>
            <a:pPr algn="just">
              <a:lnSpc>
                <a:spcPct val="120000"/>
              </a:lnSpc>
              <a:spcBef>
                <a:spcPts val="600"/>
              </a:spcBef>
            </a:pPr>
            <a:r>
              <a:rPr lang="en-IN" dirty="0"/>
              <a:t>The higher-order bits of the first octet of IP addresses of class B are always set to 10. The remaining 14 bits are used to determine the network ID. The 16 bits of host ID are used to determine the host in any network.</a:t>
            </a:r>
          </a:p>
          <a:p>
            <a:pPr algn="just">
              <a:lnSpc>
                <a:spcPct val="120000"/>
              </a:lnSpc>
              <a:spcBef>
                <a:spcPts val="600"/>
              </a:spcBef>
            </a:pPr>
            <a:r>
              <a:rPr lang="en-IN" dirty="0"/>
              <a:t>The default subnet mask for class B is 255.255.0.0.</a:t>
            </a:r>
          </a:p>
          <a:p>
            <a:pPr algn="just">
              <a:lnSpc>
                <a:spcPct val="120000"/>
              </a:lnSpc>
              <a:spcBef>
                <a:spcPts val="600"/>
              </a:spcBef>
            </a:pPr>
            <a:r>
              <a:rPr lang="en-IN" dirty="0"/>
              <a:t>Class B has a total of:</a:t>
            </a:r>
          </a:p>
          <a:p>
            <a:pPr lvl="1" algn="just">
              <a:lnSpc>
                <a:spcPct val="120000"/>
              </a:lnSpc>
            </a:pPr>
            <a:r>
              <a:rPr lang="en-IN" dirty="0"/>
              <a:t>2</a:t>
            </a:r>
            <a:r>
              <a:rPr lang="en-IN" baseline="30000" dirty="0"/>
              <a:t>14</a:t>
            </a:r>
            <a:r>
              <a:rPr lang="en-IN" dirty="0"/>
              <a:t> = 16384 network address</a:t>
            </a:r>
          </a:p>
          <a:p>
            <a:pPr lvl="1" algn="just">
              <a:lnSpc>
                <a:spcPct val="120000"/>
              </a:lnSpc>
            </a:pPr>
            <a:r>
              <a:rPr lang="en-IN" dirty="0"/>
              <a:t>2</a:t>
            </a:r>
            <a:r>
              <a:rPr lang="en-IN" baseline="30000" dirty="0"/>
              <a:t>16</a:t>
            </a:r>
            <a:r>
              <a:rPr lang="en-IN" dirty="0"/>
              <a:t> – 2 = 65534 host address</a:t>
            </a:r>
          </a:p>
          <a:p>
            <a:pPr algn="just">
              <a:lnSpc>
                <a:spcPct val="120000"/>
              </a:lnSpc>
              <a:spcBef>
                <a:spcPts val="600"/>
              </a:spcBef>
            </a:pPr>
            <a:r>
              <a:rPr lang="en-IN" dirty="0"/>
              <a:t>IP addresses belonging to class B ranges from 128.0.0.0 – 191.255.255.255.</a:t>
            </a:r>
          </a:p>
        </p:txBody>
      </p:sp>
      <p:pic>
        <p:nvPicPr>
          <p:cNvPr id="4" name="Picture 3">
            <a:extLst>
              <a:ext uri="{FF2B5EF4-FFF2-40B4-BE49-F238E27FC236}">
                <a16:creationId xmlns:a16="http://schemas.microsoft.com/office/drawing/2014/main" id="{4BE851D4-F31C-B1F1-C015-C0AB309922EE}"/>
              </a:ext>
            </a:extLst>
          </p:cNvPr>
          <p:cNvPicPr>
            <a:picLocks noChangeAspect="1"/>
          </p:cNvPicPr>
          <p:nvPr/>
        </p:nvPicPr>
        <p:blipFill rotWithShape="1">
          <a:blip r:embed="rId2"/>
          <a:srcRect l="24597" t="33319" r="16917" b="38880"/>
          <a:stretch/>
        </p:blipFill>
        <p:spPr>
          <a:xfrm>
            <a:off x="6094412" y="2175042"/>
            <a:ext cx="4680521" cy="1181950"/>
          </a:xfrm>
          <a:prstGeom prst="rect">
            <a:avLst/>
          </a:prstGeom>
        </p:spPr>
      </p:pic>
      <p:sp>
        <p:nvSpPr>
          <p:cNvPr id="2" name="Slide Number Placeholder 1">
            <a:extLst>
              <a:ext uri="{FF2B5EF4-FFF2-40B4-BE49-F238E27FC236}">
                <a16:creationId xmlns:a16="http://schemas.microsoft.com/office/drawing/2014/main" id="{3C115A5A-F50D-7264-8F79-743912A435A6}"/>
              </a:ext>
            </a:extLst>
          </p:cNvPr>
          <p:cNvSpPr>
            <a:spLocks noGrp="1"/>
          </p:cNvSpPr>
          <p:nvPr>
            <p:ph type="sldNum" sz="quarter" idx="12"/>
          </p:nvPr>
        </p:nvSpPr>
        <p:spPr/>
        <p:txBody>
          <a:bodyPr/>
          <a:lstStyle/>
          <a:p>
            <a:fld id="{25BA54BD-C84D-46CE-8B72-31BFB26ABA43}" type="slidenum">
              <a:rPr lang="en-IN" smtClean="0"/>
              <a:t>13</a:t>
            </a:fld>
            <a:endParaRPr lang="en-IN" dirty="0"/>
          </a:p>
        </p:txBody>
      </p:sp>
      <p:sp>
        <p:nvSpPr>
          <p:cNvPr id="3" name="Footer Placeholder 2">
            <a:extLst>
              <a:ext uri="{FF2B5EF4-FFF2-40B4-BE49-F238E27FC236}">
                <a16:creationId xmlns:a16="http://schemas.microsoft.com/office/drawing/2014/main" id="{D18494FD-582F-C3EC-B57E-E52B05E1C7C9}"/>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986149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Class C (classful addressing)</a:t>
            </a:r>
          </a:p>
        </p:txBody>
      </p:sp>
      <p:sp>
        <p:nvSpPr>
          <p:cNvPr id="14" name="Content Placeholder 13"/>
          <p:cNvSpPr>
            <a:spLocks noGrp="1"/>
          </p:cNvSpPr>
          <p:nvPr>
            <p:ph idx="1"/>
          </p:nvPr>
        </p:nvSpPr>
        <p:spPr>
          <a:xfrm>
            <a:off x="1522414" y="1772816"/>
            <a:ext cx="9900590" cy="4680520"/>
          </a:xfrm>
        </p:spPr>
        <p:txBody>
          <a:bodyPr>
            <a:normAutofit fontScale="92500" lnSpcReduction="10000"/>
          </a:bodyPr>
          <a:lstStyle/>
          <a:p>
            <a:pPr algn="just">
              <a:lnSpc>
                <a:spcPct val="120000"/>
              </a:lnSpc>
              <a:spcBef>
                <a:spcPts val="600"/>
              </a:spcBef>
            </a:pPr>
            <a:r>
              <a:rPr lang="en-IN" dirty="0"/>
              <a:t>IP addresses belonging to class C are assigned to small-sized networks.</a:t>
            </a:r>
          </a:p>
          <a:p>
            <a:pPr algn="just">
              <a:lnSpc>
                <a:spcPct val="120000"/>
              </a:lnSpc>
              <a:spcBef>
                <a:spcPts val="600"/>
              </a:spcBef>
            </a:pPr>
            <a:r>
              <a:rPr lang="en-IN" dirty="0"/>
              <a:t>The Net ID is 24 bits long.</a:t>
            </a:r>
          </a:p>
          <a:p>
            <a:pPr algn="just">
              <a:lnSpc>
                <a:spcPct val="120000"/>
              </a:lnSpc>
              <a:spcBef>
                <a:spcPts val="600"/>
              </a:spcBef>
            </a:pPr>
            <a:r>
              <a:rPr lang="en-IN" dirty="0"/>
              <a:t>The Host ID is 8 bits long.</a:t>
            </a:r>
          </a:p>
          <a:p>
            <a:pPr algn="just">
              <a:lnSpc>
                <a:spcPct val="120000"/>
              </a:lnSpc>
              <a:spcBef>
                <a:spcPts val="600"/>
              </a:spcBef>
            </a:pPr>
            <a:r>
              <a:rPr lang="en-IN" dirty="0"/>
              <a:t>The higher-order bits of the first octet of IP addresses of class C are always set to 110. The remaining 21 bits are used to determine the network ID. The 8 bits of host ID are used to determine the host in any network.</a:t>
            </a:r>
          </a:p>
          <a:p>
            <a:pPr algn="just">
              <a:lnSpc>
                <a:spcPct val="120000"/>
              </a:lnSpc>
              <a:spcBef>
                <a:spcPts val="600"/>
              </a:spcBef>
            </a:pPr>
            <a:r>
              <a:rPr lang="en-IN" dirty="0"/>
              <a:t>The default subnet mask for class C is 255.255.255.0.</a:t>
            </a:r>
          </a:p>
          <a:p>
            <a:pPr algn="just">
              <a:lnSpc>
                <a:spcPct val="120000"/>
              </a:lnSpc>
              <a:spcBef>
                <a:spcPts val="600"/>
              </a:spcBef>
            </a:pPr>
            <a:r>
              <a:rPr lang="en-IN" dirty="0"/>
              <a:t>Class C has a total of:</a:t>
            </a:r>
          </a:p>
          <a:p>
            <a:pPr lvl="1" algn="just">
              <a:lnSpc>
                <a:spcPct val="120000"/>
              </a:lnSpc>
            </a:pPr>
            <a:r>
              <a:rPr lang="en-IN" dirty="0"/>
              <a:t>2</a:t>
            </a:r>
            <a:r>
              <a:rPr lang="en-IN" baseline="30000" dirty="0"/>
              <a:t>21</a:t>
            </a:r>
            <a:r>
              <a:rPr lang="en-IN" dirty="0"/>
              <a:t> = 2097152 network address</a:t>
            </a:r>
          </a:p>
          <a:p>
            <a:pPr lvl="1" algn="just">
              <a:lnSpc>
                <a:spcPct val="120000"/>
              </a:lnSpc>
            </a:pPr>
            <a:r>
              <a:rPr lang="en-IN" dirty="0"/>
              <a:t>2</a:t>
            </a:r>
            <a:r>
              <a:rPr lang="en-IN" baseline="30000" dirty="0"/>
              <a:t>8</a:t>
            </a:r>
            <a:r>
              <a:rPr lang="en-IN" dirty="0"/>
              <a:t> – 2 = 254 host address</a:t>
            </a:r>
          </a:p>
          <a:p>
            <a:pPr algn="just">
              <a:lnSpc>
                <a:spcPct val="120000"/>
              </a:lnSpc>
              <a:spcBef>
                <a:spcPts val="600"/>
              </a:spcBef>
            </a:pPr>
            <a:r>
              <a:rPr lang="en-IN" dirty="0" err="1"/>
              <a:t>oIP</a:t>
            </a:r>
            <a:r>
              <a:rPr lang="en-IN" dirty="0"/>
              <a:t> addresses belonging to class C range from 192.0.0.0 – 223.255.255.255.</a:t>
            </a:r>
          </a:p>
        </p:txBody>
      </p:sp>
      <p:pic>
        <p:nvPicPr>
          <p:cNvPr id="3" name="Picture 2">
            <a:extLst>
              <a:ext uri="{FF2B5EF4-FFF2-40B4-BE49-F238E27FC236}">
                <a16:creationId xmlns:a16="http://schemas.microsoft.com/office/drawing/2014/main" id="{53D6AE8F-DECA-5892-2589-CC3D89B78269}"/>
              </a:ext>
            </a:extLst>
          </p:cNvPr>
          <p:cNvPicPr>
            <a:picLocks noChangeAspect="1"/>
          </p:cNvPicPr>
          <p:nvPr/>
        </p:nvPicPr>
        <p:blipFill rotWithShape="1">
          <a:blip r:embed="rId2"/>
          <a:srcRect l="25187" t="32208" r="16918" b="46664"/>
          <a:stretch/>
        </p:blipFill>
        <p:spPr>
          <a:xfrm>
            <a:off x="5590356" y="2177677"/>
            <a:ext cx="4968552" cy="963291"/>
          </a:xfrm>
          <a:prstGeom prst="rect">
            <a:avLst/>
          </a:prstGeom>
        </p:spPr>
      </p:pic>
      <p:sp>
        <p:nvSpPr>
          <p:cNvPr id="2" name="Slide Number Placeholder 1">
            <a:extLst>
              <a:ext uri="{FF2B5EF4-FFF2-40B4-BE49-F238E27FC236}">
                <a16:creationId xmlns:a16="http://schemas.microsoft.com/office/drawing/2014/main" id="{4EFDF7E0-52DC-0AAC-FB4A-F7642B3F9E06}"/>
              </a:ext>
            </a:extLst>
          </p:cNvPr>
          <p:cNvSpPr>
            <a:spLocks noGrp="1"/>
          </p:cNvSpPr>
          <p:nvPr>
            <p:ph type="sldNum" sz="quarter" idx="12"/>
          </p:nvPr>
        </p:nvSpPr>
        <p:spPr/>
        <p:txBody>
          <a:bodyPr/>
          <a:lstStyle/>
          <a:p>
            <a:fld id="{25BA54BD-C84D-46CE-8B72-31BFB26ABA43}" type="slidenum">
              <a:rPr lang="en-IN" smtClean="0"/>
              <a:t>14</a:t>
            </a:fld>
            <a:endParaRPr lang="en-IN" dirty="0"/>
          </a:p>
        </p:txBody>
      </p:sp>
      <p:sp>
        <p:nvSpPr>
          <p:cNvPr id="4" name="Footer Placeholder 3">
            <a:extLst>
              <a:ext uri="{FF2B5EF4-FFF2-40B4-BE49-F238E27FC236}">
                <a16:creationId xmlns:a16="http://schemas.microsoft.com/office/drawing/2014/main" id="{242B8814-9C12-A0A0-39BB-8E39744ED658}"/>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950896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Class D (classful addressing)</a:t>
            </a:r>
          </a:p>
        </p:txBody>
      </p:sp>
      <p:sp>
        <p:nvSpPr>
          <p:cNvPr id="14" name="Content Placeholder 13"/>
          <p:cNvSpPr>
            <a:spLocks noGrp="1"/>
          </p:cNvSpPr>
          <p:nvPr>
            <p:ph idx="1"/>
          </p:nvPr>
        </p:nvSpPr>
        <p:spPr>
          <a:xfrm>
            <a:off x="1522414" y="1772816"/>
            <a:ext cx="9900590" cy="4680520"/>
          </a:xfrm>
        </p:spPr>
        <p:txBody>
          <a:bodyPr>
            <a:normAutofit/>
          </a:bodyPr>
          <a:lstStyle/>
          <a:p>
            <a:pPr algn="just">
              <a:lnSpc>
                <a:spcPct val="120000"/>
              </a:lnSpc>
              <a:spcBef>
                <a:spcPts val="600"/>
              </a:spcBef>
            </a:pPr>
            <a:r>
              <a:rPr lang="en-IN" dirty="0"/>
              <a:t>IP address belonging to class D is reserved for multi-casting.</a:t>
            </a:r>
          </a:p>
          <a:p>
            <a:pPr algn="just">
              <a:lnSpc>
                <a:spcPct val="120000"/>
              </a:lnSpc>
              <a:spcBef>
                <a:spcPts val="600"/>
              </a:spcBef>
            </a:pPr>
            <a:endParaRPr lang="en-IN" dirty="0"/>
          </a:p>
          <a:p>
            <a:pPr algn="just">
              <a:lnSpc>
                <a:spcPct val="120000"/>
              </a:lnSpc>
              <a:spcBef>
                <a:spcPts val="600"/>
              </a:spcBef>
            </a:pPr>
            <a:endParaRPr lang="en-IN" dirty="0"/>
          </a:p>
          <a:p>
            <a:pPr algn="just">
              <a:lnSpc>
                <a:spcPct val="120000"/>
              </a:lnSpc>
              <a:spcBef>
                <a:spcPts val="600"/>
              </a:spcBef>
            </a:pPr>
            <a:endParaRPr lang="en-IN" dirty="0"/>
          </a:p>
          <a:p>
            <a:pPr algn="just">
              <a:lnSpc>
                <a:spcPct val="120000"/>
              </a:lnSpc>
              <a:spcBef>
                <a:spcPts val="600"/>
              </a:spcBef>
            </a:pPr>
            <a:r>
              <a:rPr lang="en-IN" dirty="0"/>
              <a:t>The higher-order bits of the first octet of IP addresses belonging to class D are always set to 1110. The remaining bits are for the address that interested hosts recognize.</a:t>
            </a:r>
          </a:p>
          <a:p>
            <a:pPr algn="just">
              <a:lnSpc>
                <a:spcPct val="120000"/>
              </a:lnSpc>
              <a:spcBef>
                <a:spcPts val="600"/>
              </a:spcBef>
            </a:pPr>
            <a:r>
              <a:rPr lang="en-IN" dirty="0"/>
              <a:t>Class D does not possess any subnet mask.</a:t>
            </a:r>
          </a:p>
          <a:p>
            <a:pPr algn="just">
              <a:lnSpc>
                <a:spcPct val="120000"/>
              </a:lnSpc>
              <a:spcBef>
                <a:spcPts val="600"/>
              </a:spcBef>
            </a:pPr>
            <a:r>
              <a:rPr lang="en-IN" dirty="0"/>
              <a:t>IP addresses belonging to class D range from 224.0.0.0 – 239.255.255.255.</a:t>
            </a:r>
          </a:p>
        </p:txBody>
      </p:sp>
      <p:pic>
        <p:nvPicPr>
          <p:cNvPr id="4" name="Picture 3">
            <a:extLst>
              <a:ext uri="{FF2B5EF4-FFF2-40B4-BE49-F238E27FC236}">
                <a16:creationId xmlns:a16="http://schemas.microsoft.com/office/drawing/2014/main" id="{4F8EED19-4BB9-7162-92B0-E02096C01700}"/>
              </a:ext>
            </a:extLst>
          </p:cNvPr>
          <p:cNvPicPr>
            <a:picLocks noChangeAspect="1"/>
          </p:cNvPicPr>
          <p:nvPr/>
        </p:nvPicPr>
        <p:blipFill rotWithShape="1">
          <a:blip r:embed="rId2"/>
          <a:srcRect l="22825" t="36655" r="14554" b="41104"/>
          <a:stretch/>
        </p:blipFill>
        <p:spPr>
          <a:xfrm>
            <a:off x="2656284" y="2348880"/>
            <a:ext cx="7632849" cy="1440160"/>
          </a:xfrm>
          <a:prstGeom prst="rect">
            <a:avLst/>
          </a:prstGeom>
        </p:spPr>
      </p:pic>
      <p:sp>
        <p:nvSpPr>
          <p:cNvPr id="2" name="Slide Number Placeholder 1">
            <a:extLst>
              <a:ext uri="{FF2B5EF4-FFF2-40B4-BE49-F238E27FC236}">
                <a16:creationId xmlns:a16="http://schemas.microsoft.com/office/drawing/2014/main" id="{7BB6519B-5AE4-A614-5F51-565C92609B0A}"/>
              </a:ext>
            </a:extLst>
          </p:cNvPr>
          <p:cNvSpPr>
            <a:spLocks noGrp="1"/>
          </p:cNvSpPr>
          <p:nvPr>
            <p:ph type="sldNum" sz="quarter" idx="12"/>
          </p:nvPr>
        </p:nvSpPr>
        <p:spPr/>
        <p:txBody>
          <a:bodyPr/>
          <a:lstStyle/>
          <a:p>
            <a:fld id="{25BA54BD-C84D-46CE-8B72-31BFB26ABA43}" type="slidenum">
              <a:rPr lang="en-IN" smtClean="0"/>
              <a:t>15</a:t>
            </a:fld>
            <a:endParaRPr lang="en-IN" dirty="0"/>
          </a:p>
        </p:txBody>
      </p:sp>
      <p:sp>
        <p:nvSpPr>
          <p:cNvPr id="3" name="Footer Placeholder 2">
            <a:extLst>
              <a:ext uri="{FF2B5EF4-FFF2-40B4-BE49-F238E27FC236}">
                <a16:creationId xmlns:a16="http://schemas.microsoft.com/office/drawing/2014/main" id="{2BB1CD9F-1F6E-D472-E94E-EA45D584BBC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008496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Class E (classful addressing)</a:t>
            </a:r>
          </a:p>
        </p:txBody>
      </p:sp>
      <p:sp>
        <p:nvSpPr>
          <p:cNvPr id="14" name="Content Placeholder 13"/>
          <p:cNvSpPr>
            <a:spLocks noGrp="1"/>
          </p:cNvSpPr>
          <p:nvPr>
            <p:ph idx="1"/>
          </p:nvPr>
        </p:nvSpPr>
        <p:spPr>
          <a:xfrm>
            <a:off x="1522414" y="1772816"/>
            <a:ext cx="9900590" cy="4680520"/>
          </a:xfrm>
        </p:spPr>
        <p:txBody>
          <a:bodyPr>
            <a:normAutofit/>
          </a:bodyPr>
          <a:lstStyle/>
          <a:p>
            <a:pPr algn="just">
              <a:lnSpc>
                <a:spcPct val="120000"/>
              </a:lnSpc>
              <a:spcBef>
                <a:spcPts val="600"/>
              </a:spcBef>
            </a:pPr>
            <a:r>
              <a:rPr lang="en-IN" dirty="0"/>
              <a:t>IP addresses belonging to class E are reserved for experimental and research purposes.</a:t>
            </a:r>
          </a:p>
          <a:p>
            <a:pPr algn="just">
              <a:lnSpc>
                <a:spcPct val="120000"/>
              </a:lnSpc>
              <a:spcBef>
                <a:spcPts val="600"/>
              </a:spcBef>
            </a:pPr>
            <a:endParaRPr lang="en-IN" dirty="0"/>
          </a:p>
          <a:p>
            <a:pPr algn="just">
              <a:lnSpc>
                <a:spcPct val="120000"/>
              </a:lnSpc>
              <a:spcBef>
                <a:spcPts val="600"/>
              </a:spcBef>
            </a:pPr>
            <a:endParaRPr lang="en-IN" dirty="0"/>
          </a:p>
          <a:p>
            <a:pPr algn="just">
              <a:lnSpc>
                <a:spcPct val="120000"/>
              </a:lnSpc>
              <a:spcBef>
                <a:spcPts val="600"/>
              </a:spcBef>
            </a:pPr>
            <a:endParaRPr lang="en-IN" dirty="0"/>
          </a:p>
          <a:p>
            <a:pPr algn="just">
              <a:lnSpc>
                <a:spcPct val="120000"/>
              </a:lnSpc>
              <a:spcBef>
                <a:spcPts val="600"/>
              </a:spcBef>
            </a:pPr>
            <a:r>
              <a:rPr lang="en-IN" dirty="0"/>
              <a:t>The higher-order bits of the first octet of IP addresses belonging to class E are always set to 1111.</a:t>
            </a:r>
          </a:p>
          <a:p>
            <a:pPr algn="just">
              <a:lnSpc>
                <a:spcPct val="120000"/>
              </a:lnSpc>
              <a:spcBef>
                <a:spcPts val="600"/>
              </a:spcBef>
            </a:pPr>
            <a:r>
              <a:rPr lang="en-IN" dirty="0"/>
              <a:t>Class E does not possess any subnet mask.</a:t>
            </a:r>
          </a:p>
          <a:p>
            <a:pPr algn="just">
              <a:lnSpc>
                <a:spcPct val="120000"/>
              </a:lnSpc>
              <a:spcBef>
                <a:spcPts val="600"/>
              </a:spcBef>
            </a:pPr>
            <a:r>
              <a:rPr lang="en-IN" dirty="0"/>
              <a:t>IP addresses of class E range from 240.0.0.0 – 255.255.255.254.</a:t>
            </a:r>
          </a:p>
        </p:txBody>
      </p:sp>
      <p:pic>
        <p:nvPicPr>
          <p:cNvPr id="3" name="Picture 2">
            <a:extLst>
              <a:ext uri="{FF2B5EF4-FFF2-40B4-BE49-F238E27FC236}">
                <a16:creationId xmlns:a16="http://schemas.microsoft.com/office/drawing/2014/main" id="{93D7C743-3AC2-3A0A-8549-5EAEF02067B2}"/>
              </a:ext>
            </a:extLst>
          </p:cNvPr>
          <p:cNvPicPr>
            <a:picLocks noChangeAspect="1"/>
          </p:cNvPicPr>
          <p:nvPr/>
        </p:nvPicPr>
        <p:blipFill rotWithShape="1">
          <a:blip r:embed="rId2"/>
          <a:srcRect l="25778" t="36655" r="16326" b="39992"/>
          <a:stretch/>
        </p:blipFill>
        <p:spPr>
          <a:xfrm>
            <a:off x="2998068" y="2780928"/>
            <a:ext cx="7056785" cy="1512168"/>
          </a:xfrm>
          <a:prstGeom prst="rect">
            <a:avLst/>
          </a:prstGeom>
        </p:spPr>
      </p:pic>
      <p:sp>
        <p:nvSpPr>
          <p:cNvPr id="2" name="Slide Number Placeholder 1">
            <a:extLst>
              <a:ext uri="{FF2B5EF4-FFF2-40B4-BE49-F238E27FC236}">
                <a16:creationId xmlns:a16="http://schemas.microsoft.com/office/drawing/2014/main" id="{5F22A9C8-8AD5-CD2F-48C9-328B43D94543}"/>
              </a:ext>
            </a:extLst>
          </p:cNvPr>
          <p:cNvSpPr>
            <a:spLocks noGrp="1"/>
          </p:cNvSpPr>
          <p:nvPr>
            <p:ph type="sldNum" sz="quarter" idx="12"/>
          </p:nvPr>
        </p:nvSpPr>
        <p:spPr/>
        <p:txBody>
          <a:bodyPr/>
          <a:lstStyle/>
          <a:p>
            <a:fld id="{25BA54BD-C84D-46CE-8B72-31BFB26ABA43}" type="slidenum">
              <a:rPr lang="en-IN" smtClean="0"/>
              <a:t>16</a:t>
            </a:fld>
            <a:endParaRPr lang="en-IN" dirty="0"/>
          </a:p>
        </p:txBody>
      </p:sp>
      <p:sp>
        <p:nvSpPr>
          <p:cNvPr id="4" name="Footer Placeholder 3">
            <a:extLst>
              <a:ext uri="{FF2B5EF4-FFF2-40B4-BE49-F238E27FC236}">
                <a16:creationId xmlns:a16="http://schemas.microsoft.com/office/drawing/2014/main" id="{0AF9DE3E-1E1B-DB44-BBAC-D1E9AD738D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89316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2818-CF7C-46BE-163D-5E0C387E6C1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E4A42EC-86CC-A2F0-5675-F053185FE0F5}"/>
              </a:ext>
            </a:extLst>
          </p:cNvPr>
          <p:cNvSpPr>
            <a:spLocks noGrp="1"/>
          </p:cNvSpPr>
          <p:nvPr>
            <p:ph idx="1"/>
          </p:nvPr>
        </p:nvSpPr>
        <p:spPr>
          <a:xfrm>
            <a:off x="1522414" y="1905000"/>
            <a:ext cx="10116614" cy="4267200"/>
          </a:xfrm>
        </p:spPr>
        <p:txBody>
          <a:bodyPr>
            <a:normAutofit/>
          </a:bodyPr>
          <a:lstStyle/>
          <a:p>
            <a:r>
              <a:rPr lang="en-IN" sz="3200" dirty="0">
                <a:solidFill>
                  <a:srgbClr val="FFFF00"/>
                </a:solidFill>
              </a:rPr>
              <a:t>Find the class of each address.</a:t>
            </a:r>
          </a:p>
          <a:p>
            <a:pPr lvl="1"/>
            <a:r>
              <a:rPr lang="en-IN" sz="2800" dirty="0"/>
              <a:t>00000001 00001011 00001011 11101111</a:t>
            </a:r>
          </a:p>
          <a:p>
            <a:pPr lvl="1"/>
            <a:r>
              <a:rPr lang="en-IN" sz="2800" dirty="0"/>
              <a:t>11000001 10000011 00011011 11111111</a:t>
            </a:r>
          </a:p>
          <a:p>
            <a:pPr lvl="1"/>
            <a:r>
              <a:rPr lang="en-IN" sz="2800" dirty="0"/>
              <a:t>14.23.120.8</a:t>
            </a:r>
          </a:p>
          <a:p>
            <a:pPr lvl="1"/>
            <a:r>
              <a:rPr lang="en-IN" sz="2800" dirty="0"/>
              <a:t>252.5.15.111</a:t>
            </a:r>
            <a:endParaRPr lang="en-IN" sz="2400" dirty="0"/>
          </a:p>
        </p:txBody>
      </p:sp>
      <p:sp>
        <p:nvSpPr>
          <p:cNvPr id="4" name="Footer Placeholder 3">
            <a:extLst>
              <a:ext uri="{FF2B5EF4-FFF2-40B4-BE49-F238E27FC236}">
                <a16:creationId xmlns:a16="http://schemas.microsoft.com/office/drawing/2014/main" id="{4346266B-5F53-A31B-5E63-11F3888AD2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72F4980B-E2DC-3869-6198-05899B93DEBE}"/>
              </a:ext>
            </a:extLst>
          </p:cNvPr>
          <p:cNvSpPr>
            <a:spLocks noGrp="1"/>
          </p:cNvSpPr>
          <p:nvPr>
            <p:ph type="sldNum" sz="quarter" idx="12"/>
          </p:nvPr>
        </p:nvSpPr>
        <p:spPr/>
        <p:txBody>
          <a:bodyPr/>
          <a:lstStyle/>
          <a:p>
            <a:fld id="{25BA54BD-C84D-46CE-8B72-31BFB26ABA43}" type="slidenum">
              <a:rPr lang="en-IN" smtClean="0"/>
              <a:t>17</a:t>
            </a:fld>
            <a:endParaRPr lang="en-IN" dirty="0"/>
          </a:p>
        </p:txBody>
      </p:sp>
    </p:spTree>
    <p:extLst>
      <p:ext uri="{BB962C8B-B14F-4D97-AF65-F5344CB8AC3E}">
        <p14:creationId xmlns:p14="http://schemas.microsoft.com/office/powerpoint/2010/main" val="939882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B827776-9D8D-93AA-4629-B70B4CCA8ED8}"/>
              </a:ext>
            </a:extLst>
          </p:cNvPr>
          <p:cNvSpPr>
            <a:spLocks noGrp="1"/>
          </p:cNvSpPr>
          <p:nvPr>
            <p:ph type="ftr" sz="quarter" idx="11"/>
          </p:nvPr>
        </p:nvSpPr>
        <p:spPr/>
        <p:txBody>
          <a:bodyPr/>
          <a:lstStyle/>
          <a:p>
            <a:r>
              <a:rPr lang="en-IN"/>
              <a:t>Prepared By: Mr. Chetan C. Kamani, Lecturer computer department, GP, Jamnagar</a:t>
            </a:r>
          </a:p>
        </p:txBody>
      </p:sp>
      <p:sp>
        <p:nvSpPr>
          <p:cNvPr id="3" name="Slide Number Placeholder 2">
            <a:extLst>
              <a:ext uri="{FF2B5EF4-FFF2-40B4-BE49-F238E27FC236}">
                <a16:creationId xmlns:a16="http://schemas.microsoft.com/office/drawing/2014/main" id="{497B74CB-5556-8ECB-CBD2-3CD43194D493}"/>
              </a:ext>
            </a:extLst>
          </p:cNvPr>
          <p:cNvSpPr>
            <a:spLocks noGrp="1"/>
          </p:cNvSpPr>
          <p:nvPr>
            <p:ph type="sldNum" sz="quarter" idx="12"/>
          </p:nvPr>
        </p:nvSpPr>
        <p:spPr/>
        <p:txBody>
          <a:bodyPr/>
          <a:lstStyle/>
          <a:p>
            <a:fld id="{25BA54BD-C84D-46CE-8B72-31BFB26ABA43}" type="slidenum">
              <a:rPr lang="en-IN" smtClean="0"/>
              <a:t>18</a:t>
            </a:fld>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5F04C7B-F89F-0E4E-5640-EC5BFA0DC8FE}"/>
                  </a:ext>
                </a:extLst>
              </p14:cNvPr>
              <p14:cNvContentPartPr/>
              <p14:nvPr/>
            </p14:nvContentPartPr>
            <p14:xfrm>
              <a:off x="743040" y="245880"/>
              <a:ext cx="11084760" cy="6173280"/>
            </p14:xfrm>
          </p:contentPart>
        </mc:Choice>
        <mc:Fallback xmlns="">
          <p:pic>
            <p:nvPicPr>
              <p:cNvPr id="4" name="Ink 3">
                <a:extLst>
                  <a:ext uri="{FF2B5EF4-FFF2-40B4-BE49-F238E27FC236}">
                    <a16:creationId xmlns:a16="http://schemas.microsoft.com/office/drawing/2014/main" id="{95F04C7B-F89F-0E4E-5640-EC5BFA0DC8FE}"/>
                  </a:ext>
                </a:extLst>
              </p:cNvPr>
              <p:cNvPicPr/>
              <p:nvPr/>
            </p:nvPicPr>
            <p:blipFill>
              <a:blip r:embed="rId3"/>
              <a:stretch>
                <a:fillRect/>
              </a:stretch>
            </p:blipFill>
            <p:spPr>
              <a:xfrm>
                <a:off x="733680" y="236520"/>
                <a:ext cx="11103480" cy="6192000"/>
              </a:xfrm>
              <a:prstGeom prst="rect">
                <a:avLst/>
              </a:prstGeom>
            </p:spPr>
          </p:pic>
        </mc:Fallback>
      </mc:AlternateContent>
    </p:spTree>
    <p:extLst>
      <p:ext uri="{BB962C8B-B14F-4D97-AF65-F5344CB8AC3E}">
        <p14:creationId xmlns:p14="http://schemas.microsoft.com/office/powerpoint/2010/main" val="300723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A212AD5-4B80-9E42-26DC-ECB1F00A1C0F}"/>
              </a:ext>
            </a:extLst>
          </p:cNvPr>
          <p:cNvSpPr>
            <a:spLocks noGrp="1"/>
          </p:cNvSpPr>
          <p:nvPr>
            <p:ph type="ftr" sz="quarter" idx="11"/>
          </p:nvPr>
        </p:nvSpPr>
        <p:spPr/>
        <p:txBody>
          <a:bodyPr/>
          <a:lstStyle/>
          <a:p>
            <a:r>
              <a:rPr lang="en-IN"/>
              <a:t>Prepared By: Mr. Chetan C. Kamani, Lecturer computer department, GP, Jamnagar</a:t>
            </a:r>
          </a:p>
        </p:txBody>
      </p:sp>
      <p:sp>
        <p:nvSpPr>
          <p:cNvPr id="3" name="Slide Number Placeholder 2">
            <a:extLst>
              <a:ext uri="{FF2B5EF4-FFF2-40B4-BE49-F238E27FC236}">
                <a16:creationId xmlns:a16="http://schemas.microsoft.com/office/drawing/2014/main" id="{430737B2-DAFB-C54A-7632-519295D21710}"/>
              </a:ext>
            </a:extLst>
          </p:cNvPr>
          <p:cNvSpPr>
            <a:spLocks noGrp="1"/>
          </p:cNvSpPr>
          <p:nvPr>
            <p:ph type="sldNum" sz="quarter" idx="12"/>
          </p:nvPr>
        </p:nvSpPr>
        <p:spPr/>
        <p:txBody>
          <a:bodyPr/>
          <a:lstStyle/>
          <a:p>
            <a:fld id="{25BA54BD-C84D-46CE-8B72-31BFB26ABA43}" type="slidenum">
              <a:rPr lang="en-IN" smtClean="0"/>
              <a:t>19</a:t>
            </a:fld>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294A10F-A1CF-D1E3-046A-4871478D93AF}"/>
                  </a:ext>
                </a:extLst>
              </p14:cNvPr>
              <p14:cNvContentPartPr/>
              <p14:nvPr/>
            </p14:nvContentPartPr>
            <p14:xfrm>
              <a:off x="392040" y="356040"/>
              <a:ext cx="11076120" cy="4677120"/>
            </p14:xfrm>
          </p:contentPart>
        </mc:Choice>
        <mc:Fallback xmlns="">
          <p:pic>
            <p:nvPicPr>
              <p:cNvPr id="4" name="Ink 3">
                <a:extLst>
                  <a:ext uri="{FF2B5EF4-FFF2-40B4-BE49-F238E27FC236}">
                    <a16:creationId xmlns:a16="http://schemas.microsoft.com/office/drawing/2014/main" id="{A294A10F-A1CF-D1E3-046A-4871478D93AF}"/>
                  </a:ext>
                </a:extLst>
              </p:cNvPr>
              <p:cNvPicPr/>
              <p:nvPr/>
            </p:nvPicPr>
            <p:blipFill>
              <a:blip r:embed="rId3"/>
              <a:stretch>
                <a:fillRect/>
              </a:stretch>
            </p:blipFill>
            <p:spPr>
              <a:xfrm>
                <a:off x="382680" y="346680"/>
                <a:ext cx="11094840" cy="4695840"/>
              </a:xfrm>
              <a:prstGeom prst="rect">
                <a:avLst/>
              </a:prstGeom>
            </p:spPr>
          </p:pic>
        </mc:Fallback>
      </mc:AlternateContent>
    </p:spTree>
    <p:extLst>
      <p:ext uri="{BB962C8B-B14F-4D97-AF65-F5344CB8AC3E}">
        <p14:creationId xmlns:p14="http://schemas.microsoft.com/office/powerpoint/2010/main" val="2466747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1F673D5-3B90-38FF-742E-549CC6C5818E}"/>
              </a:ext>
            </a:extLst>
          </p:cNvPr>
          <p:cNvSpPr>
            <a:spLocks noGrp="1"/>
          </p:cNvSpPr>
          <p:nvPr>
            <p:ph type="ftr" sz="quarter" idx="11"/>
          </p:nvPr>
        </p:nvSpPr>
        <p:spPr/>
        <p:txBody>
          <a:bodyPr/>
          <a:lstStyle/>
          <a:p>
            <a:r>
              <a:rPr lang="en-IN"/>
              <a:t>Prepared By: Mr. Chetan C. Kamani, Lecturer computer department, GP, Jamnagar</a:t>
            </a:r>
          </a:p>
        </p:txBody>
      </p:sp>
      <p:sp>
        <p:nvSpPr>
          <p:cNvPr id="3" name="Slide Number Placeholder 2">
            <a:extLst>
              <a:ext uri="{FF2B5EF4-FFF2-40B4-BE49-F238E27FC236}">
                <a16:creationId xmlns:a16="http://schemas.microsoft.com/office/drawing/2014/main" id="{4457AB66-2421-76AA-AEC8-ECC2190AB765}"/>
              </a:ext>
            </a:extLst>
          </p:cNvPr>
          <p:cNvSpPr>
            <a:spLocks noGrp="1"/>
          </p:cNvSpPr>
          <p:nvPr>
            <p:ph type="sldNum" sz="quarter" idx="12"/>
          </p:nvPr>
        </p:nvSpPr>
        <p:spPr/>
        <p:txBody>
          <a:bodyPr/>
          <a:lstStyle/>
          <a:p>
            <a:fld id="{25BA54BD-C84D-46CE-8B72-31BFB26ABA43}" type="slidenum">
              <a:rPr lang="en-IN" smtClean="0"/>
              <a:t>20</a:t>
            </a:fld>
            <a:endParaRPr lang="en-IN"/>
          </a:p>
        </p:txBody>
      </p:sp>
    </p:spTree>
    <p:extLst>
      <p:ext uri="{BB962C8B-B14F-4D97-AF65-F5344CB8AC3E}">
        <p14:creationId xmlns:p14="http://schemas.microsoft.com/office/powerpoint/2010/main" val="198024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Address depletion (classful addressing)</a:t>
            </a:r>
          </a:p>
        </p:txBody>
      </p:sp>
      <p:sp>
        <p:nvSpPr>
          <p:cNvPr id="14" name="Content Placeholder 13"/>
          <p:cNvSpPr>
            <a:spLocks noGrp="1"/>
          </p:cNvSpPr>
          <p:nvPr>
            <p:ph idx="1"/>
          </p:nvPr>
        </p:nvSpPr>
        <p:spPr>
          <a:xfrm>
            <a:off x="1522414" y="1772816"/>
            <a:ext cx="9900590" cy="4680520"/>
          </a:xfrm>
        </p:spPr>
        <p:txBody>
          <a:bodyPr>
            <a:normAutofit/>
          </a:bodyPr>
          <a:lstStyle/>
          <a:p>
            <a:pPr algn="just">
              <a:lnSpc>
                <a:spcPct val="120000"/>
              </a:lnSpc>
              <a:spcBef>
                <a:spcPts val="600"/>
              </a:spcBef>
            </a:pPr>
            <a:r>
              <a:rPr lang="en-IN" dirty="0"/>
              <a:t>The reason that classful addressing has become obsolete is address depletion.</a:t>
            </a:r>
          </a:p>
          <a:p>
            <a:pPr algn="just">
              <a:lnSpc>
                <a:spcPct val="120000"/>
              </a:lnSpc>
              <a:spcBef>
                <a:spcPts val="600"/>
              </a:spcBef>
            </a:pPr>
            <a:r>
              <a:rPr lang="en-IN" dirty="0"/>
              <a:t>Since the addresses were not distributed properly, the Internet was faced with the problem of the addresses being rapidly used up, resulting in no more addresses available for organizations and individuals that needed to be connected to the Internet.</a:t>
            </a:r>
          </a:p>
          <a:p>
            <a:pPr algn="just">
              <a:lnSpc>
                <a:spcPct val="120000"/>
              </a:lnSpc>
              <a:spcBef>
                <a:spcPts val="600"/>
              </a:spcBef>
            </a:pPr>
            <a:r>
              <a:rPr lang="en-IN" dirty="0"/>
              <a:t>To alleviate address depletion, two strategies were proposed and, to some extent, implemented: subnetting and </a:t>
            </a:r>
            <a:r>
              <a:rPr lang="en-IN" dirty="0" err="1"/>
              <a:t>supernetting</a:t>
            </a:r>
            <a:r>
              <a:rPr lang="en-IN" dirty="0"/>
              <a:t>.</a:t>
            </a:r>
          </a:p>
        </p:txBody>
      </p:sp>
      <p:sp>
        <p:nvSpPr>
          <p:cNvPr id="2" name="Slide Number Placeholder 1">
            <a:extLst>
              <a:ext uri="{FF2B5EF4-FFF2-40B4-BE49-F238E27FC236}">
                <a16:creationId xmlns:a16="http://schemas.microsoft.com/office/drawing/2014/main" id="{9F8B2B39-5D92-C1A0-70B7-339EC9FE7755}"/>
              </a:ext>
            </a:extLst>
          </p:cNvPr>
          <p:cNvSpPr>
            <a:spLocks noGrp="1"/>
          </p:cNvSpPr>
          <p:nvPr>
            <p:ph type="sldNum" sz="quarter" idx="12"/>
          </p:nvPr>
        </p:nvSpPr>
        <p:spPr/>
        <p:txBody>
          <a:bodyPr/>
          <a:lstStyle/>
          <a:p>
            <a:fld id="{25BA54BD-C84D-46CE-8B72-31BFB26ABA43}" type="slidenum">
              <a:rPr lang="en-IN" smtClean="0"/>
              <a:t>21</a:t>
            </a:fld>
            <a:endParaRPr lang="en-IN" dirty="0"/>
          </a:p>
        </p:txBody>
      </p:sp>
      <p:sp>
        <p:nvSpPr>
          <p:cNvPr id="3" name="Footer Placeholder 2">
            <a:extLst>
              <a:ext uri="{FF2B5EF4-FFF2-40B4-BE49-F238E27FC236}">
                <a16:creationId xmlns:a16="http://schemas.microsoft.com/office/drawing/2014/main" id="{4D75B06A-52D9-7721-1541-A0493D683EE0}"/>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60752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Advantage (classful addressing)</a:t>
            </a:r>
          </a:p>
        </p:txBody>
      </p:sp>
      <p:sp>
        <p:nvSpPr>
          <p:cNvPr id="14" name="Content Placeholder 13"/>
          <p:cNvSpPr>
            <a:spLocks noGrp="1"/>
          </p:cNvSpPr>
          <p:nvPr>
            <p:ph idx="1"/>
          </p:nvPr>
        </p:nvSpPr>
        <p:spPr>
          <a:xfrm>
            <a:off x="1522414" y="1772816"/>
            <a:ext cx="9900590" cy="4680520"/>
          </a:xfrm>
        </p:spPr>
        <p:txBody>
          <a:bodyPr>
            <a:normAutofit/>
          </a:bodyPr>
          <a:lstStyle/>
          <a:p>
            <a:pPr algn="just">
              <a:lnSpc>
                <a:spcPct val="120000"/>
              </a:lnSpc>
              <a:spcBef>
                <a:spcPts val="600"/>
              </a:spcBef>
            </a:pPr>
            <a:r>
              <a:rPr lang="en-IN" dirty="0"/>
              <a:t>Although classful addressing had several problems and became obsolete, it had one advantage: Given an address, we can easily find the class of the address and, since the prefix length (Net ID) for each class is fixed, we can find the prefix length (Net ID) immediately.</a:t>
            </a:r>
          </a:p>
          <a:p>
            <a:pPr algn="just">
              <a:lnSpc>
                <a:spcPct val="120000"/>
              </a:lnSpc>
              <a:spcBef>
                <a:spcPts val="600"/>
              </a:spcBef>
            </a:pPr>
            <a:r>
              <a:rPr lang="en-IN" dirty="0"/>
              <a:t>In other words, the prefix length (Net ID) in classful addressing is inherent in the address; no extra information is needed to extract the prefix Net ID) and the suffix (Host ID).</a:t>
            </a:r>
          </a:p>
        </p:txBody>
      </p:sp>
      <p:sp>
        <p:nvSpPr>
          <p:cNvPr id="2" name="Slide Number Placeholder 1">
            <a:extLst>
              <a:ext uri="{FF2B5EF4-FFF2-40B4-BE49-F238E27FC236}">
                <a16:creationId xmlns:a16="http://schemas.microsoft.com/office/drawing/2014/main" id="{DD46C98F-211D-2FC5-8602-53131A8A6531}"/>
              </a:ext>
            </a:extLst>
          </p:cNvPr>
          <p:cNvSpPr>
            <a:spLocks noGrp="1"/>
          </p:cNvSpPr>
          <p:nvPr>
            <p:ph type="sldNum" sz="quarter" idx="12"/>
          </p:nvPr>
        </p:nvSpPr>
        <p:spPr/>
        <p:txBody>
          <a:bodyPr/>
          <a:lstStyle/>
          <a:p>
            <a:fld id="{25BA54BD-C84D-46CE-8B72-31BFB26ABA43}" type="slidenum">
              <a:rPr lang="en-IN" smtClean="0"/>
              <a:t>22</a:t>
            </a:fld>
            <a:endParaRPr lang="en-IN" dirty="0"/>
          </a:p>
        </p:txBody>
      </p:sp>
      <p:sp>
        <p:nvSpPr>
          <p:cNvPr id="3" name="Footer Placeholder 2">
            <a:extLst>
              <a:ext uri="{FF2B5EF4-FFF2-40B4-BE49-F238E27FC236}">
                <a16:creationId xmlns:a16="http://schemas.microsoft.com/office/drawing/2014/main" id="{44997C21-5673-2193-513D-CF839B3A3B1A}"/>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070832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Classless addressing</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idx="1"/>
          </p:nvPr>
        </p:nvSpPr>
        <p:spPr/>
        <p:txBody>
          <a:bodyPr>
            <a:normAutofit/>
          </a:bodyPr>
          <a:lstStyle/>
          <a:p>
            <a:pPr algn="just"/>
            <a:r>
              <a:rPr lang="en-IN" dirty="0"/>
              <a:t>A called classless addressing, uses the same address space as IPv4 but distributes the addresses more efficiently. </a:t>
            </a:r>
          </a:p>
          <a:p>
            <a:pPr algn="just"/>
            <a:r>
              <a:rPr lang="en-IN" dirty="0"/>
              <a:t>Classless addressing does not assign addresses based on classes, but instead allows organizations to get the exact amount of address space they need.</a:t>
            </a:r>
          </a:p>
          <a:p>
            <a:pPr algn="just"/>
            <a:r>
              <a:rPr lang="en-IN" dirty="0"/>
              <a:t>In other words, classless addressing removes the "class privilege" from the distribution of addresses. This helps to compensate for the address depletion problem and allows more organizations to get the addresses they need.</a:t>
            </a:r>
          </a:p>
        </p:txBody>
      </p:sp>
      <p:sp>
        <p:nvSpPr>
          <p:cNvPr id="2" name="Slide Number Placeholder 1">
            <a:extLst>
              <a:ext uri="{FF2B5EF4-FFF2-40B4-BE49-F238E27FC236}">
                <a16:creationId xmlns:a16="http://schemas.microsoft.com/office/drawing/2014/main" id="{0FBE331C-B976-1AD2-524F-29ABAD873707}"/>
              </a:ext>
            </a:extLst>
          </p:cNvPr>
          <p:cNvSpPr>
            <a:spLocks noGrp="1"/>
          </p:cNvSpPr>
          <p:nvPr>
            <p:ph type="sldNum" sz="quarter" idx="12"/>
          </p:nvPr>
        </p:nvSpPr>
        <p:spPr/>
        <p:txBody>
          <a:bodyPr/>
          <a:lstStyle/>
          <a:p>
            <a:fld id="{25BA54BD-C84D-46CE-8B72-31BFB26ABA43}" type="slidenum">
              <a:rPr lang="en-IN" smtClean="0"/>
              <a:t>23</a:t>
            </a:fld>
            <a:endParaRPr lang="en-IN" dirty="0"/>
          </a:p>
        </p:txBody>
      </p:sp>
      <p:sp>
        <p:nvSpPr>
          <p:cNvPr id="3" name="Footer Placeholder 2">
            <a:extLst>
              <a:ext uri="{FF2B5EF4-FFF2-40B4-BE49-F238E27FC236}">
                <a16:creationId xmlns:a16="http://schemas.microsoft.com/office/drawing/2014/main" id="{6656C612-C2B8-E9EE-8C07-CA790A6D4DD2}"/>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02896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Classless addressing</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idx="1"/>
          </p:nvPr>
        </p:nvSpPr>
        <p:spPr/>
        <p:txBody>
          <a:bodyPr>
            <a:normAutofit fontScale="92500" lnSpcReduction="10000"/>
          </a:bodyPr>
          <a:lstStyle/>
          <a:p>
            <a:pPr algn="just"/>
            <a:r>
              <a:rPr lang="en-IN" dirty="0"/>
              <a:t>In classless addressing, the whole address space is divided into variable length blocks.</a:t>
            </a:r>
          </a:p>
          <a:p>
            <a:pPr algn="just"/>
            <a:r>
              <a:rPr lang="en-IN" dirty="0"/>
              <a:t>The prefix in an address defines the block (network); the suffix defines the node (device).</a:t>
            </a:r>
          </a:p>
          <a:p>
            <a:pPr algn="just"/>
            <a:r>
              <a:rPr lang="en-IN" dirty="0"/>
              <a:t>Theoretically, we can have a block of 2</a:t>
            </a:r>
            <a:r>
              <a:rPr lang="en-IN" baseline="30000" dirty="0"/>
              <a:t>0</a:t>
            </a:r>
            <a:r>
              <a:rPr lang="en-IN" dirty="0"/>
              <a:t>, 2</a:t>
            </a:r>
            <a:r>
              <a:rPr lang="en-IN" baseline="30000" dirty="0"/>
              <a:t>1</a:t>
            </a:r>
            <a:r>
              <a:rPr lang="en-IN" dirty="0"/>
              <a:t>, 2</a:t>
            </a:r>
            <a:r>
              <a:rPr lang="en-IN" baseline="30000" dirty="0"/>
              <a:t>2</a:t>
            </a:r>
            <a:r>
              <a:rPr lang="en-IN" dirty="0"/>
              <a:t>, . . . , 2</a:t>
            </a:r>
            <a:r>
              <a:rPr lang="en-IN" baseline="30000" dirty="0"/>
              <a:t>32</a:t>
            </a:r>
            <a:r>
              <a:rPr lang="en-IN" dirty="0"/>
              <a:t> addresses. One of the restrictions is that the number of addresses in a block needs to be a power of 2. An organization can be granted one block of addresses.</a:t>
            </a:r>
          </a:p>
          <a:p>
            <a:pPr algn="just"/>
            <a:r>
              <a:rPr lang="en-IN" dirty="0"/>
              <a:t>Unlike classful addressing, the prefix length in classless addressing is variable. We can have a prefix length that ranges from 0 to 32.</a:t>
            </a:r>
          </a:p>
          <a:p>
            <a:pPr algn="just"/>
            <a:r>
              <a:rPr lang="en-IN" dirty="0"/>
              <a:t>The size of the network is inversely proportional to the length of the prefix. A small prefix means a larger network; a large prefix means a smaller network.</a:t>
            </a:r>
          </a:p>
        </p:txBody>
      </p:sp>
      <p:sp>
        <p:nvSpPr>
          <p:cNvPr id="2" name="Slide Number Placeholder 1">
            <a:extLst>
              <a:ext uri="{FF2B5EF4-FFF2-40B4-BE49-F238E27FC236}">
                <a16:creationId xmlns:a16="http://schemas.microsoft.com/office/drawing/2014/main" id="{1EF1A349-0EC4-FC13-3E0D-B7C5872AFDA2}"/>
              </a:ext>
            </a:extLst>
          </p:cNvPr>
          <p:cNvSpPr>
            <a:spLocks noGrp="1"/>
          </p:cNvSpPr>
          <p:nvPr>
            <p:ph type="sldNum" sz="quarter" idx="12"/>
          </p:nvPr>
        </p:nvSpPr>
        <p:spPr/>
        <p:txBody>
          <a:bodyPr/>
          <a:lstStyle/>
          <a:p>
            <a:fld id="{25BA54BD-C84D-46CE-8B72-31BFB26ABA43}" type="slidenum">
              <a:rPr lang="en-IN" smtClean="0"/>
              <a:t>24</a:t>
            </a:fld>
            <a:endParaRPr lang="en-IN" dirty="0"/>
          </a:p>
        </p:txBody>
      </p:sp>
      <p:sp>
        <p:nvSpPr>
          <p:cNvPr id="3" name="Footer Placeholder 2">
            <a:extLst>
              <a:ext uri="{FF2B5EF4-FFF2-40B4-BE49-F238E27FC236}">
                <a16:creationId xmlns:a16="http://schemas.microsoft.com/office/drawing/2014/main" id="{A1F1E86B-5D1C-C4DC-5452-4D3705D85A1B}"/>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4194586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Prefix Length : Slash(CIDR) Notation</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idx="1"/>
          </p:nvPr>
        </p:nvSpPr>
        <p:spPr/>
        <p:txBody>
          <a:bodyPr>
            <a:normAutofit/>
          </a:bodyPr>
          <a:lstStyle/>
          <a:p>
            <a:pPr algn="just"/>
            <a:r>
              <a:rPr lang="en-IN" dirty="0"/>
              <a:t>the prefix length, n, is added to the address, separated by a slash. The notation is informally referred to as slash notation and formally as classless interdomain routing or CIDR (pronounced cider) strategy.</a:t>
            </a:r>
          </a:p>
          <a:p>
            <a:pPr algn="just"/>
            <a:r>
              <a:rPr lang="en-IN" dirty="0"/>
              <a:t>An address in classless addressing can then be represented as shown in Figure below.</a:t>
            </a:r>
          </a:p>
        </p:txBody>
      </p:sp>
      <p:pic>
        <p:nvPicPr>
          <p:cNvPr id="6" name="Picture 5">
            <a:extLst>
              <a:ext uri="{FF2B5EF4-FFF2-40B4-BE49-F238E27FC236}">
                <a16:creationId xmlns:a16="http://schemas.microsoft.com/office/drawing/2014/main" id="{CA3763FF-8315-CD4E-7E45-1DB216A8CD84}"/>
              </a:ext>
            </a:extLst>
          </p:cNvPr>
          <p:cNvPicPr>
            <a:picLocks noChangeAspect="1"/>
          </p:cNvPicPr>
          <p:nvPr/>
        </p:nvPicPr>
        <p:blipFill rotWithShape="1">
          <a:blip r:embed="rId2"/>
          <a:srcRect l="29323" t="36655" r="15145" b="39992"/>
          <a:stretch/>
        </p:blipFill>
        <p:spPr>
          <a:xfrm>
            <a:off x="2926060" y="4365104"/>
            <a:ext cx="6768753" cy="1512168"/>
          </a:xfrm>
          <a:prstGeom prst="rect">
            <a:avLst/>
          </a:prstGeom>
        </p:spPr>
      </p:pic>
      <p:sp>
        <p:nvSpPr>
          <p:cNvPr id="7" name="Slide Number Placeholder 6">
            <a:extLst>
              <a:ext uri="{FF2B5EF4-FFF2-40B4-BE49-F238E27FC236}">
                <a16:creationId xmlns:a16="http://schemas.microsoft.com/office/drawing/2014/main" id="{B8D88AE5-99A0-AFAC-8DC0-43A81C72497F}"/>
              </a:ext>
            </a:extLst>
          </p:cNvPr>
          <p:cNvSpPr>
            <a:spLocks noGrp="1"/>
          </p:cNvSpPr>
          <p:nvPr>
            <p:ph type="sldNum" sz="quarter" idx="12"/>
          </p:nvPr>
        </p:nvSpPr>
        <p:spPr/>
        <p:txBody>
          <a:bodyPr/>
          <a:lstStyle/>
          <a:p>
            <a:fld id="{25BA54BD-C84D-46CE-8B72-31BFB26ABA43}" type="slidenum">
              <a:rPr lang="en-IN" smtClean="0"/>
              <a:t>25</a:t>
            </a:fld>
            <a:endParaRPr lang="en-IN" dirty="0"/>
          </a:p>
        </p:txBody>
      </p:sp>
      <p:sp>
        <p:nvSpPr>
          <p:cNvPr id="8" name="Footer Placeholder 7">
            <a:extLst>
              <a:ext uri="{FF2B5EF4-FFF2-40B4-BE49-F238E27FC236}">
                <a16:creationId xmlns:a16="http://schemas.microsoft.com/office/drawing/2014/main" id="{069F8D32-17A1-EFE3-4272-444CBACED843}"/>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3257477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Extracting Information from Address</a:t>
            </a:r>
          </a:p>
        </p:txBody>
      </p:sp>
      <p:pic>
        <p:nvPicPr>
          <p:cNvPr id="3" name="Picture 2" descr="A screenshot of a computer&#10;&#10;Description automatically generated">
            <a:extLst>
              <a:ext uri="{FF2B5EF4-FFF2-40B4-BE49-F238E27FC236}">
                <a16:creationId xmlns:a16="http://schemas.microsoft.com/office/drawing/2014/main" id="{6C052094-9A4E-CC97-1327-AE0C85602A3A}"/>
              </a:ext>
            </a:extLst>
          </p:cNvPr>
          <p:cNvPicPr>
            <a:picLocks noChangeAspect="1"/>
          </p:cNvPicPr>
          <p:nvPr/>
        </p:nvPicPr>
        <p:blipFill rotWithShape="1">
          <a:blip r:embed="rId2"/>
          <a:srcRect l="34640" t="44440" r="19871" b="29984"/>
          <a:stretch/>
        </p:blipFill>
        <p:spPr>
          <a:xfrm>
            <a:off x="317339" y="2780928"/>
            <a:ext cx="5929476" cy="1775261"/>
          </a:xfrm>
          <a:prstGeom prst="rect">
            <a:avLst/>
          </a:prstGeom>
          <a:noFill/>
        </p:spPr>
      </p:pic>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6246814" y="1905000"/>
            <a:ext cx="5464221" cy="4267200"/>
          </a:xfrm>
        </p:spPr>
        <p:txBody>
          <a:bodyPr>
            <a:normAutofit/>
          </a:bodyPr>
          <a:lstStyle/>
          <a:p>
            <a:r>
              <a:rPr lang="en-IN" sz="1800" dirty="0"/>
              <a:t>Given any address in the block, we normally like to know three pieces of information about the block to which the address belongs:</a:t>
            </a:r>
          </a:p>
          <a:p>
            <a:pPr lvl="1"/>
            <a:r>
              <a:rPr lang="en-IN" sz="1800" dirty="0"/>
              <a:t>The number of addresses,</a:t>
            </a:r>
          </a:p>
          <a:p>
            <a:pPr lvl="1"/>
            <a:r>
              <a:rPr lang="en-IN" sz="1800" dirty="0"/>
              <a:t>The first address in the block,</a:t>
            </a:r>
          </a:p>
          <a:p>
            <a:pPr lvl="1"/>
            <a:r>
              <a:rPr lang="en-IN" sz="1800" dirty="0"/>
              <a:t>The last address.</a:t>
            </a:r>
          </a:p>
          <a:p>
            <a:r>
              <a:rPr lang="en-IN" sz="1800" dirty="0"/>
              <a:t>Since the value of prefix length, n, is given, we can easily find these three pieces of information.</a:t>
            </a:r>
          </a:p>
          <a:p>
            <a:pPr lvl="1"/>
            <a:r>
              <a:rPr lang="en-IN" sz="1800" dirty="0"/>
              <a:t>The number of addresses in the block is found as N = 2</a:t>
            </a:r>
            <a:r>
              <a:rPr lang="en-IN" sz="1800" baseline="30000" dirty="0"/>
              <a:t>32</a:t>
            </a:r>
            <a:r>
              <a:rPr lang="en-IN" sz="1800" dirty="0"/>
              <a:t>−n.</a:t>
            </a:r>
          </a:p>
          <a:p>
            <a:pPr lvl="1"/>
            <a:r>
              <a:rPr lang="en-IN" sz="1800" dirty="0"/>
              <a:t>To find the first address, we keep the n leftmost bits and set the (32 − n) rightmost bits all to 0s.</a:t>
            </a:r>
          </a:p>
          <a:p>
            <a:pPr lvl="1"/>
            <a:r>
              <a:rPr lang="en-IN" sz="1800" dirty="0"/>
              <a:t>To find the last address, we keep the n leftmost bits and set the (32 − n) rightmost bits all to 1s.</a:t>
            </a:r>
          </a:p>
        </p:txBody>
      </p:sp>
      <p:sp>
        <p:nvSpPr>
          <p:cNvPr id="4" name="Slide Number Placeholder 3">
            <a:extLst>
              <a:ext uri="{FF2B5EF4-FFF2-40B4-BE49-F238E27FC236}">
                <a16:creationId xmlns:a16="http://schemas.microsoft.com/office/drawing/2014/main" id="{B4E2D27F-5775-4D4D-AA0C-0EC1DB88CEC8}"/>
              </a:ext>
            </a:extLst>
          </p:cNvPr>
          <p:cNvSpPr>
            <a:spLocks noGrp="1"/>
          </p:cNvSpPr>
          <p:nvPr>
            <p:ph type="sldNum" sz="quarter" idx="12"/>
          </p:nvPr>
        </p:nvSpPr>
        <p:spPr/>
        <p:txBody>
          <a:bodyPr/>
          <a:lstStyle/>
          <a:p>
            <a:fld id="{25BA54BD-C84D-46CE-8B72-31BFB26ABA43}" type="slidenum">
              <a:rPr lang="en-IN" smtClean="0"/>
              <a:t>26</a:t>
            </a:fld>
            <a:endParaRPr lang="en-IN"/>
          </a:p>
        </p:txBody>
      </p:sp>
      <p:sp>
        <p:nvSpPr>
          <p:cNvPr id="6" name="Footer Placeholder 5">
            <a:extLst>
              <a:ext uri="{FF2B5EF4-FFF2-40B4-BE49-F238E27FC236}">
                <a16:creationId xmlns:a16="http://schemas.microsoft.com/office/drawing/2014/main" id="{90FEFD1B-2D78-8ADF-1F32-0C7B3BCED835}"/>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553988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A5C2696-4B26-ECD6-A082-626198234D52}"/>
              </a:ext>
            </a:extLst>
          </p:cNvPr>
          <p:cNvSpPr>
            <a:spLocks noGrp="1"/>
          </p:cNvSpPr>
          <p:nvPr>
            <p:ph type="ftr" sz="quarter" idx="11"/>
          </p:nvPr>
        </p:nvSpPr>
        <p:spPr/>
        <p:txBody>
          <a:bodyPr/>
          <a:lstStyle/>
          <a:p>
            <a:r>
              <a:rPr lang="en-IN"/>
              <a:t>Prepared By: Mr. Chetan C. Kamani, Lecturer computer department, GP, Jamnagar</a:t>
            </a:r>
          </a:p>
        </p:txBody>
      </p:sp>
      <p:sp>
        <p:nvSpPr>
          <p:cNvPr id="3" name="Slide Number Placeholder 2">
            <a:extLst>
              <a:ext uri="{FF2B5EF4-FFF2-40B4-BE49-F238E27FC236}">
                <a16:creationId xmlns:a16="http://schemas.microsoft.com/office/drawing/2014/main" id="{3CA30A01-C98F-03CD-5110-D75A87C51E4A}"/>
              </a:ext>
            </a:extLst>
          </p:cNvPr>
          <p:cNvSpPr>
            <a:spLocks noGrp="1"/>
          </p:cNvSpPr>
          <p:nvPr>
            <p:ph type="sldNum" sz="quarter" idx="12"/>
          </p:nvPr>
        </p:nvSpPr>
        <p:spPr/>
        <p:txBody>
          <a:bodyPr/>
          <a:lstStyle/>
          <a:p>
            <a:fld id="{25BA54BD-C84D-46CE-8B72-31BFB26ABA43}" type="slidenum">
              <a:rPr lang="en-IN" smtClean="0"/>
              <a:t>27</a:t>
            </a:fld>
            <a:endParaRPr lang="en-IN"/>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847FB38D-C77C-170F-724F-59BFCC41A875}"/>
                  </a:ext>
                </a:extLst>
              </p14:cNvPr>
              <p14:cNvContentPartPr/>
              <p14:nvPr/>
            </p14:nvContentPartPr>
            <p14:xfrm>
              <a:off x="1767960" y="831600"/>
              <a:ext cx="10017000" cy="5885640"/>
            </p14:xfrm>
          </p:contentPart>
        </mc:Choice>
        <mc:Fallback>
          <p:pic>
            <p:nvPicPr>
              <p:cNvPr id="4" name="Ink 3">
                <a:extLst>
                  <a:ext uri="{FF2B5EF4-FFF2-40B4-BE49-F238E27FC236}">
                    <a16:creationId xmlns:a16="http://schemas.microsoft.com/office/drawing/2014/main" id="{847FB38D-C77C-170F-724F-59BFCC41A875}"/>
                  </a:ext>
                </a:extLst>
              </p:cNvPr>
              <p:cNvPicPr/>
              <p:nvPr/>
            </p:nvPicPr>
            <p:blipFill>
              <a:blip r:embed="rId3"/>
              <a:stretch>
                <a:fillRect/>
              </a:stretch>
            </p:blipFill>
            <p:spPr>
              <a:xfrm>
                <a:off x="1758600" y="822240"/>
                <a:ext cx="10035720" cy="5904360"/>
              </a:xfrm>
              <a:prstGeom prst="rect">
                <a:avLst/>
              </a:prstGeom>
            </p:spPr>
          </p:pic>
        </mc:Fallback>
      </mc:AlternateContent>
    </p:spTree>
    <p:extLst>
      <p:ext uri="{BB962C8B-B14F-4D97-AF65-F5344CB8AC3E}">
        <p14:creationId xmlns:p14="http://schemas.microsoft.com/office/powerpoint/2010/main" val="28892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6EA0BB5-C574-4FC2-3212-890A6A1FBC83}"/>
              </a:ext>
            </a:extLst>
          </p:cNvPr>
          <p:cNvSpPr>
            <a:spLocks noGrp="1"/>
          </p:cNvSpPr>
          <p:nvPr>
            <p:ph type="ftr" sz="quarter" idx="11"/>
          </p:nvPr>
        </p:nvSpPr>
        <p:spPr/>
        <p:txBody>
          <a:bodyPr/>
          <a:lstStyle/>
          <a:p>
            <a:r>
              <a:rPr lang="en-IN"/>
              <a:t>Prepared By: Mr. Chetan C. Kamani, Lecturer computer department, GP, Jamnagar</a:t>
            </a:r>
          </a:p>
        </p:txBody>
      </p:sp>
      <p:sp>
        <p:nvSpPr>
          <p:cNvPr id="3" name="Slide Number Placeholder 2">
            <a:extLst>
              <a:ext uri="{FF2B5EF4-FFF2-40B4-BE49-F238E27FC236}">
                <a16:creationId xmlns:a16="http://schemas.microsoft.com/office/drawing/2014/main" id="{39FE5D64-5A88-2010-C8A1-22EE62AB2640}"/>
              </a:ext>
            </a:extLst>
          </p:cNvPr>
          <p:cNvSpPr>
            <a:spLocks noGrp="1"/>
          </p:cNvSpPr>
          <p:nvPr>
            <p:ph type="sldNum" sz="quarter" idx="12"/>
          </p:nvPr>
        </p:nvSpPr>
        <p:spPr/>
        <p:txBody>
          <a:bodyPr/>
          <a:lstStyle/>
          <a:p>
            <a:fld id="{25BA54BD-C84D-46CE-8B72-31BFB26ABA43}" type="slidenum">
              <a:rPr lang="en-IN" smtClean="0"/>
              <a:t>28</a:t>
            </a:fld>
            <a:endParaRPr lang="en-IN"/>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702E0E6-6DDD-D258-3503-5F969BBD339A}"/>
                  </a:ext>
                </a:extLst>
              </p14:cNvPr>
              <p14:cNvContentPartPr/>
              <p14:nvPr/>
            </p14:nvContentPartPr>
            <p14:xfrm>
              <a:off x="1293120" y="663840"/>
              <a:ext cx="10898640" cy="5447160"/>
            </p14:xfrm>
          </p:contentPart>
        </mc:Choice>
        <mc:Fallback>
          <p:pic>
            <p:nvPicPr>
              <p:cNvPr id="4" name="Ink 3">
                <a:extLst>
                  <a:ext uri="{FF2B5EF4-FFF2-40B4-BE49-F238E27FC236}">
                    <a16:creationId xmlns:a16="http://schemas.microsoft.com/office/drawing/2014/main" id="{7702E0E6-6DDD-D258-3503-5F969BBD339A}"/>
                  </a:ext>
                </a:extLst>
              </p:cNvPr>
              <p:cNvPicPr/>
              <p:nvPr/>
            </p:nvPicPr>
            <p:blipFill>
              <a:blip r:embed="rId3"/>
              <a:stretch>
                <a:fillRect/>
              </a:stretch>
            </p:blipFill>
            <p:spPr>
              <a:xfrm>
                <a:off x="1283760" y="654480"/>
                <a:ext cx="10917360" cy="5465880"/>
              </a:xfrm>
              <a:prstGeom prst="rect">
                <a:avLst/>
              </a:prstGeom>
            </p:spPr>
          </p:pic>
        </mc:Fallback>
      </mc:AlternateContent>
    </p:spTree>
    <p:extLst>
      <p:ext uri="{BB962C8B-B14F-4D97-AF65-F5344CB8AC3E}">
        <p14:creationId xmlns:p14="http://schemas.microsoft.com/office/powerpoint/2010/main" val="2862495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2818-CF7C-46BE-163D-5E0C387E6C1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E4A42EC-86CC-A2F0-5675-F053185FE0F5}"/>
              </a:ext>
            </a:extLst>
          </p:cNvPr>
          <p:cNvSpPr>
            <a:spLocks noGrp="1"/>
          </p:cNvSpPr>
          <p:nvPr>
            <p:ph idx="1"/>
          </p:nvPr>
        </p:nvSpPr>
        <p:spPr>
          <a:xfrm>
            <a:off x="1522414" y="1905000"/>
            <a:ext cx="10116614" cy="4267200"/>
          </a:xfrm>
        </p:spPr>
        <p:txBody>
          <a:bodyPr>
            <a:normAutofit/>
          </a:bodyPr>
          <a:lstStyle/>
          <a:p>
            <a:pPr algn="just"/>
            <a:r>
              <a:rPr lang="en-IN" sz="3200" dirty="0">
                <a:solidFill>
                  <a:srgbClr val="FFFF00"/>
                </a:solidFill>
              </a:rPr>
              <a:t>A classless address is given as 167.199.170.82/27. Find the number of addresses, the first and last address of the network.</a:t>
            </a:r>
            <a:endParaRPr lang="en-IN" sz="2400" dirty="0"/>
          </a:p>
        </p:txBody>
      </p:sp>
      <p:sp>
        <p:nvSpPr>
          <p:cNvPr id="4" name="Footer Placeholder 3">
            <a:extLst>
              <a:ext uri="{FF2B5EF4-FFF2-40B4-BE49-F238E27FC236}">
                <a16:creationId xmlns:a16="http://schemas.microsoft.com/office/drawing/2014/main" id="{4346266B-5F53-A31B-5E63-11F3888AD2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72F4980B-E2DC-3869-6198-05899B93DEBE}"/>
              </a:ext>
            </a:extLst>
          </p:cNvPr>
          <p:cNvSpPr>
            <a:spLocks noGrp="1"/>
          </p:cNvSpPr>
          <p:nvPr>
            <p:ph type="sldNum" sz="quarter" idx="12"/>
          </p:nvPr>
        </p:nvSpPr>
        <p:spPr/>
        <p:txBody>
          <a:bodyPr/>
          <a:lstStyle/>
          <a:p>
            <a:fld id="{25BA54BD-C84D-46CE-8B72-31BFB26ABA43}" type="slidenum">
              <a:rPr lang="en-IN" smtClean="0"/>
              <a:t>29</a:t>
            </a:fld>
            <a:endParaRPr lang="en-IN" dirty="0"/>
          </a:p>
        </p:txBody>
      </p:sp>
    </p:spTree>
    <p:extLst>
      <p:ext uri="{BB962C8B-B14F-4D97-AF65-F5344CB8AC3E}">
        <p14:creationId xmlns:p14="http://schemas.microsoft.com/office/powerpoint/2010/main" val="3107969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Address Mask</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lnSpcReduction="10000"/>
          </a:bodyPr>
          <a:lstStyle/>
          <a:p>
            <a:pPr algn="just"/>
            <a:r>
              <a:rPr lang="en-IN" dirty="0"/>
              <a:t>Another way to find the first and last addresses in the block is to use the address mask.</a:t>
            </a:r>
          </a:p>
          <a:p>
            <a:pPr algn="just"/>
            <a:r>
              <a:rPr lang="en-IN" dirty="0"/>
              <a:t>The address mask is a 32-bit number in which the n leftmost bits are set to 1s and the rest of the bits (32 − n) are set to 0s.</a:t>
            </a:r>
          </a:p>
          <a:p>
            <a:pPr algn="just"/>
            <a:r>
              <a:rPr lang="en-IN" dirty="0"/>
              <a:t>A computer can easily find the address mask because it is the complement of (2</a:t>
            </a:r>
            <a:r>
              <a:rPr lang="en-IN" baseline="30000" dirty="0"/>
              <a:t>32 − n</a:t>
            </a:r>
            <a:r>
              <a:rPr lang="en-IN" dirty="0"/>
              <a:t> − 1).</a:t>
            </a:r>
          </a:p>
          <a:p>
            <a:pPr algn="just"/>
            <a:r>
              <a:rPr lang="en-IN" dirty="0"/>
              <a:t>The reason for defining a mask in this way is that it can be used by a computer program to extract the information in a block, using the three bit-wise operations NOT, AND, and OR.</a:t>
            </a:r>
          </a:p>
          <a:p>
            <a:pPr lvl="1" algn="just"/>
            <a:r>
              <a:rPr lang="en-IN" sz="1800" dirty="0"/>
              <a:t>The number of addresses in the block N = NOT (mask) + 1.</a:t>
            </a:r>
          </a:p>
          <a:p>
            <a:pPr lvl="1" algn="just"/>
            <a:r>
              <a:rPr lang="en-IN" sz="1800" dirty="0"/>
              <a:t>The first address in the block = (Any address in the block) AND (mask).</a:t>
            </a:r>
          </a:p>
          <a:p>
            <a:pPr lvl="1" algn="just"/>
            <a:r>
              <a:rPr lang="en-IN" sz="1800" dirty="0"/>
              <a:t>The last address in the block = (Any address in the block) OR [(NOT (mask)].</a:t>
            </a:r>
          </a:p>
        </p:txBody>
      </p:sp>
      <p:sp>
        <p:nvSpPr>
          <p:cNvPr id="2" name="Slide Number Placeholder 1">
            <a:extLst>
              <a:ext uri="{FF2B5EF4-FFF2-40B4-BE49-F238E27FC236}">
                <a16:creationId xmlns:a16="http://schemas.microsoft.com/office/drawing/2014/main" id="{AA91E668-7B08-F19B-8342-02F522499474}"/>
              </a:ext>
            </a:extLst>
          </p:cNvPr>
          <p:cNvSpPr>
            <a:spLocks noGrp="1"/>
          </p:cNvSpPr>
          <p:nvPr>
            <p:ph type="sldNum" sz="quarter" idx="12"/>
          </p:nvPr>
        </p:nvSpPr>
        <p:spPr/>
        <p:txBody>
          <a:bodyPr/>
          <a:lstStyle/>
          <a:p>
            <a:fld id="{25BA54BD-C84D-46CE-8B72-31BFB26ABA43}" type="slidenum">
              <a:rPr lang="en-IN" smtClean="0"/>
              <a:t>30</a:t>
            </a:fld>
            <a:endParaRPr lang="en-IN"/>
          </a:p>
        </p:txBody>
      </p:sp>
      <p:sp>
        <p:nvSpPr>
          <p:cNvPr id="4" name="Footer Placeholder 3">
            <a:extLst>
              <a:ext uri="{FF2B5EF4-FFF2-40B4-BE49-F238E27FC236}">
                <a16:creationId xmlns:a16="http://schemas.microsoft.com/office/drawing/2014/main" id="{03D0F0A1-700C-DB71-7958-2772A85BAB50}"/>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56658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2818-CF7C-46BE-163D-5E0C387E6C1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E4A42EC-86CC-A2F0-5675-F053185FE0F5}"/>
              </a:ext>
            </a:extLst>
          </p:cNvPr>
          <p:cNvSpPr>
            <a:spLocks noGrp="1"/>
          </p:cNvSpPr>
          <p:nvPr>
            <p:ph idx="1"/>
          </p:nvPr>
        </p:nvSpPr>
        <p:spPr>
          <a:xfrm>
            <a:off x="1522414" y="1905000"/>
            <a:ext cx="10116614" cy="4267200"/>
          </a:xfrm>
        </p:spPr>
        <p:txBody>
          <a:bodyPr>
            <a:normAutofit/>
          </a:bodyPr>
          <a:lstStyle/>
          <a:p>
            <a:pPr algn="just"/>
            <a:r>
              <a:rPr lang="en-IN" sz="3200" dirty="0">
                <a:solidFill>
                  <a:srgbClr val="FFFF00"/>
                </a:solidFill>
              </a:rPr>
              <a:t>A classless address is given as 167.199.170.82/27. Find the address mask, number of addresses, the first and last address of the network.</a:t>
            </a:r>
            <a:endParaRPr lang="en-IN" sz="2400" dirty="0"/>
          </a:p>
        </p:txBody>
      </p:sp>
      <p:sp>
        <p:nvSpPr>
          <p:cNvPr id="4" name="Footer Placeholder 3">
            <a:extLst>
              <a:ext uri="{FF2B5EF4-FFF2-40B4-BE49-F238E27FC236}">
                <a16:creationId xmlns:a16="http://schemas.microsoft.com/office/drawing/2014/main" id="{4346266B-5F53-A31B-5E63-11F3888AD2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72F4980B-E2DC-3869-6198-05899B93DEBE}"/>
              </a:ext>
            </a:extLst>
          </p:cNvPr>
          <p:cNvSpPr>
            <a:spLocks noGrp="1"/>
          </p:cNvSpPr>
          <p:nvPr>
            <p:ph type="sldNum" sz="quarter" idx="12"/>
          </p:nvPr>
        </p:nvSpPr>
        <p:spPr/>
        <p:txBody>
          <a:bodyPr/>
          <a:lstStyle/>
          <a:p>
            <a:fld id="{25BA54BD-C84D-46CE-8B72-31BFB26ABA43}" type="slidenum">
              <a:rPr lang="en-IN" smtClean="0"/>
              <a:t>31</a:t>
            </a:fld>
            <a:endParaRPr lang="en-IN" dirty="0"/>
          </a:p>
        </p:txBody>
      </p:sp>
    </p:spTree>
    <p:extLst>
      <p:ext uri="{BB962C8B-B14F-4D97-AF65-F5344CB8AC3E}">
        <p14:creationId xmlns:p14="http://schemas.microsoft.com/office/powerpoint/2010/main" val="1875626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Network Address</a:t>
            </a:r>
          </a:p>
        </p:txBody>
      </p:sp>
      <p:pic>
        <p:nvPicPr>
          <p:cNvPr id="3" name="Picture 2">
            <a:extLst>
              <a:ext uri="{FF2B5EF4-FFF2-40B4-BE49-F238E27FC236}">
                <a16:creationId xmlns:a16="http://schemas.microsoft.com/office/drawing/2014/main" id="{D380944E-8423-51A8-6BD0-93884BDC6135}"/>
              </a:ext>
            </a:extLst>
          </p:cNvPr>
          <p:cNvPicPr>
            <a:picLocks noChangeAspect="1"/>
          </p:cNvPicPr>
          <p:nvPr/>
        </p:nvPicPr>
        <p:blipFill rotWithShape="1">
          <a:blip r:embed="rId2"/>
          <a:srcRect l="32868" t="23311" r="18098" b="26648"/>
          <a:stretch/>
        </p:blipFill>
        <p:spPr>
          <a:xfrm>
            <a:off x="519696" y="2060848"/>
            <a:ext cx="6492750" cy="3528392"/>
          </a:xfrm>
          <a:prstGeom prst="rect">
            <a:avLst/>
          </a:prstGeom>
          <a:noFill/>
        </p:spPr>
      </p:pic>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7030516" y="1916832"/>
            <a:ext cx="4419598" cy="4267200"/>
          </a:xfrm>
        </p:spPr>
        <p:txBody>
          <a:bodyPr>
            <a:normAutofit fontScale="92500" lnSpcReduction="20000"/>
          </a:bodyPr>
          <a:lstStyle/>
          <a:p>
            <a:pPr algn="just"/>
            <a:r>
              <a:rPr lang="en-IN" sz="1800" dirty="0"/>
              <a:t>The first address, the network address, is particularly important because it is used in routing a packet to its destination network.</a:t>
            </a:r>
          </a:p>
          <a:p>
            <a:pPr algn="just"/>
            <a:r>
              <a:rPr lang="en-IN" sz="1800" dirty="0"/>
              <a:t>For the moment, let us assume that an internet is made of m networks and a router with m interfaces. When a packet arrives at the router from any source host, the router needs to know to which network the packet should be sent: from which interface the packet should be sent out. When the packet arrives at the network, it reaches its destination host using another strategy.</a:t>
            </a:r>
          </a:p>
          <a:p>
            <a:pPr algn="just"/>
            <a:r>
              <a:rPr lang="en-IN" sz="1800" dirty="0"/>
              <a:t>After the network address has been found, the router consults its forwarding table to find the corresponding interface from which the packet should be sent out.</a:t>
            </a:r>
          </a:p>
          <a:p>
            <a:pPr algn="just"/>
            <a:r>
              <a:rPr lang="en-IN" sz="1800" dirty="0"/>
              <a:t>The network address is actually the identifier of the network; each network is identified by its network address.</a:t>
            </a:r>
          </a:p>
        </p:txBody>
      </p:sp>
      <p:sp>
        <p:nvSpPr>
          <p:cNvPr id="4" name="Slide Number Placeholder 3">
            <a:extLst>
              <a:ext uri="{FF2B5EF4-FFF2-40B4-BE49-F238E27FC236}">
                <a16:creationId xmlns:a16="http://schemas.microsoft.com/office/drawing/2014/main" id="{99CD4870-E2E8-C72C-7DAD-CD39C38F906A}"/>
              </a:ext>
            </a:extLst>
          </p:cNvPr>
          <p:cNvSpPr>
            <a:spLocks noGrp="1"/>
          </p:cNvSpPr>
          <p:nvPr>
            <p:ph type="sldNum" sz="quarter" idx="12"/>
          </p:nvPr>
        </p:nvSpPr>
        <p:spPr/>
        <p:txBody>
          <a:bodyPr/>
          <a:lstStyle/>
          <a:p>
            <a:fld id="{25BA54BD-C84D-46CE-8B72-31BFB26ABA43}" type="slidenum">
              <a:rPr lang="en-IN" smtClean="0"/>
              <a:t>32</a:t>
            </a:fld>
            <a:endParaRPr lang="en-IN"/>
          </a:p>
        </p:txBody>
      </p:sp>
      <p:sp>
        <p:nvSpPr>
          <p:cNvPr id="6" name="Footer Placeholder 5">
            <a:extLst>
              <a:ext uri="{FF2B5EF4-FFF2-40B4-BE49-F238E27FC236}">
                <a16:creationId xmlns:a16="http://schemas.microsoft.com/office/drawing/2014/main" id="{2F7BF12E-0EFB-C48C-C430-7C714B313EAE}"/>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349361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Block Allocation</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a:bodyPr>
          <a:lstStyle/>
          <a:p>
            <a:pPr algn="just"/>
            <a:r>
              <a:rPr lang="en-IN" sz="1800" dirty="0"/>
              <a:t>The ultimate responsibility of block allocation is given to a global authority called the Internet Corporation for Assigned Names and Numbers (ICANN). However, ICANN does not normally allocate addresses to individual Internet users. It assigns a large block of addresses to an ISP (or a larger organization that is considered an ISP in this case).</a:t>
            </a:r>
          </a:p>
          <a:p>
            <a:pPr algn="just"/>
            <a:r>
              <a:rPr lang="en-IN" sz="1800" dirty="0"/>
              <a:t>For the proper operation of the CIDR, two restrictions need to be applied to the allocated block.</a:t>
            </a:r>
          </a:p>
          <a:p>
            <a:pPr algn="just"/>
            <a:r>
              <a:rPr lang="en-IN" sz="1800" dirty="0"/>
              <a:t>First, The number of requested addresses, N, needs to be a power of 2. The reason is that N = 232 – n or n = 32 – log2N. If N is not a power of 2, we cannot have an integer value for n.</a:t>
            </a:r>
          </a:p>
          <a:p>
            <a:pPr algn="just"/>
            <a:r>
              <a:rPr lang="en-IN" sz="1800" dirty="0"/>
              <a:t>Second, The requested block needs to be allocated where there is an adequate number of contiguous addresses available in the address space. However, there is a restriction on choosing the first address in the block. The first address needs to be divisible by the number of addresses in the block. The reason is that the first address needs to be the prefix followed by (32 – n) number of 0s. The decimal value of the first address is then</a:t>
            </a:r>
          </a:p>
          <a:p>
            <a:pPr marL="0" indent="0" algn="ctr">
              <a:buNone/>
            </a:pPr>
            <a:r>
              <a:rPr lang="en-IN" sz="1800" dirty="0"/>
              <a:t>first address = (prefix in decimal) × 2</a:t>
            </a:r>
            <a:r>
              <a:rPr lang="en-IN" sz="1800" baseline="30000" dirty="0"/>
              <a:t>32 – n</a:t>
            </a:r>
            <a:r>
              <a:rPr lang="en-IN" sz="1800" dirty="0"/>
              <a:t> = (prefix in decimal) × N.</a:t>
            </a:r>
          </a:p>
        </p:txBody>
      </p:sp>
      <p:sp>
        <p:nvSpPr>
          <p:cNvPr id="2" name="Slide Number Placeholder 1">
            <a:extLst>
              <a:ext uri="{FF2B5EF4-FFF2-40B4-BE49-F238E27FC236}">
                <a16:creationId xmlns:a16="http://schemas.microsoft.com/office/drawing/2014/main" id="{EA8F7272-063B-7A33-E2B0-93620D01DE55}"/>
              </a:ext>
            </a:extLst>
          </p:cNvPr>
          <p:cNvSpPr>
            <a:spLocks noGrp="1"/>
          </p:cNvSpPr>
          <p:nvPr>
            <p:ph type="sldNum" sz="quarter" idx="12"/>
          </p:nvPr>
        </p:nvSpPr>
        <p:spPr/>
        <p:txBody>
          <a:bodyPr/>
          <a:lstStyle/>
          <a:p>
            <a:fld id="{25BA54BD-C84D-46CE-8B72-31BFB26ABA43}" type="slidenum">
              <a:rPr lang="en-IN" smtClean="0"/>
              <a:t>33</a:t>
            </a:fld>
            <a:endParaRPr lang="en-IN"/>
          </a:p>
        </p:txBody>
      </p:sp>
      <p:sp>
        <p:nvSpPr>
          <p:cNvPr id="3" name="Footer Placeholder 2">
            <a:extLst>
              <a:ext uri="{FF2B5EF4-FFF2-40B4-BE49-F238E27FC236}">
                <a16:creationId xmlns:a16="http://schemas.microsoft.com/office/drawing/2014/main" id="{BE16FD82-D754-D939-233B-CC16172103E0}"/>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939150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2818-CF7C-46BE-163D-5E0C387E6C1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E4A42EC-86CC-A2F0-5675-F053185FE0F5}"/>
              </a:ext>
            </a:extLst>
          </p:cNvPr>
          <p:cNvSpPr>
            <a:spLocks noGrp="1"/>
          </p:cNvSpPr>
          <p:nvPr>
            <p:ph idx="1"/>
          </p:nvPr>
        </p:nvSpPr>
        <p:spPr>
          <a:xfrm>
            <a:off x="1522414" y="1905000"/>
            <a:ext cx="10116614" cy="4267200"/>
          </a:xfrm>
        </p:spPr>
        <p:txBody>
          <a:bodyPr>
            <a:normAutofit/>
          </a:bodyPr>
          <a:lstStyle/>
          <a:p>
            <a:pPr algn="just"/>
            <a:r>
              <a:rPr lang="en-IN" sz="3200" dirty="0">
                <a:solidFill>
                  <a:srgbClr val="FFFF00"/>
                </a:solidFill>
              </a:rPr>
              <a:t>Consider the classless address 230.8.24.56 and find block size for the following different prefixes.</a:t>
            </a:r>
          </a:p>
          <a:p>
            <a:pPr lvl="1" algn="just"/>
            <a:r>
              <a:rPr lang="en-IN" sz="2800" dirty="0">
                <a:solidFill>
                  <a:srgbClr val="FFFF00"/>
                </a:solidFill>
              </a:rPr>
              <a:t>/16</a:t>
            </a:r>
          </a:p>
          <a:p>
            <a:pPr lvl="1" algn="just"/>
            <a:r>
              <a:rPr lang="en-IN" sz="2800" dirty="0">
                <a:solidFill>
                  <a:srgbClr val="FFFF00"/>
                </a:solidFill>
              </a:rPr>
              <a:t>/20</a:t>
            </a:r>
          </a:p>
          <a:p>
            <a:pPr lvl="1" algn="just"/>
            <a:r>
              <a:rPr lang="en-IN" sz="2800" dirty="0">
                <a:solidFill>
                  <a:srgbClr val="FFFF00"/>
                </a:solidFill>
              </a:rPr>
              <a:t>/26</a:t>
            </a:r>
          </a:p>
          <a:p>
            <a:pPr lvl="1" algn="just"/>
            <a:r>
              <a:rPr lang="en-IN" sz="2800" dirty="0">
                <a:solidFill>
                  <a:srgbClr val="FFFF00"/>
                </a:solidFill>
              </a:rPr>
              <a:t>/27</a:t>
            </a:r>
          </a:p>
          <a:p>
            <a:pPr lvl="1" algn="just"/>
            <a:r>
              <a:rPr lang="en-IN" sz="2800" dirty="0">
                <a:solidFill>
                  <a:srgbClr val="FFFF00"/>
                </a:solidFill>
              </a:rPr>
              <a:t>/29</a:t>
            </a:r>
          </a:p>
          <a:p>
            <a:pPr lvl="1" algn="just"/>
            <a:r>
              <a:rPr lang="en-IN" sz="2800" dirty="0">
                <a:solidFill>
                  <a:srgbClr val="FFFF00"/>
                </a:solidFill>
              </a:rPr>
              <a:t>/31</a:t>
            </a:r>
            <a:endParaRPr lang="en-IN" sz="2800" dirty="0"/>
          </a:p>
        </p:txBody>
      </p:sp>
      <p:sp>
        <p:nvSpPr>
          <p:cNvPr id="4" name="Footer Placeholder 3">
            <a:extLst>
              <a:ext uri="{FF2B5EF4-FFF2-40B4-BE49-F238E27FC236}">
                <a16:creationId xmlns:a16="http://schemas.microsoft.com/office/drawing/2014/main" id="{4346266B-5F53-A31B-5E63-11F3888AD2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72F4980B-E2DC-3869-6198-05899B93DEBE}"/>
              </a:ext>
            </a:extLst>
          </p:cNvPr>
          <p:cNvSpPr>
            <a:spLocks noGrp="1"/>
          </p:cNvSpPr>
          <p:nvPr>
            <p:ph type="sldNum" sz="quarter" idx="12"/>
          </p:nvPr>
        </p:nvSpPr>
        <p:spPr/>
        <p:txBody>
          <a:bodyPr/>
          <a:lstStyle/>
          <a:p>
            <a:fld id="{25BA54BD-C84D-46CE-8B72-31BFB26ABA43}" type="slidenum">
              <a:rPr lang="en-IN" smtClean="0"/>
              <a:t>34</a:t>
            </a:fld>
            <a:endParaRPr lang="en-IN" dirty="0"/>
          </a:p>
        </p:txBody>
      </p:sp>
    </p:spTree>
    <p:extLst>
      <p:ext uri="{BB962C8B-B14F-4D97-AF65-F5344CB8AC3E}">
        <p14:creationId xmlns:p14="http://schemas.microsoft.com/office/powerpoint/2010/main" val="2164490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Subnetting</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a:bodyPr>
          <a:lstStyle/>
          <a:p>
            <a:pPr algn="just"/>
            <a:r>
              <a:rPr lang="en-IN" dirty="0"/>
              <a:t>Subnetting is the process of dividing a single IP network into smaller subnetworks, or subnets.</a:t>
            </a:r>
          </a:p>
          <a:p>
            <a:pPr algn="just"/>
            <a:r>
              <a:rPr lang="en-IN" dirty="0"/>
              <a:t>More levels of hierarchy can be created using subnetting. An organization (or an ISP) that is granted a range of addresses may divide the range into several subranges and assign each subrange to a subnetwork (or subnet).</a:t>
            </a:r>
          </a:p>
          <a:p>
            <a:pPr algn="just"/>
            <a:r>
              <a:rPr lang="en-IN" dirty="0"/>
              <a:t>Note that nothing stops the organization from creating more levels. A subnetwork can be divided into several sub-subnetworks. A sub-subnetwork can be divided into several sub-sub-subnetworks, and so on.</a:t>
            </a:r>
          </a:p>
        </p:txBody>
      </p:sp>
      <p:sp>
        <p:nvSpPr>
          <p:cNvPr id="2" name="Slide Number Placeholder 1">
            <a:extLst>
              <a:ext uri="{FF2B5EF4-FFF2-40B4-BE49-F238E27FC236}">
                <a16:creationId xmlns:a16="http://schemas.microsoft.com/office/drawing/2014/main" id="{F285676A-05DB-8824-3874-07462F81A4B1}"/>
              </a:ext>
            </a:extLst>
          </p:cNvPr>
          <p:cNvSpPr>
            <a:spLocks noGrp="1"/>
          </p:cNvSpPr>
          <p:nvPr>
            <p:ph type="sldNum" sz="quarter" idx="12"/>
          </p:nvPr>
        </p:nvSpPr>
        <p:spPr/>
        <p:txBody>
          <a:bodyPr/>
          <a:lstStyle/>
          <a:p>
            <a:fld id="{25BA54BD-C84D-46CE-8B72-31BFB26ABA43}" type="slidenum">
              <a:rPr lang="en-IN" smtClean="0"/>
              <a:t>35</a:t>
            </a:fld>
            <a:endParaRPr lang="en-IN"/>
          </a:p>
        </p:txBody>
      </p:sp>
      <p:sp>
        <p:nvSpPr>
          <p:cNvPr id="3" name="Footer Placeholder 2">
            <a:extLst>
              <a:ext uri="{FF2B5EF4-FFF2-40B4-BE49-F238E27FC236}">
                <a16:creationId xmlns:a16="http://schemas.microsoft.com/office/drawing/2014/main" id="{3B58558B-74DC-8DE6-DDFF-BA591DCA7F2D}"/>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4287604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Subnetting</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fontScale="92500"/>
          </a:bodyPr>
          <a:lstStyle/>
          <a:p>
            <a:pPr marL="0" indent="0" algn="just">
              <a:buNone/>
            </a:pPr>
            <a:r>
              <a:rPr lang="en-IN" dirty="0"/>
              <a:t>Designing Subnets</a:t>
            </a:r>
          </a:p>
          <a:p>
            <a:pPr algn="just"/>
            <a:r>
              <a:rPr lang="en-IN" dirty="0"/>
              <a:t>The subnetworks in a network should be carefully designed to enable the routing of packets.</a:t>
            </a:r>
          </a:p>
          <a:p>
            <a:pPr algn="just"/>
            <a:r>
              <a:rPr lang="en-IN" dirty="0"/>
              <a:t>We assume the total number of addresses granted to the organization is N, the prefix length is n, the assigned number of addresses to each subnetwork is </a:t>
            </a:r>
            <a:r>
              <a:rPr lang="en-IN" dirty="0" err="1"/>
              <a:t>N</a:t>
            </a:r>
            <a:r>
              <a:rPr lang="en-IN" baseline="-25000" dirty="0" err="1"/>
              <a:t>sub</a:t>
            </a:r>
            <a:r>
              <a:rPr lang="en-IN" dirty="0"/>
              <a:t>, and the prefix length for each subnetwork is </a:t>
            </a:r>
            <a:r>
              <a:rPr lang="en-IN" dirty="0" err="1"/>
              <a:t>n</a:t>
            </a:r>
            <a:r>
              <a:rPr lang="en-IN" baseline="-25000" dirty="0" err="1"/>
              <a:t>sub</a:t>
            </a:r>
            <a:r>
              <a:rPr lang="en-IN" dirty="0"/>
              <a:t>. Then the following steps need to be carefully followed to guarantee the proper operation of the subnetworks.</a:t>
            </a:r>
          </a:p>
          <a:p>
            <a:pPr lvl="1" algn="just"/>
            <a:r>
              <a:rPr lang="en-IN" dirty="0"/>
              <a:t>The number of addresses in each subnetwork should be a power of 2.</a:t>
            </a:r>
          </a:p>
          <a:p>
            <a:pPr lvl="1" algn="just"/>
            <a:r>
              <a:rPr lang="en-IN" dirty="0"/>
              <a:t>The prefix length for each subnetwork should be found using the following formula:          </a:t>
            </a:r>
            <a:r>
              <a:rPr lang="en-IN" dirty="0" err="1"/>
              <a:t>n</a:t>
            </a:r>
            <a:r>
              <a:rPr lang="en-IN" baseline="-25000" dirty="0" err="1"/>
              <a:t>sub</a:t>
            </a:r>
            <a:r>
              <a:rPr lang="en-IN" dirty="0"/>
              <a:t> = 32 − log</a:t>
            </a:r>
            <a:r>
              <a:rPr lang="en-IN" baseline="-25000" dirty="0"/>
              <a:t>2</a:t>
            </a:r>
            <a:r>
              <a:rPr lang="en-IN" dirty="0"/>
              <a:t>N</a:t>
            </a:r>
            <a:r>
              <a:rPr lang="en-IN" baseline="-25000" dirty="0"/>
              <a:t>sub</a:t>
            </a:r>
          </a:p>
          <a:p>
            <a:pPr lvl="1" algn="just"/>
            <a:r>
              <a:rPr lang="en-IN" dirty="0"/>
              <a:t>The starting address in each subnetwork should be divisible by the number of addresses in that subnetwork. This can be achieved if we first assign addresses to larger subnetworks.</a:t>
            </a:r>
          </a:p>
        </p:txBody>
      </p:sp>
      <p:sp>
        <p:nvSpPr>
          <p:cNvPr id="2" name="Slide Number Placeholder 1">
            <a:extLst>
              <a:ext uri="{FF2B5EF4-FFF2-40B4-BE49-F238E27FC236}">
                <a16:creationId xmlns:a16="http://schemas.microsoft.com/office/drawing/2014/main" id="{6A542C2B-102F-254E-464B-F1DD793CA83F}"/>
              </a:ext>
            </a:extLst>
          </p:cNvPr>
          <p:cNvSpPr>
            <a:spLocks noGrp="1"/>
          </p:cNvSpPr>
          <p:nvPr>
            <p:ph type="sldNum" sz="quarter" idx="12"/>
          </p:nvPr>
        </p:nvSpPr>
        <p:spPr/>
        <p:txBody>
          <a:bodyPr/>
          <a:lstStyle/>
          <a:p>
            <a:fld id="{25BA54BD-C84D-46CE-8B72-31BFB26ABA43}" type="slidenum">
              <a:rPr lang="en-IN" smtClean="0"/>
              <a:t>36</a:t>
            </a:fld>
            <a:endParaRPr lang="en-IN"/>
          </a:p>
        </p:txBody>
      </p:sp>
      <p:sp>
        <p:nvSpPr>
          <p:cNvPr id="3" name="Footer Placeholder 2">
            <a:extLst>
              <a:ext uri="{FF2B5EF4-FFF2-40B4-BE49-F238E27FC236}">
                <a16:creationId xmlns:a16="http://schemas.microsoft.com/office/drawing/2014/main" id="{CDCE5170-13F2-BD20-7A08-E46D3549B56F}"/>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1054328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Subnetting</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a:bodyPr>
          <a:lstStyle/>
          <a:p>
            <a:pPr marL="0" indent="0" algn="just">
              <a:buNone/>
            </a:pPr>
            <a:r>
              <a:rPr lang="en-IN" dirty="0"/>
              <a:t>Finding information about each subnetwork</a:t>
            </a:r>
          </a:p>
          <a:p>
            <a:pPr algn="just"/>
            <a:r>
              <a:rPr lang="en-IN" dirty="0"/>
              <a:t>After designing the subnetworks, the information about each subnetwork, such as first and last address, can be found using the process we described to find the information about each network in the Internet.</a:t>
            </a:r>
          </a:p>
        </p:txBody>
      </p:sp>
      <p:pic>
        <p:nvPicPr>
          <p:cNvPr id="3" name="Picture 2">
            <a:extLst>
              <a:ext uri="{FF2B5EF4-FFF2-40B4-BE49-F238E27FC236}">
                <a16:creationId xmlns:a16="http://schemas.microsoft.com/office/drawing/2014/main" id="{3648B174-1E86-453F-D423-0542208B7EBB}"/>
              </a:ext>
            </a:extLst>
          </p:cNvPr>
          <p:cNvPicPr>
            <a:picLocks noChangeAspect="1"/>
          </p:cNvPicPr>
          <p:nvPr/>
        </p:nvPicPr>
        <p:blipFill rotWithShape="1">
          <a:blip r:embed="rId2"/>
          <a:srcRect l="37003" t="50000" r="17508" b="12191"/>
          <a:stretch/>
        </p:blipFill>
        <p:spPr>
          <a:xfrm>
            <a:off x="3070076" y="3645788"/>
            <a:ext cx="6360002" cy="2808312"/>
          </a:xfrm>
          <a:prstGeom prst="rect">
            <a:avLst/>
          </a:prstGeom>
        </p:spPr>
      </p:pic>
      <p:sp>
        <p:nvSpPr>
          <p:cNvPr id="4" name="Slide Number Placeholder 3">
            <a:extLst>
              <a:ext uri="{FF2B5EF4-FFF2-40B4-BE49-F238E27FC236}">
                <a16:creationId xmlns:a16="http://schemas.microsoft.com/office/drawing/2014/main" id="{40158015-1B21-B416-D6D7-909C7987938A}"/>
              </a:ext>
            </a:extLst>
          </p:cNvPr>
          <p:cNvSpPr>
            <a:spLocks noGrp="1"/>
          </p:cNvSpPr>
          <p:nvPr>
            <p:ph type="sldNum" sz="quarter" idx="12"/>
          </p:nvPr>
        </p:nvSpPr>
        <p:spPr/>
        <p:txBody>
          <a:bodyPr/>
          <a:lstStyle/>
          <a:p>
            <a:fld id="{25BA54BD-C84D-46CE-8B72-31BFB26ABA43}" type="slidenum">
              <a:rPr lang="en-IN" smtClean="0"/>
              <a:t>37</a:t>
            </a:fld>
            <a:endParaRPr lang="en-IN"/>
          </a:p>
        </p:txBody>
      </p:sp>
      <p:sp>
        <p:nvSpPr>
          <p:cNvPr id="6" name="Footer Placeholder 5">
            <a:extLst>
              <a:ext uri="{FF2B5EF4-FFF2-40B4-BE49-F238E27FC236}">
                <a16:creationId xmlns:a16="http://schemas.microsoft.com/office/drawing/2014/main" id="{A5E275AA-03FA-EBFC-9C6A-9E450FF66868}"/>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549979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B2818-CF7C-46BE-163D-5E0C387E6C1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BE4A42EC-86CC-A2F0-5675-F053185FE0F5}"/>
              </a:ext>
            </a:extLst>
          </p:cNvPr>
          <p:cNvSpPr>
            <a:spLocks noGrp="1"/>
          </p:cNvSpPr>
          <p:nvPr>
            <p:ph idx="1"/>
          </p:nvPr>
        </p:nvSpPr>
        <p:spPr>
          <a:xfrm>
            <a:off x="1522414" y="1905000"/>
            <a:ext cx="10116614" cy="4267200"/>
          </a:xfrm>
        </p:spPr>
        <p:txBody>
          <a:bodyPr>
            <a:normAutofit/>
          </a:bodyPr>
          <a:lstStyle/>
          <a:p>
            <a:pPr algn="just"/>
            <a:r>
              <a:rPr lang="en-IN" sz="2800" dirty="0">
                <a:solidFill>
                  <a:srgbClr val="FFFF00"/>
                </a:solidFill>
              </a:rPr>
              <a:t>An organization is granted a block of addresses with the beginning address 14.24.74.0/24. The organization needs to have 3 subblocks of addresses to use in its three subnets: one subblock of 10 addresses, one subblock of 60 addresses, and one subblock of 120 addresses. Design the subblocks. Find First and last address of each subblock.</a:t>
            </a:r>
          </a:p>
        </p:txBody>
      </p:sp>
      <p:sp>
        <p:nvSpPr>
          <p:cNvPr id="4" name="Footer Placeholder 3">
            <a:extLst>
              <a:ext uri="{FF2B5EF4-FFF2-40B4-BE49-F238E27FC236}">
                <a16:creationId xmlns:a16="http://schemas.microsoft.com/office/drawing/2014/main" id="{4346266B-5F53-A31B-5E63-11F3888AD2F4}"/>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
        <p:nvSpPr>
          <p:cNvPr id="5" name="Slide Number Placeholder 4">
            <a:extLst>
              <a:ext uri="{FF2B5EF4-FFF2-40B4-BE49-F238E27FC236}">
                <a16:creationId xmlns:a16="http://schemas.microsoft.com/office/drawing/2014/main" id="{72F4980B-E2DC-3869-6198-05899B93DEBE}"/>
              </a:ext>
            </a:extLst>
          </p:cNvPr>
          <p:cNvSpPr>
            <a:spLocks noGrp="1"/>
          </p:cNvSpPr>
          <p:nvPr>
            <p:ph type="sldNum" sz="quarter" idx="12"/>
          </p:nvPr>
        </p:nvSpPr>
        <p:spPr/>
        <p:txBody>
          <a:bodyPr/>
          <a:lstStyle/>
          <a:p>
            <a:fld id="{25BA54BD-C84D-46CE-8B72-31BFB26ABA43}" type="slidenum">
              <a:rPr lang="en-IN" smtClean="0"/>
              <a:t>38</a:t>
            </a:fld>
            <a:endParaRPr lang="en-IN" dirty="0"/>
          </a:p>
        </p:txBody>
      </p:sp>
    </p:spTree>
    <p:extLst>
      <p:ext uri="{BB962C8B-B14F-4D97-AF65-F5344CB8AC3E}">
        <p14:creationId xmlns:p14="http://schemas.microsoft.com/office/powerpoint/2010/main" val="2300371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Address Aggregation</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a:bodyPr>
          <a:lstStyle/>
          <a:p>
            <a:pPr algn="just"/>
            <a:r>
              <a:rPr lang="en-IN" dirty="0"/>
              <a:t>One of the advantages of the CIDR strategy is address aggregation (sometimes called address summarization or route summarization).</a:t>
            </a:r>
          </a:p>
          <a:p>
            <a:pPr algn="just"/>
            <a:r>
              <a:rPr lang="en-IN" dirty="0"/>
              <a:t>When blocks of addresses are combined to create a larger block, routing can be done based on the prefix of the larger block.</a:t>
            </a:r>
          </a:p>
          <a:p>
            <a:pPr algn="just"/>
            <a:r>
              <a:rPr lang="en-IN" dirty="0"/>
              <a:t>ICANN assigns a large block of addresses to an ISP. Each ISP in turn divides its assigned block into smaller subblocks and grants the subblocks to its customers.</a:t>
            </a:r>
          </a:p>
        </p:txBody>
      </p:sp>
      <p:sp>
        <p:nvSpPr>
          <p:cNvPr id="2" name="Slide Number Placeholder 1">
            <a:extLst>
              <a:ext uri="{FF2B5EF4-FFF2-40B4-BE49-F238E27FC236}">
                <a16:creationId xmlns:a16="http://schemas.microsoft.com/office/drawing/2014/main" id="{BB240BF0-9E9A-C8FF-9FD3-50107AAF38C9}"/>
              </a:ext>
            </a:extLst>
          </p:cNvPr>
          <p:cNvSpPr>
            <a:spLocks noGrp="1"/>
          </p:cNvSpPr>
          <p:nvPr>
            <p:ph type="sldNum" sz="quarter" idx="12"/>
          </p:nvPr>
        </p:nvSpPr>
        <p:spPr/>
        <p:txBody>
          <a:bodyPr/>
          <a:lstStyle/>
          <a:p>
            <a:fld id="{25BA54BD-C84D-46CE-8B72-31BFB26ABA43}" type="slidenum">
              <a:rPr lang="en-IN" smtClean="0"/>
              <a:t>39</a:t>
            </a:fld>
            <a:endParaRPr lang="en-IN"/>
          </a:p>
        </p:txBody>
      </p:sp>
      <p:sp>
        <p:nvSpPr>
          <p:cNvPr id="3" name="Footer Placeholder 2">
            <a:extLst>
              <a:ext uri="{FF2B5EF4-FFF2-40B4-BE49-F238E27FC236}">
                <a16:creationId xmlns:a16="http://schemas.microsoft.com/office/drawing/2014/main" id="{F21518EC-BD4B-B0E4-EB14-18C8D137F815}"/>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307731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Address Aggregation</a:t>
            </a:r>
          </a:p>
        </p:txBody>
      </p:sp>
      <p:pic>
        <p:nvPicPr>
          <p:cNvPr id="3" name="Content Placeholder 2">
            <a:extLst>
              <a:ext uri="{FF2B5EF4-FFF2-40B4-BE49-F238E27FC236}">
                <a16:creationId xmlns:a16="http://schemas.microsoft.com/office/drawing/2014/main" id="{8C401F93-E4E0-B028-D3FF-10C6EFA1E6D2}"/>
              </a:ext>
            </a:extLst>
          </p:cNvPr>
          <p:cNvPicPr>
            <a:picLocks noGrp="1" noChangeAspect="1"/>
          </p:cNvPicPr>
          <p:nvPr>
            <p:ph sz="half" idx="2"/>
          </p:nvPr>
        </p:nvPicPr>
        <p:blipFill rotWithShape="1">
          <a:blip r:embed="rId2"/>
          <a:srcRect l="35070" t="38257" r="19512" b="22161"/>
          <a:stretch/>
        </p:blipFill>
        <p:spPr>
          <a:xfrm>
            <a:off x="1629915" y="1916832"/>
            <a:ext cx="9798849" cy="4536504"/>
          </a:xfrm>
        </p:spPr>
      </p:pic>
      <p:sp>
        <p:nvSpPr>
          <p:cNvPr id="4" name="Slide Number Placeholder 3">
            <a:extLst>
              <a:ext uri="{FF2B5EF4-FFF2-40B4-BE49-F238E27FC236}">
                <a16:creationId xmlns:a16="http://schemas.microsoft.com/office/drawing/2014/main" id="{630C2C7F-0F93-C02B-67FF-CD248FA90AD2}"/>
              </a:ext>
            </a:extLst>
          </p:cNvPr>
          <p:cNvSpPr>
            <a:spLocks noGrp="1"/>
          </p:cNvSpPr>
          <p:nvPr>
            <p:ph type="sldNum" sz="quarter" idx="12"/>
          </p:nvPr>
        </p:nvSpPr>
        <p:spPr/>
        <p:txBody>
          <a:bodyPr/>
          <a:lstStyle/>
          <a:p>
            <a:fld id="{25BA54BD-C84D-46CE-8B72-31BFB26ABA43}" type="slidenum">
              <a:rPr lang="en-IN" smtClean="0"/>
              <a:t>40</a:t>
            </a:fld>
            <a:endParaRPr lang="en-IN"/>
          </a:p>
        </p:txBody>
      </p:sp>
      <p:sp>
        <p:nvSpPr>
          <p:cNvPr id="6" name="Footer Placeholder 5">
            <a:extLst>
              <a:ext uri="{FF2B5EF4-FFF2-40B4-BE49-F238E27FC236}">
                <a16:creationId xmlns:a16="http://schemas.microsoft.com/office/drawing/2014/main" id="{332806FE-253D-935F-C1D2-B3E264344460}"/>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632118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Special Addresses</a:t>
            </a:r>
          </a:p>
        </p:txBody>
      </p:sp>
      <p:graphicFrame>
        <p:nvGraphicFramePr>
          <p:cNvPr id="18" name="Content Placeholder 17">
            <a:extLst>
              <a:ext uri="{FF2B5EF4-FFF2-40B4-BE49-F238E27FC236}">
                <a16:creationId xmlns:a16="http://schemas.microsoft.com/office/drawing/2014/main" id="{FFEB2B38-DD80-77E3-7AF0-EEFE6DE32B40}"/>
              </a:ext>
            </a:extLst>
          </p:cNvPr>
          <p:cNvGraphicFramePr>
            <a:graphicFrameLocks noGrp="1"/>
          </p:cNvGraphicFramePr>
          <p:nvPr>
            <p:ph sz="half" idx="2"/>
            <p:extLst>
              <p:ext uri="{D42A27DB-BD31-4B8C-83A1-F6EECF244321}">
                <p14:modId xmlns:p14="http://schemas.microsoft.com/office/powerpoint/2010/main" val="1357592628"/>
              </p:ext>
            </p:extLst>
          </p:nvPr>
        </p:nvGraphicFramePr>
        <p:xfrm>
          <a:off x="657808" y="1070186"/>
          <a:ext cx="10873208" cy="5479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9" name="Slide Number Placeholder 18">
            <a:extLst>
              <a:ext uri="{FF2B5EF4-FFF2-40B4-BE49-F238E27FC236}">
                <a16:creationId xmlns:a16="http://schemas.microsoft.com/office/drawing/2014/main" id="{140C2BDE-901D-23D5-D816-B8347F5D2EF6}"/>
              </a:ext>
            </a:extLst>
          </p:cNvPr>
          <p:cNvSpPr>
            <a:spLocks noGrp="1"/>
          </p:cNvSpPr>
          <p:nvPr>
            <p:ph type="sldNum" sz="quarter" idx="12"/>
          </p:nvPr>
        </p:nvSpPr>
        <p:spPr/>
        <p:txBody>
          <a:bodyPr/>
          <a:lstStyle/>
          <a:p>
            <a:fld id="{25BA54BD-C84D-46CE-8B72-31BFB26ABA43}" type="slidenum">
              <a:rPr lang="en-IN" smtClean="0"/>
              <a:t>41</a:t>
            </a:fld>
            <a:endParaRPr lang="en-IN"/>
          </a:p>
        </p:txBody>
      </p:sp>
      <p:sp>
        <p:nvSpPr>
          <p:cNvPr id="20" name="Footer Placeholder 19">
            <a:extLst>
              <a:ext uri="{FF2B5EF4-FFF2-40B4-BE49-F238E27FC236}">
                <a16:creationId xmlns:a16="http://schemas.microsoft.com/office/drawing/2014/main" id="{9BDFF3DF-2599-4F2B-E4CB-2454F302B8FA}"/>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553847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Network Address Translation</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1"/>
          </p:nvPr>
        </p:nvSpPr>
        <p:spPr>
          <a:xfrm>
            <a:off x="693812" y="1772816"/>
            <a:ext cx="4680520" cy="4536504"/>
          </a:xfrm>
        </p:spPr>
        <p:txBody>
          <a:bodyPr>
            <a:normAutofit/>
          </a:bodyPr>
          <a:lstStyle/>
          <a:p>
            <a:pPr algn="just"/>
            <a:r>
              <a:rPr lang="en-IN" sz="1900" dirty="0"/>
              <a:t>A technology that can provide the mapping between the private and universal addresses is known as Network Address Translation (NAT).</a:t>
            </a:r>
          </a:p>
          <a:p>
            <a:pPr algn="just"/>
            <a:r>
              <a:rPr lang="en-IN" sz="1900" dirty="0"/>
              <a:t>The technology allows a site to use a set of private addresses for internal communication and a set of global Internet addresses (at least one) for communication with the rest of the world.</a:t>
            </a:r>
          </a:p>
          <a:p>
            <a:pPr algn="just"/>
            <a:r>
              <a:rPr lang="en-IN" sz="1900" dirty="0"/>
              <a:t>The site must have only one connection to the global Internet through a NAT-capable router that runs NAT software.</a:t>
            </a:r>
          </a:p>
        </p:txBody>
      </p:sp>
      <p:pic>
        <p:nvPicPr>
          <p:cNvPr id="2" name="Content Placeholder 2">
            <a:extLst>
              <a:ext uri="{FF2B5EF4-FFF2-40B4-BE49-F238E27FC236}">
                <a16:creationId xmlns:a16="http://schemas.microsoft.com/office/drawing/2014/main" id="{985149BE-4CD9-66DD-8B6A-3DA7DD2D1972}"/>
              </a:ext>
            </a:extLst>
          </p:cNvPr>
          <p:cNvPicPr>
            <a:picLocks noChangeAspect="1"/>
          </p:cNvPicPr>
          <p:nvPr/>
        </p:nvPicPr>
        <p:blipFill rotWithShape="1">
          <a:blip r:embed="rId2"/>
          <a:srcRect l="33857" t="33508" r="23667" b="34828"/>
          <a:stretch/>
        </p:blipFill>
        <p:spPr>
          <a:xfrm>
            <a:off x="5790389" y="2299916"/>
            <a:ext cx="5688633" cy="2258168"/>
          </a:xfrm>
          <a:prstGeom prst="rect">
            <a:avLst/>
          </a:prstGeom>
          <a:noFill/>
        </p:spPr>
      </p:pic>
      <p:sp>
        <p:nvSpPr>
          <p:cNvPr id="3" name="Slide Number Placeholder 2">
            <a:extLst>
              <a:ext uri="{FF2B5EF4-FFF2-40B4-BE49-F238E27FC236}">
                <a16:creationId xmlns:a16="http://schemas.microsoft.com/office/drawing/2014/main" id="{00958C83-FD76-F7EF-2C73-8946A98710EB}"/>
              </a:ext>
            </a:extLst>
          </p:cNvPr>
          <p:cNvSpPr>
            <a:spLocks noGrp="1"/>
          </p:cNvSpPr>
          <p:nvPr>
            <p:ph type="sldNum" sz="quarter" idx="12"/>
          </p:nvPr>
        </p:nvSpPr>
        <p:spPr/>
        <p:txBody>
          <a:bodyPr/>
          <a:lstStyle/>
          <a:p>
            <a:fld id="{25BA54BD-C84D-46CE-8B72-31BFB26ABA43}" type="slidenum">
              <a:rPr lang="en-IN" smtClean="0"/>
              <a:t>42</a:t>
            </a:fld>
            <a:endParaRPr lang="en-IN"/>
          </a:p>
        </p:txBody>
      </p:sp>
      <p:sp>
        <p:nvSpPr>
          <p:cNvPr id="4" name="Footer Placeholder 3">
            <a:extLst>
              <a:ext uri="{FF2B5EF4-FFF2-40B4-BE49-F238E27FC236}">
                <a16:creationId xmlns:a16="http://schemas.microsoft.com/office/drawing/2014/main" id="{5F5448F0-A0A6-4126-DA09-3FB3C604C1D2}"/>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1508983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Address Translation (NAT)</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a:bodyPr>
          <a:lstStyle/>
          <a:p>
            <a:pPr algn="just"/>
            <a:r>
              <a:rPr lang="en-IN" dirty="0"/>
              <a:t>All of the outgoing packets go through the NAT router, which replaces the source address in the packet with the global NAT address.</a:t>
            </a:r>
          </a:p>
          <a:p>
            <a:pPr algn="just"/>
            <a:r>
              <a:rPr lang="en-IN" dirty="0"/>
              <a:t>All incoming packets also pass through the NAT router, which replaces the destination address in the packet (the NAT router global address) with the appropriate private address.</a:t>
            </a:r>
          </a:p>
        </p:txBody>
      </p:sp>
      <p:pic>
        <p:nvPicPr>
          <p:cNvPr id="3" name="Picture 2">
            <a:extLst>
              <a:ext uri="{FF2B5EF4-FFF2-40B4-BE49-F238E27FC236}">
                <a16:creationId xmlns:a16="http://schemas.microsoft.com/office/drawing/2014/main" id="{41513C09-FBA4-301D-5C47-D573774D9967}"/>
              </a:ext>
            </a:extLst>
          </p:cNvPr>
          <p:cNvPicPr>
            <a:picLocks noChangeAspect="1"/>
          </p:cNvPicPr>
          <p:nvPr/>
        </p:nvPicPr>
        <p:blipFill rotWithShape="1">
          <a:blip r:embed="rId2"/>
          <a:srcRect l="33458" t="44440" r="18099" b="27759"/>
          <a:stretch/>
        </p:blipFill>
        <p:spPr>
          <a:xfrm>
            <a:off x="2303446" y="4005064"/>
            <a:ext cx="8266520" cy="2520280"/>
          </a:xfrm>
          <a:prstGeom prst="rect">
            <a:avLst/>
          </a:prstGeom>
        </p:spPr>
      </p:pic>
      <p:sp>
        <p:nvSpPr>
          <p:cNvPr id="4" name="Slide Number Placeholder 3">
            <a:extLst>
              <a:ext uri="{FF2B5EF4-FFF2-40B4-BE49-F238E27FC236}">
                <a16:creationId xmlns:a16="http://schemas.microsoft.com/office/drawing/2014/main" id="{6FD26728-1079-2557-D985-11FDF9FF704F}"/>
              </a:ext>
            </a:extLst>
          </p:cNvPr>
          <p:cNvSpPr>
            <a:spLocks noGrp="1"/>
          </p:cNvSpPr>
          <p:nvPr>
            <p:ph type="sldNum" sz="quarter" idx="12"/>
          </p:nvPr>
        </p:nvSpPr>
        <p:spPr/>
        <p:txBody>
          <a:bodyPr/>
          <a:lstStyle/>
          <a:p>
            <a:fld id="{25BA54BD-C84D-46CE-8B72-31BFB26ABA43}" type="slidenum">
              <a:rPr lang="en-IN" smtClean="0"/>
              <a:t>43</a:t>
            </a:fld>
            <a:endParaRPr lang="en-IN"/>
          </a:p>
        </p:txBody>
      </p:sp>
      <p:sp>
        <p:nvSpPr>
          <p:cNvPr id="6" name="Footer Placeholder 5">
            <a:extLst>
              <a:ext uri="{FF2B5EF4-FFF2-40B4-BE49-F238E27FC236}">
                <a16:creationId xmlns:a16="http://schemas.microsoft.com/office/drawing/2014/main" id="{6DCB7EFF-8D41-69F4-43BF-8DC97F3C1C62}"/>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87044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Translation Table (NAT)</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a:bodyPr>
          <a:lstStyle/>
          <a:p>
            <a:pPr algn="just"/>
            <a:r>
              <a:rPr lang="en-IN" dirty="0"/>
              <a:t>The reader may have noticed that translating the source addresses for an outgoing packet is straightforward. But how does the NAT router know the destination address for a packet coming from the Internet?</a:t>
            </a:r>
          </a:p>
          <a:p>
            <a:pPr algn="just"/>
            <a:r>
              <a:rPr lang="en-IN" dirty="0"/>
              <a:t>There may be tens or hundreds of private IP addresses, each belonging to one specific host. The problem is solved if the NAT router has a translation table.</a:t>
            </a:r>
          </a:p>
        </p:txBody>
      </p:sp>
      <p:sp>
        <p:nvSpPr>
          <p:cNvPr id="2" name="Slide Number Placeholder 1">
            <a:extLst>
              <a:ext uri="{FF2B5EF4-FFF2-40B4-BE49-F238E27FC236}">
                <a16:creationId xmlns:a16="http://schemas.microsoft.com/office/drawing/2014/main" id="{113D14DD-84A2-E267-7CCC-C367D3D430C4}"/>
              </a:ext>
            </a:extLst>
          </p:cNvPr>
          <p:cNvSpPr>
            <a:spLocks noGrp="1"/>
          </p:cNvSpPr>
          <p:nvPr>
            <p:ph type="sldNum" sz="quarter" idx="12"/>
          </p:nvPr>
        </p:nvSpPr>
        <p:spPr/>
        <p:txBody>
          <a:bodyPr/>
          <a:lstStyle/>
          <a:p>
            <a:fld id="{25BA54BD-C84D-46CE-8B72-31BFB26ABA43}" type="slidenum">
              <a:rPr lang="en-IN" smtClean="0"/>
              <a:t>44</a:t>
            </a:fld>
            <a:endParaRPr lang="en-IN"/>
          </a:p>
        </p:txBody>
      </p:sp>
      <p:sp>
        <p:nvSpPr>
          <p:cNvPr id="4" name="Footer Placeholder 3">
            <a:extLst>
              <a:ext uri="{FF2B5EF4-FFF2-40B4-BE49-F238E27FC236}">
                <a16:creationId xmlns:a16="http://schemas.microsoft.com/office/drawing/2014/main" id="{7B56AD30-4A45-6D43-6C4F-AB84C9CF5B7D}"/>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428188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Using One IP Address (NAT)</a:t>
            </a:r>
          </a:p>
        </p:txBody>
      </p:sp>
      <p:pic>
        <p:nvPicPr>
          <p:cNvPr id="3" name="Content Placeholder 2">
            <a:extLst>
              <a:ext uri="{FF2B5EF4-FFF2-40B4-BE49-F238E27FC236}">
                <a16:creationId xmlns:a16="http://schemas.microsoft.com/office/drawing/2014/main" id="{F3ACC940-2EFE-B2D6-7F2A-A6E19BF0F71A}"/>
              </a:ext>
            </a:extLst>
          </p:cNvPr>
          <p:cNvPicPr>
            <a:picLocks noGrp="1" noChangeAspect="1"/>
          </p:cNvPicPr>
          <p:nvPr>
            <p:ph sz="half" idx="2"/>
          </p:nvPr>
        </p:nvPicPr>
        <p:blipFill rotWithShape="1">
          <a:blip r:embed="rId2"/>
          <a:srcRect l="36752" t="28758" r="19512" b="25329"/>
          <a:stretch/>
        </p:blipFill>
        <p:spPr>
          <a:xfrm>
            <a:off x="2422004" y="1916832"/>
            <a:ext cx="7747068" cy="4320480"/>
          </a:xfrm>
        </p:spPr>
      </p:pic>
      <p:sp>
        <p:nvSpPr>
          <p:cNvPr id="4" name="Slide Number Placeholder 3">
            <a:extLst>
              <a:ext uri="{FF2B5EF4-FFF2-40B4-BE49-F238E27FC236}">
                <a16:creationId xmlns:a16="http://schemas.microsoft.com/office/drawing/2014/main" id="{F8DD4ECC-52C4-BF28-6CD1-43C631E34C3C}"/>
              </a:ext>
            </a:extLst>
          </p:cNvPr>
          <p:cNvSpPr>
            <a:spLocks noGrp="1"/>
          </p:cNvSpPr>
          <p:nvPr>
            <p:ph type="sldNum" sz="quarter" idx="12"/>
          </p:nvPr>
        </p:nvSpPr>
        <p:spPr/>
        <p:txBody>
          <a:bodyPr/>
          <a:lstStyle/>
          <a:p>
            <a:fld id="{25BA54BD-C84D-46CE-8B72-31BFB26ABA43}" type="slidenum">
              <a:rPr lang="en-IN" smtClean="0"/>
              <a:t>45</a:t>
            </a:fld>
            <a:endParaRPr lang="en-IN"/>
          </a:p>
        </p:txBody>
      </p:sp>
      <p:sp>
        <p:nvSpPr>
          <p:cNvPr id="6" name="Footer Placeholder 5">
            <a:extLst>
              <a:ext uri="{FF2B5EF4-FFF2-40B4-BE49-F238E27FC236}">
                <a16:creationId xmlns:a16="http://schemas.microsoft.com/office/drawing/2014/main" id="{3642CBD0-0B4C-3B0C-CE97-958B83CCBB63}"/>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281022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Using One IP Address (NAT)</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a:bodyPr>
          <a:lstStyle/>
          <a:p>
            <a:pPr algn="just"/>
            <a:r>
              <a:rPr lang="en-IN" dirty="0"/>
              <a:t>In its simplest form, a translation table has only two columns: </a:t>
            </a:r>
          </a:p>
          <a:p>
            <a:pPr lvl="1" algn="just"/>
            <a:r>
              <a:rPr lang="en-IN" dirty="0"/>
              <a:t>the private address </a:t>
            </a:r>
          </a:p>
          <a:p>
            <a:pPr lvl="1" algn="just"/>
            <a:r>
              <a:rPr lang="en-IN" dirty="0"/>
              <a:t>and the external address (destination address of the packet).</a:t>
            </a:r>
          </a:p>
          <a:p>
            <a:pPr algn="just"/>
            <a:r>
              <a:rPr lang="en-IN" dirty="0"/>
              <a:t>When the router translates the source address of the outgoing packet, it also makes note of the destination address— where the packet is going.</a:t>
            </a:r>
          </a:p>
          <a:p>
            <a:pPr algn="just"/>
            <a:r>
              <a:rPr lang="en-IN" dirty="0"/>
              <a:t>When the response comes back from the destination, the router uses the source address of the packet (as the external address) to find the private address of the packet.</a:t>
            </a:r>
          </a:p>
        </p:txBody>
      </p:sp>
      <p:sp>
        <p:nvSpPr>
          <p:cNvPr id="2" name="Slide Number Placeholder 1">
            <a:extLst>
              <a:ext uri="{FF2B5EF4-FFF2-40B4-BE49-F238E27FC236}">
                <a16:creationId xmlns:a16="http://schemas.microsoft.com/office/drawing/2014/main" id="{DAE9EEA0-7FFB-6C45-CC94-B8E922E88343}"/>
              </a:ext>
            </a:extLst>
          </p:cNvPr>
          <p:cNvSpPr>
            <a:spLocks noGrp="1"/>
          </p:cNvSpPr>
          <p:nvPr>
            <p:ph type="sldNum" sz="quarter" idx="12"/>
          </p:nvPr>
        </p:nvSpPr>
        <p:spPr/>
        <p:txBody>
          <a:bodyPr/>
          <a:lstStyle/>
          <a:p>
            <a:fld id="{25BA54BD-C84D-46CE-8B72-31BFB26ABA43}" type="slidenum">
              <a:rPr lang="en-IN" smtClean="0"/>
              <a:t>46</a:t>
            </a:fld>
            <a:endParaRPr lang="en-IN"/>
          </a:p>
        </p:txBody>
      </p:sp>
      <p:sp>
        <p:nvSpPr>
          <p:cNvPr id="3" name="Footer Placeholder 2">
            <a:extLst>
              <a:ext uri="{FF2B5EF4-FFF2-40B4-BE49-F238E27FC236}">
                <a16:creationId xmlns:a16="http://schemas.microsoft.com/office/drawing/2014/main" id="{F3896272-2DBE-62EB-1FC5-D2EFAC63D253}"/>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611578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Using a pool of IP Address (NAT)</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fontScale="92500" lnSpcReduction="20000"/>
          </a:bodyPr>
          <a:lstStyle/>
          <a:p>
            <a:pPr algn="just"/>
            <a:r>
              <a:rPr lang="en-IN" dirty="0"/>
              <a:t>The use of only one global address by the NAT router allows only one private-network host to access a given external host.</a:t>
            </a:r>
          </a:p>
          <a:p>
            <a:pPr algn="just"/>
            <a:r>
              <a:rPr lang="en-IN" dirty="0"/>
              <a:t>To remove this restriction, the NAT router can use a pool of global addresses. For example, instead of using only one global address (200.24.5.8), the NAT router can use four addresses (200.24.5.8, 200.24.5.9, 200.24.5.10, and 200.24.5.11).</a:t>
            </a:r>
          </a:p>
          <a:p>
            <a:pPr algn="just"/>
            <a:r>
              <a:rPr lang="en-IN" dirty="0"/>
              <a:t>In this case, four private-network hosts can communicate with the same external host at the same time because each pair of addresses defines a separate connection.</a:t>
            </a:r>
          </a:p>
          <a:p>
            <a:pPr algn="just"/>
            <a:r>
              <a:rPr lang="en-IN" dirty="0"/>
              <a:t>However, there are still some drawbacks. No more than four connections can be made to the same destination. No private-network host can access two external server</a:t>
            </a:r>
          </a:p>
          <a:p>
            <a:pPr algn="just"/>
            <a:r>
              <a:rPr lang="en-IN" dirty="0"/>
              <a:t>programs (e.g., HTTP and TELNET) at the same time. And, likewise, two private-network hosts cannot access the same external server program (e.g., HTTP or TELNET) at the same time.</a:t>
            </a:r>
          </a:p>
        </p:txBody>
      </p:sp>
      <p:sp>
        <p:nvSpPr>
          <p:cNvPr id="2" name="Slide Number Placeholder 1">
            <a:extLst>
              <a:ext uri="{FF2B5EF4-FFF2-40B4-BE49-F238E27FC236}">
                <a16:creationId xmlns:a16="http://schemas.microsoft.com/office/drawing/2014/main" id="{B3E3EA76-ACDD-757B-EC9A-31B23FDA5D9C}"/>
              </a:ext>
            </a:extLst>
          </p:cNvPr>
          <p:cNvSpPr>
            <a:spLocks noGrp="1"/>
          </p:cNvSpPr>
          <p:nvPr>
            <p:ph type="sldNum" sz="quarter" idx="12"/>
          </p:nvPr>
        </p:nvSpPr>
        <p:spPr/>
        <p:txBody>
          <a:bodyPr/>
          <a:lstStyle/>
          <a:p>
            <a:fld id="{25BA54BD-C84D-46CE-8B72-31BFB26ABA43}" type="slidenum">
              <a:rPr lang="en-IN" smtClean="0"/>
              <a:t>47</a:t>
            </a:fld>
            <a:endParaRPr lang="en-IN"/>
          </a:p>
        </p:txBody>
      </p:sp>
      <p:sp>
        <p:nvSpPr>
          <p:cNvPr id="3" name="Footer Placeholder 2">
            <a:extLst>
              <a:ext uri="{FF2B5EF4-FFF2-40B4-BE49-F238E27FC236}">
                <a16:creationId xmlns:a16="http://schemas.microsoft.com/office/drawing/2014/main" id="{CF7C6543-116E-2C73-543D-21BF9E1373E1}"/>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404336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Using both IP Addresses &amp; PORT addresses (NAT)</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5" y="1905000"/>
            <a:ext cx="9828582" cy="4548336"/>
          </a:xfrm>
        </p:spPr>
        <p:txBody>
          <a:bodyPr>
            <a:normAutofit/>
          </a:bodyPr>
          <a:lstStyle/>
          <a:p>
            <a:pPr algn="just"/>
            <a:r>
              <a:rPr lang="en-IN" dirty="0"/>
              <a:t>To allow a many-to-many relationship between private-network hosts and external server programs, we need more information in the translation table.</a:t>
            </a:r>
          </a:p>
          <a:p>
            <a:pPr algn="just"/>
            <a:r>
              <a:rPr lang="en-IN" dirty="0"/>
              <a:t>For example, suppose two hosts inside a private network with addresses 172.18.3.1 and 172.18.3.2 need to access the HTTP server on external host 25.8.3.2. If the translation table has five columns, instead of two, that include the source and destination port addresses and the transport-layer protocol, the ambiguity is eliminated.</a:t>
            </a:r>
          </a:p>
        </p:txBody>
      </p:sp>
      <p:pic>
        <p:nvPicPr>
          <p:cNvPr id="3" name="Picture 2">
            <a:extLst>
              <a:ext uri="{FF2B5EF4-FFF2-40B4-BE49-F238E27FC236}">
                <a16:creationId xmlns:a16="http://schemas.microsoft.com/office/drawing/2014/main" id="{F19212DE-74D1-057E-B5B2-EEE0CDBDC726}"/>
              </a:ext>
            </a:extLst>
          </p:cNvPr>
          <p:cNvPicPr>
            <a:picLocks noChangeAspect="1"/>
          </p:cNvPicPr>
          <p:nvPr/>
        </p:nvPicPr>
        <p:blipFill rotWithShape="1">
          <a:blip r:embed="rId2"/>
          <a:srcRect l="35821" t="37767" r="16326" b="38880"/>
          <a:stretch/>
        </p:blipFill>
        <p:spPr>
          <a:xfrm>
            <a:off x="3520381" y="4905745"/>
            <a:ext cx="5832649" cy="1512168"/>
          </a:xfrm>
          <a:prstGeom prst="rect">
            <a:avLst/>
          </a:prstGeom>
        </p:spPr>
      </p:pic>
      <p:sp>
        <p:nvSpPr>
          <p:cNvPr id="4" name="Slide Number Placeholder 3">
            <a:extLst>
              <a:ext uri="{FF2B5EF4-FFF2-40B4-BE49-F238E27FC236}">
                <a16:creationId xmlns:a16="http://schemas.microsoft.com/office/drawing/2014/main" id="{7166B7F0-FAD0-1A34-FDC1-5E3F881A8218}"/>
              </a:ext>
            </a:extLst>
          </p:cNvPr>
          <p:cNvSpPr>
            <a:spLocks noGrp="1"/>
          </p:cNvSpPr>
          <p:nvPr>
            <p:ph type="sldNum" sz="quarter" idx="12"/>
          </p:nvPr>
        </p:nvSpPr>
        <p:spPr/>
        <p:txBody>
          <a:bodyPr/>
          <a:lstStyle/>
          <a:p>
            <a:fld id="{25BA54BD-C84D-46CE-8B72-31BFB26ABA43}" type="slidenum">
              <a:rPr lang="en-IN" smtClean="0"/>
              <a:t>48</a:t>
            </a:fld>
            <a:endParaRPr lang="en-IN"/>
          </a:p>
        </p:txBody>
      </p:sp>
      <p:sp>
        <p:nvSpPr>
          <p:cNvPr id="6" name="Footer Placeholder 5">
            <a:extLst>
              <a:ext uri="{FF2B5EF4-FFF2-40B4-BE49-F238E27FC236}">
                <a16:creationId xmlns:a16="http://schemas.microsoft.com/office/drawing/2014/main" id="{DD6ED850-8E54-66EB-261F-98C6024F0E14}"/>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3068052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22414" y="274638"/>
            <a:ext cx="9143998" cy="1020762"/>
          </a:xfrm>
        </p:spPr>
        <p:txBody>
          <a:bodyPr anchor="b">
            <a:normAutofit/>
          </a:bodyPr>
          <a:lstStyle/>
          <a:p>
            <a:r>
              <a:rPr lang="en-US" dirty="0"/>
              <a:t>Questions</a:t>
            </a:r>
          </a:p>
        </p:txBody>
      </p:sp>
      <p:sp>
        <p:nvSpPr>
          <p:cNvPr id="5" name="Content Placeholder 4">
            <a:extLst>
              <a:ext uri="{FF2B5EF4-FFF2-40B4-BE49-F238E27FC236}">
                <a16:creationId xmlns:a16="http://schemas.microsoft.com/office/drawing/2014/main" id="{863A3775-B893-A4D3-E887-87224DE4F88F}"/>
              </a:ext>
            </a:extLst>
          </p:cNvPr>
          <p:cNvSpPr>
            <a:spLocks noGrp="1"/>
          </p:cNvSpPr>
          <p:nvPr>
            <p:ph sz="half" idx="2"/>
          </p:nvPr>
        </p:nvSpPr>
        <p:spPr>
          <a:xfrm>
            <a:off x="1522413" y="1700808"/>
            <a:ext cx="9828582" cy="4548336"/>
          </a:xfrm>
        </p:spPr>
        <p:txBody>
          <a:bodyPr>
            <a:normAutofit fontScale="92500" lnSpcReduction="20000"/>
          </a:bodyPr>
          <a:lstStyle/>
          <a:p>
            <a:pPr algn="just"/>
            <a:r>
              <a:rPr lang="en-IN" dirty="0"/>
              <a:t>Explain different notations to represent IPv4 address.</a:t>
            </a:r>
          </a:p>
          <a:p>
            <a:pPr algn="just"/>
            <a:r>
              <a:rPr lang="en-IN" dirty="0"/>
              <a:t>Explain classful addressing.</a:t>
            </a:r>
          </a:p>
          <a:p>
            <a:pPr algn="just"/>
            <a:r>
              <a:rPr lang="en-IN" dirty="0"/>
              <a:t>Explain classless addressing.</a:t>
            </a:r>
          </a:p>
          <a:p>
            <a:pPr algn="just"/>
            <a:r>
              <a:rPr lang="en-IN" dirty="0"/>
              <a:t>What is address depletion?</a:t>
            </a:r>
          </a:p>
          <a:p>
            <a:pPr algn="just"/>
            <a:r>
              <a:rPr lang="en-IN" dirty="0"/>
              <a:t>Write the advantage of classful addressing.</a:t>
            </a:r>
          </a:p>
          <a:p>
            <a:pPr algn="just"/>
            <a:r>
              <a:rPr lang="en-IN" dirty="0"/>
              <a:t>Explain prefix length: slash notation or CIDR notation.</a:t>
            </a:r>
          </a:p>
          <a:p>
            <a:pPr algn="just"/>
            <a:r>
              <a:rPr lang="en-IN" dirty="0"/>
              <a:t>List out types of special addresses.</a:t>
            </a:r>
          </a:p>
          <a:p>
            <a:pPr algn="just"/>
            <a:r>
              <a:rPr lang="en-IN" dirty="0"/>
              <a:t>Explain network address translation. </a:t>
            </a:r>
          </a:p>
          <a:p>
            <a:pPr algn="just"/>
            <a:r>
              <a:rPr lang="en-IN" dirty="0"/>
              <a:t>Explain subnetting with suitable example</a:t>
            </a:r>
          </a:p>
          <a:p>
            <a:pPr algn="just"/>
            <a:r>
              <a:rPr lang="en-IN" dirty="0"/>
              <a:t>Explain address aggregation with suitable example.</a:t>
            </a:r>
          </a:p>
        </p:txBody>
      </p:sp>
      <p:sp>
        <p:nvSpPr>
          <p:cNvPr id="4" name="Slide Number Placeholder 3">
            <a:extLst>
              <a:ext uri="{FF2B5EF4-FFF2-40B4-BE49-F238E27FC236}">
                <a16:creationId xmlns:a16="http://schemas.microsoft.com/office/drawing/2014/main" id="{7166B7F0-FAD0-1A34-FDC1-5E3F881A8218}"/>
              </a:ext>
            </a:extLst>
          </p:cNvPr>
          <p:cNvSpPr>
            <a:spLocks noGrp="1"/>
          </p:cNvSpPr>
          <p:nvPr>
            <p:ph type="sldNum" sz="quarter" idx="12"/>
          </p:nvPr>
        </p:nvSpPr>
        <p:spPr/>
        <p:txBody>
          <a:bodyPr/>
          <a:lstStyle/>
          <a:p>
            <a:fld id="{25BA54BD-C84D-46CE-8B72-31BFB26ABA43}" type="slidenum">
              <a:rPr lang="en-IN" smtClean="0"/>
              <a:t>49</a:t>
            </a:fld>
            <a:endParaRPr lang="en-IN"/>
          </a:p>
        </p:txBody>
      </p:sp>
      <p:sp>
        <p:nvSpPr>
          <p:cNvPr id="6" name="Footer Placeholder 5">
            <a:extLst>
              <a:ext uri="{FF2B5EF4-FFF2-40B4-BE49-F238E27FC236}">
                <a16:creationId xmlns:a16="http://schemas.microsoft.com/office/drawing/2014/main" id="{DD6ED850-8E54-66EB-261F-98C6024F0E14}"/>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3296368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CEA67-3E49-4E7D-7A98-16AF0A7AE2D0}"/>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628D34CA-3057-3B29-235C-391804E572D6}"/>
              </a:ext>
            </a:extLst>
          </p:cNvPr>
          <p:cNvSpPr>
            <a:spLocks noGrp="1"/>
          </p:cNvSpPr>
          <p:nvPr>
            <p:ph idx="1"/>
          </p:nvPr>
        </p:nvSpPr>
        <p:spPr>
          <a:xfrm>
            <a:off x="1522414" y="1905000"/>
            <a:ext cx="9972598" cy="4267200"/>
          </a:xfrm>
        </p:spPr>
        <p:txBody>
          <a:bodyPr/>
          <a:lstStyle/>
          <a:p>
            <a:r>
              <a:rPr lang="en-IN" dirty="0"/>
              <a:t>Data Communication and Networking, Fifth Edition, BEHROUZ A. FOROUZAN</a:t>
            </a:r>
          </a:p>
          <a:p>
            <a:r>
              <a:rPr lang="en-IN" dirty="0"/>
              <a:t>Data Communication and Networking, Fourth Edition, BEHROUZAN A. FOROUZA</a:t>
            </a:r>
          </a:p>
          <a:p>
            <a:r>
              <a:rPr lang="en-IN" dirty="0"/>
              <a:t>https://www.geeksforgeeks.org/introduction-of-classful-ip-addressing/</a:t>
            </a:r>
          </a:p>
        </p:txBody>
      </p:sp>
      <p:sp>
        <p:nvSpPr>
          <p:cNvPr id="4" name="Slide Number Placeholder 3">
            <a:extLst>
              <a:ext uri="{FF2B5EF4-FFF2-40B4-BE49-F238E27FC236}">
                <a16:creationId xmlns:a16="http://schemas.microsoft.com/office/drawing/2014/main" id="{CC2B7138-204E-E4B0-95AD-9C0A1E5E2757}"/>
              </a:ext>
            </a:extLst>
          </p:cNvPr>
          <p:cNvSpPr>
            <a:spLocks noGrp="1"/>
          </p:cNvSpPr>
          <p:nvPr>
            <p:ph type="sldNum" sz="quarter" idx="12"/>
          </p:nvPr>
        </p:nvSpPr>
        <p:spPr/>
        <p:txBody>
          <a:bodyPr/>
          <a:lstStyle/>
          <a:p>
            <a:fld id="{25BA54BD-C84D-46CE-8B72-31BFB26ABA43}" type="slidenum">
              <a:rPr lang="en-IN" smtClean="0"/>
              <a:t>50</a:t>
            </a:fld>
            <a:endParaRPr lang="en-IN" dirty="0"/>
          </a:p>
        </p:txBody>
      </p:sp>
      <p:sp>
        <p:nvSpPr>
          <p:cNvPr id="5" name="Footer Placeholder 4">
            <a:extLst>
              <a:ext uri="{FF2B5EF4-FFF2-40B4-BE49-F238E27FC236}">
                <a16:creationId xmlns:a16="http://schemas.microsoft.com/office/drawing/2014/main" id="{AFA4CB0E-E2D9-6205-4A43-3F8B6BE7281F}"/>
              </a:ext>
            </a:extLst>
          </p:cNvPr>
          <p:cNvSpPr>
            <a:spLocks noGrp="1"/>
          </p:cNvSpPr>
          <p:nvPr>
            <p:ph type="ftr" sz="quarter" idx="11"/>
          </p:nvPr>
        </p:nvSpPr>
        <p:spPr/>
        <p:txBody>
          <a:bodyPr/>
          <a:lstStyle/>
          <a:p>
            <a:r>
              <a:rPr lang="en-IN"/>
              <a:t>Prepared By: Mr. Chetan C. Kamani, Lecturer computer department, GP, Jamnagar</a:t>
            </a:r>
            <a:endParaRPr lang="en-IN" dirty="0"/>
          </a:p>
        </p:txBody>
      </p:sp>
    </p:spTree>
    <p:extLst>
      <p:ext uri="{BB962C8B-B14F-4D97-AF65-F5344CB8AC3E}">
        <p14:creationId xmlns:p14="http://schemas.microsoft.com/office/powerpoint/2010/main" val="179521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47610-DBBD-DB92-3D84-C72F837108B4}"/>
              </a:ext>
            </a:extLst>
          </p:cNvPr>
          <p:cNvSpPr/>
          <p:nvPr/>
        </p:nvSpPr>
        <p:spPr>
          <a:xfrm>
            <a:off x="3043046" y="2852936"/>
            <a:ext cx="6102732" cy="1446550"/>
          </a:xfrm>
          <a:prstGeom prst="rect">
            <a:avLst/>
          </a:prstGeom>
          <a:noFill/>
        </p:spPr>
        <p:txBody>
          <a:bodyPr wrap="square" lIns="91440" tIns="45720" rIns="91440" bIns="45720">
            <a:spAutoFit/>
          </a:bodyPr>
          <a:lstStyle/>
          <a:p>
            <a:pPr algn="ctr"/>
            <a:r>
              <a:rPr lang="en-US" sz="88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rPr>
              <a:t>Thank You</a:t>
            </a:r>
          </a:p>
        </p:txBody>
      </p:sp>
      <p:sp>
        <p:nvSpPr>
          <p:cNvPr id="3" name="Slide Number Placeholder 2">
            <a:extLst>
              <a:ext uri="{FF2B5EF4-FFF2-40B4-BE49-F238E27FC236}">
                <a16:creationId xmlns:a16="http://schemas.microsoft.com/office/drawing/2014/main" id="{F7CE38C1-8290-85FE-30CB-97B4DF97642A}"/>
              </a:ext>
            </a:extLst>
          </p:cNvPr>
          <p:cNvSpPr>
            <a:spLocks noGrp="1"/>
          </p:cNvSpPr>
          <p:nvPr>
            <p:ph type="sldNum" sz="quarter" idx="12"/>
          </p:nvPr>
        </p:nvSpPr>
        <p:spPr/>
        <p:txBody>
          <a:bodyPr/>
          <a:lstStyle/>
          <a:p>
            <a:fld id="{25BA54BD-C84D-46CE-8B72-31BFB26ABA43}" type="slidenum">
              <a:rPr lang="en-IN" smtClean="0"/>
              <a:t>51</a:t>
            </a:fld>
            <a:endParaRPr lang="en-IN"/>
          </a:p>
        </p:txBody>
      </p:sp>
      <p:sp>
        <p:nvSpPr>
          <p:cNvPr id="4" name="Footer Placeholder 3">
            <a:extLst>
              <a:ext uri="{FF2B5EF4-FFF2-40B4-BE49-F238E27FC236}">
                <a16:creationId xmlns:a16="http://schemas.microsoft.com/office/drawing/2014/main" id="{F0B58446-4D58-3800-90DD-01829CC0966C}"/>
              </a:ext>
            </a:extLst>
          </p:cNvPr>
          <p:cNvSpPr>
            <a:spLocks noGrp="1"/>
          </p:cNvSpPr>
          <p:nvPr>
            <p:ph type="ftr" sz="quarter" idx="11"/>
          </p:nvPr>
        </p:nvSpPr>
        <p:spPr/>
        <p:txBody>
          <a:bodyPr/>
          <a:lstStyle/>
          <a:p>
            <a:r>
              <a:rPr lang="en-IN"/>
              <a:t>Prepared By: Mr. Chetan C. Kamani, Lecturer computer department, GP, Jamnagar</a:t>
            </a:r>
          </a:p>
        </p:txBody>
      </p:sp>
    </p:spTree>
    <p:extLst>
      <p:ext uri="{BB962C8B-B14F-4D97-AF65-F5344CB8AC3E}">
        <p14:creationId xmlns:p14="http://schemas.microsoft.com/office/powerpoint/2010/main" val="218193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halkboard 16x9">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80000"/>
                <a:satMod val="300000"/>
              </a:schemeClr>
            </a:gs>
            <a:gs pos="100000">
              <a:schemeClr val="phClr">
                <a:shade val="30000"/>
                <a:satMod val="200000"/>
              </a:schemeClr>
            </a:gs>
          </a:gsLst>
          <a:path path="circle">
            <a:fillToRect l="50000" t="50000" r="50000" b="50000"/>
          </a:path>
        </a:gradFill>
        <a:blipFill rotWithShape="1">
          <a:blip xmlns:r="http://schemas.openxmlformats.org/officeDocument/2006/relationships" r:embed="rId1">
            <a:duotone>
              <a:schemeClr val="phClr">
                <a:shade val="12000"/>
                <a:satMod val="240000"/>
              </a:schemeClr>
              <a:schemeClr val="phClr">
                <a:tint val="65000"/>
              </a:schemeClr>
            </a:duotone>
          </a:blip>
          <a:stretch/>
        </a:blipFill>
      </a:bgFillStyleLst>
    </a:fmtScheme>
  </a:themeElements>
  <a:objectDefaults>
    <a:spDef>
      <a:spPr>
        <a:ln>
          <a:miter lim="800000"/>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miter lim="8000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nSpc>
            <a:spcPct val="90000"/>
          </a:lnSpc>
          <a:defRPr sz="2400"/>
        </a:defPPr>
      </a:lstStyle>
    </a:txDef>
  </a:objectDefaults>
  <a:extraClrSchemeLst/>
  <a:extLst>
    <a:ext uri="{05A4C25C-085E-4340-85A3-A5531E510DB2}">
      <thm15:themeFamily xmlns:thm15="http://schemas.microsoft.com/office/thememl/2012/main" name="TF00001018.potx" id="{D19C2884-2C55-4C1A-A5C2-5D03FF1F35A4}" vid="{5F7A9C6A-558C-4654-B762-2F22BC904FAE}"/>
    </a:ext>
  </a:extLst>
</a:theme>
</file>

<file path=ppt/theme/theme2.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Chalkboard_16x9">
      <a:dk1>
        <a:sysClr val="windowText" lastClr="000000"/>
      </a:dk1>
      <a:lt1>
        <a:sysClr val="window" lastClr="FFFFFF"/>
      </a:lt1>
      <a:dk2>
        <a:srgbClr val="333333"/>
      </a:dk2>
      <a:lt2>
        <a:srgbClr val="B2B2B2"/>
      </a:lt2>
      <a:accent1>
        <a:srgbClr val="57BCE5"/>
      </a:accent1>
      <a:accent2>
        <a:srgbClr val="F4D968"/>
      </a:accent2>
      <a:accent3>
        <a:srgbClr val="AEBD57"/>
      </a:accent3>
      <a:accent4>
        <a:srgbClr val="DF9041"/>
      </a:accent4>
      <a:accent5>
        <a:srgbClr val="E35F5F"/>
      </a:accent5>
      <a:accent6>
        <a:srgbClr val="828BCE"/>
      </a:accent6>
      <a:hlink>
        <a:srgbClr val="57BCE5"/>
      </a:hlink>
      <a:folHlink>
        <a:srgbClr val="969696"/>
      </a:folHlink>
    </a:clrScheme>
    <a:fontScheme name="Chalkboard_16x9">
      <a:majorFont>
        <a:latin typeface="Consolas"/>
        <a:ea typeface=""/>
        <a:cs typeface=""/>
        <a:font script="Jpan" typeface="HG丸ｺﾞｼｯｸM-PRO"/>
        <a:font script="Hang" typeface="HY중고딕"/>
        <a:font script="Hans" typeface="华文楷体"/>
        <a:font script="Hant" typeface="新細明體"/>
        <a:font script="Arab" typeface="Tahoma"/>
        <a:font script="Hebr" typeface="Levenim MT"/>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HGｺﾞｼｯｸM"/>
        <a:font script="Hang" typeface="맑은 고딕"/>
        <a:font script="Hans" typeface="宋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Chalkboard education presentation (widescreen)</Template>
  <TotalTime>634</TotalTime>
  <Words>4446</Words>
  <Application>Microsoft Office PowerPoint</Application>
  <PresentationFormat>Custom</PresentationFormat>
  <Paragraphs>354</Paragraphs>
  <Slides>51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51</vt:i4>
      </vt:variant>
    </vt:vector>
  </HeadingPairs>
  <TitlesOfParts>
    <vt:vector size="55" baseType="lpstr">
      <vt:lpstr>Arial</vt:lpstr>
      <vt:lpstr>Consolas</vt:lpstr>
      <vt:lpstr>Corbel</vt:lpstr>
      <vt:lpstr>Chalkboard 16x9</vt:lpstr>
      <vt:lpstr>Advanced Computer Network  (4350706)  Unit-1 Network Layer Protocols</vt:lpstr>
      <vt:lpstr>Topics to be discussed</vt:lpstr>
      <vt:lpstr>Introduction to Network Layer Protocols</vt:lpstr>
      <vt:lpstr>Write the full form…..</vt:lpstr>
      <vt:lpstr>IPv4 Address</vt:lpstr>
      <vt:lpstr>Address Space</vt:lpstr>
      <vt:lpstr>Address Space</vt:lpstr>
      <vt:lpstr>Example</vt:lpstr>
      <vt:lpstr>Example</vt:lpstr>
      <vt:lpstr>Address Space</vt:lpstr>
      <vt:lpstr>Classful Addressing</vt:lpstr>
      <vt:lpstr>Class A (classful addressing)</vt:lpstr>
      <vt:lpstr>Class B (classful addressing)</vt:lpstr>
      <vt:lpstr>Class C (classful addressing)</vt:lpstr>
      <vt:lpstr>Class D (classful addressing)</vt:lpstr>
      <vt:lpstr>Class E (classful addressing)</vt:lpstr>
      <vt:lpstr>Example</vt:lpstr>
      <vt:lpstr>PowerPoint Presentation</vt:lpstr>
      <vt:lpstr>PowerPoint Presentation</vt:lpstr>
      <vt:lpstr>PowerPoint Presentation</vt:lpstr>
      <vt:lpstr>Address depletion (classful addressing)</vt:lpstr>
      <vt:lpstr>Advantage (classful addressing)</vt:lpstr>
      <vt:lpstr>Classless addressing</vt:lpstr>
      <vt:lpstr>Classless addressing</vt:lpstr>
      <vt:lpstr>Prefix Length : Slash(CIDR) Notation</vt:lpstr>
      <vt:lpstr>Extracting Information from Address</vt:lpstr>
      <vt:lpstr>PowerPoint Presentation</vt:lpstr>
      <vt:lpstr>PowerPoint Presentation</vt:lpstr>
      <vt:lpstr>Example</vt:lpstr>
      <vt:lpstr>Address Mask</vt:lpstr>
      <vt:lpstr>Example</vt:lpstr>
      <vt:lpstr>Network Address</vt:lpstr>
      <vt:lpstr>Block Allocation</vt:lpstr>
      <vt:lpstr>Example</vt:lpstr>
      <vt:lpstr>Subnetting</vt:lpstr>
      <vt:lpstr>Subnetting</vt:lpstr>
      <vt:lpstr>Subnetting</vt:lpstr>
      <vt:lpstr>Example</vt:lpstr>
      <vt:lpstr>Address Aggregation</vt:lpstr>
      <vt:lpstr>Address Aggregation</vt:lpstr>
      <vt:lpstr>Special Addresses</vt:lpstr>
      <vt:lpstr>Network Address Translation</vt:lpstr>
      <vt:lpstr>Address Translation (NAT)</vt:lpstr>
      <vt:lpstr>Translation Table (NAT)</vt:lpstr>
      <vt:lpstr>Using One IP Address (NAT)</vt:lpstr>
      <vt:lpstr>Using One IP Address (NAT)</vt:lpstr>
      <vt:lpstr>Using a pool of IP Address (NAT)</vt:lpstr>
      <vt:lpstr>Using both IP Addresses &amp; PORT addresses (NAT)</vt:lpstr>
      <vt:lpstr>Questions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Computer Network  (4350706)  Unit-1 Network Layer Protocols</dc:title>
  <dc:creator>CHETANKUMAR KAMANI</dc:creator>
  <cp:lastModifiedBy>CHETANKUMAR KAMANI</cp:lastModifiedBy>
  <cp:revision>8</cp:revision>
  <dcterms:created xsi:type="dcterms:W3CDTF">2023-08-27T07:27:45Z</dcterms:created>
  <dcterms:modified xsi:type="dcterms:W3CDTF">2023-09-04T05:56:02Z</dcterms:modified>
</cp:coreProperties>
</file>