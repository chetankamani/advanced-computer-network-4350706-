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handoutMasterIdLst>
    <p:handoutMasterId r:id="rId52"/>
  </p:handoutMasterIdLst>
  <p:sldIdLst>
    <p:sldId id="256" r:id="rId2"/>
    <p:sldId id="257" r:id="rId3"/>
    <p:sldId id="306" r:id="rId4"/>
    <p:sldId id="307" r:id="rId5"/>
    <p:sldId id="312" r:id="rId6"/>
    <p:sldId id="313" r:id="rId7"/>
    <p:sldId id="314" r:id="rId8"/>
    <p:sldId id="315" r:id="rId9"/>
    <p:sldId id="316" r:id="rId10"/>
    <p:sldId id="317" r:id="rId11"/>
    <p:sldId id="318" r:id="rId12"/>
    <p:sldId id="319" r:id="rId13"/>
    <p:sldId id="320" r:id="rId14"/>
    <p:sldId id="321" r:id="rId15"/>
    <p:sldId id="322" r:id="rId16"/>
    <p:sldId id="308" r:id="rId17"/>
    <p:sldId id="323" r:id="rId18"/>
    <p:sldId id="324" r:id="rId19"/>
    <p:sldId id="325" r:id="rId20"/>
    <p:sldId id="326" r:id="rId21"/>
    <p:sldId id="327" r:id="rId22"/>
    <p:sldId id="328" r:id="rId23"/>
    <p:sldId id="329" r:id="rId24"/>
    <p:sldId id="330" r:id="rId25"/>
    <p:sldId id="309" r:id="rId26"/>
    <p:sldId id="331" r:id="rId27"/>
    <p:sldId id="332" r:id="rId28"/>
    <p:sldId id="333" r:id="rId29"/>
    <p:sldId id="334" r:id="rId30"/>
    <p:sldId id="335" r:id="rId31"/>
    <p:sldId id="336" r:id="rId32"/>
    <p:sldId id="337" r:id="rId33"/>
    <p:sldId id="338" r:id="rId34"/>
    <p:sldId id="339" r:id="rId35"/>
    <p:sldId id="310" r:id="rId36"/>
    <p:sldId id="341" r:id="rId37"/>
    <p:sldId id="342" r:id="rId38"/>
    <p:sldId id="340" r:id="rId39"/>
    <p:sldId id="343" r:id="rId40"/>
    <p:sldId id="344" r:id="rId41"/>
    <p:sldId id="311" r:id="rId42"/>
    <p:sldId id="345" r:id="rId43"/>
    <p:sldId id="347" r:id="rId44"/>
    <p:sldId id="348" r:id="rId45"/>
    <p:sldId id="349" r:id="rId46"/>
    <p:sldId id="350" r:id="rId47"/>
    <p:sldId id="351" r:id="rId48"/>
    <p:sldId id="305" r:id="rId49"/>
    <p:sldId id="304" r:id="rId5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41" autoAdjust="0"/>
  </p:normalViewPr>
  <p:slideViewPr>
    <p:cSldViewPr>
      <p:cViewPr varScale="1">
        <p:scale>
          <a:sx n="78" d="100"/>
          <a:sy n="78" d="100"/>
        </p:scale>
        <p:origin x="787" y="62"/>
      </p:cViewPr>
      <p:guideLst>
        <p:guide pos="3839"/>
        <p:guide orient="horz" pos="2160"/>
      </p:guideLst>
    </p:cSldViewPr>
  </p:slideViewPr>
  <p:notesTextViewPr>
    <p:cViewPr>
      <p:scale>
        <a:sx n="1" d="1"/>
        <a:sy n="1" d="1"/>
      </p:scale>
      <p:origin x="0" y="0"/>
    </p:cViewPr>
  </p:notesTextViewPr>
  <p:notesViewPr>
    <p:cSldViewPr showGuides="1">
      <p:cViewPr varScale="1">
        <p:scale>
          <a:sx n="62" d="100"/>
          <a:sy n="62" d="100"/>
        </p:scale>
        <p:origin x="2371"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11/23/2023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1612.54919" units="1/cm"/>
          <inkml:channelProperty channel="Y" name="resolution" value="1612.54919" units="1/cm"/>
          <inkml:channelProperty channel="F" name="resolution" value="1023.875" units="1/in"/>
          <inkml:channelProperty channel="T" name="resolution" value="1" units="1/dev"/>
        </inkml:channelProperties>
      </inkml:inkSource>
      <inkml:timestamp xml:id="ts0" timeString="2023-10-23T04:57:02.260"/>
    </inkml:context>
    <inkml:brush xml:id="br0">
      <inkml:brushProperty name="width" value="0.05292" units="cm"/>
      <inkml:brushProperty name="height" value="0.05292" units="cm"/>
      <inkml:brushProperty name="color" value="#FFFFFF"/>
    </inkml:brush>
  </inkml:definitions>
  <inkml:trace contextRef="#ctx0" brushRef="#br0">11145 11168 972 0,'324'-171'0'0,"-11"2"20"15,-4 4 37-15,-9 1 11 0,-12 2 6 0,-12 5-10 16,-9 6 4-16,-7 6-9 0,-1 7 13 0,-11 5-3 15,-9 5-35-15,-3 7-4 0,-7 6-8 0,0-2-58 16,-1 3-68-16,-4-3-84 0,-1 3-114 0,-3-4-58 16</inkml:trace>
  <inkml:trace contextRef="#ctx0" brushRef="#br0" timeOffset="2735.65">17879 3616 1976 0,'-30'-12'-82'15,"18"-5"-86"-15,12-5-111 0,25-1-60 0,24-7 59 16,17-6 60-16,24-3 97 0,22-6 84 0,23-3 36 16,17-2 36-16,17-2 57 0,13-2 13 0,8-4-5 15,10-1 3-15,4-2-1 0,3-1-19 0,4-2 6 16,-4-1-22-16,-5-3-48 0,-8 4-19 0,-9 0-35 15,-14 7 14-15,-16 5-17 0,-17 5-11 0,-22 5 53 16,-23 8 19-16,-21 5 31 0,-17 5 9 0,-26 2-44 16,-20 4-25-16,-22 3 14 0,-21 5 53 0,-18 3 53 15,-21 7 14-15,-18 0 9 0,-20 9 1 0,-17 5-20 16,-11 2 11-16,-15 3-7 0,-2 3-37 0,-6 5-8 16,4 2-19-16,6-2-19 0,10 1-26 15,9 3-8-15,13 0-3 0,15-1-13 0,11 0 2 16,13 1-28-16,11-3-24 0,14-2-25 0,10-2-67 15,15-4-59-15,10-3-59 0,13-2-97 0,8-4-60 16</inkml:trace>
  <inkml:trace contextRef="#ctx0" brushRef="#br0" timeOffset="3782.21">23337 1246 2508 0,'0'-19'2'0,"-6"0"2"0,-3 0 5 0,4 1-2 15,-2 2-3-15,2-1 73 0,-4 2 2 0,1-1-5 16,0 3-7-16,-1 0-78 0,-5 2 20 0,-3 2 39 16,-3 3-2-16,-3 2 12 0,-4 1-5 0,-5 3 4 15,-3 0 28-15,-3 12 12 0,-2 3-43 0,-3 6-30 16,-4 7-9-16,-1 6 16 0,-3 9 23 0,0 4 11 16,1 5-24-16,2 6-19 0,1 5 0 15,2 4-17-15,5 1 18 0,3-1-18 0,6-2-8 0,4-1 11 16,7-5-6-16,3-4-7 0,8-4-7 15,9-4-8-15,0-5 8 0,6-3 9 0,7-3 6 16,6-3-16-16,4-2-47 0,4-7-25 0,5-4 3 16,4-3-19-16,6-4 7 0,3-6 2 0,1-2-33 15,5-5 30-15,1-5 38 0,-3-6 29 0,3-3 24 16,-6-2-3-16,1-5 21 0,-4-2-34 0,0-4 52 16,-5-2-3-16,-7-1-22 0,1 1 41 0,-5-2-21 15,-6 0 43-15,-3 2 16 0,-5-1 12 0,0 2 8 16,-9 2-8-16,0 2-14 0,-4 0-23 0,0 3 3 15,-12-1-55-15,-3 4 4 0,0 0-6 16,-3 1-34-16,-2 4 27 0,-2-1-7 0,0 3 19 16,-3 0-2-16,3 5-18 0,-4 0 28 0,3 4-30 15,-1 2 8-15,2 0 21 0,-4 0-38 0,4 5 14 16,1 1-8-16,1 2-9 0,1-1 5 0,2 2 5 16,6 0 4-16,1-1-13 0,2 3-8 0,2 1-55 15,6-3-12-15,0 2-20 0,0 0-26 0,10-1-12 16,-1 1-18-16,2-1 5 0,3 0 22 0,4 0 49 15,4-3 46-15,2-1 22 0,2 0 23 0,4-2 10 16,2-1-22-16,1-3 21 0,1 0 14 0,-3 0 44 16,-1-6 38-16,0 1 57 0,-1-3 44 0,-1 1-12 15,-4-3 19-15,2 0-13 0,-5 0-9 16,0 2-5-16,-5-1-19 0,-1 0-10 0,-2 2-39 16,-1-1-1-16,-3 2 6 0,-3 1-11 0,1 0-6 15,-4 3-3-15,0 0-25 0,-1 2-32 0,-2 0-8 16,0 0-36-16,0 0-5 0,0 9 2 0,-7 0 6 15,4 4 25-15,-2 2-22 0,2 5 8 0,-4 6-22 16,4 2-60-16,-3 2-48 0,3 4-111 0,-2 1-119 16,2 0-151-16,2-1-163 0,1 0-115 0,0-1-59 15</inkml:trace>
  <inkml:trace contextRef="#ctx0" brushRef="#br0" timeOffset="4188.81">23903 1674 2988 0,'0'-28'-5'15,"0"3"12"-15,0 0-16 0,0 5 20 0,-8-1 41 16,0 4 13-16,-1 3 22 0,4 3 13 0,0 5-23 16,2 1-41-16,-2 2 0 0,2 3-36 0,2 0-17 15,-5 0-7-15,2 6 36 0,-4 3 13 0,0 4-4 16,-2 4-2-16,-2 2-9 0,-1 6-29 0,0 4 7 15,-4 2 5-15,4 2-18 0,0 3 37 0,0-1-21 16,4 1 30-16,1 0-28 0,4 0-32 16,4-2-32-16,0-2-48 0,0-3-10 0,8-2 3 15,2-2 42-15,6-4 27 0,-2-3 9 0,3-4 48 16,1-3 2-16,1-2 12 0,1-4 20 0,-1-1-34 16,0-4 37-16,2 0 4 0,-4-8 5 0,4-2 24 15,-7-5-28-15,3-2 12 0,-1-3-3 0,-2-3-4 16,-2-3 39-16,-4-2 6 0,-4-6-10 0,-1-1 5 15,-3-3 5-15,0-1-38 0,0-2 24 0,-11-1-26 16,2-1-27-16,-1 3-2 0,-1 2-5 0,2 3-18 16,-3 5 5-16,0 4 18 0,2 4-38 0,2 6 30 15,-1 3-38-15,0 7-2 0,-1 6-25 16,-1 0-84-16,0 8-109 0,-2 7-190 0,-1 5-146 16,1 6-134-16,3 6-9 0</inkml:trace>
  <inkml:trace contextRef="#ctx0" brushRef="#br0" timeOffset="4407.56">25050 1352 4408 0,'20'-33'-27'0,"-5"2"19"15,-5 7-10-15,-7 11-19 0,-3 0 29 0,0 13-21 16,0 0-3-16,-8 13 40 0,-1 12-13 15,-2 7-5-15,-2 11 20 0,-1 4-31 0,1 7 21 16,-1 4-18-16,6 1-88 0,-1 2-102 0,6 0-116 16,-2-3-129-16,4-2-86 0,-3-4-30 0,4-3-68 15,0-3 54-15</inkml:trace>
  <inkml:trace contextRef="#ctx0" brushRef="#br0" timeOffset="4938.68">25018 1346 2412 0,'8'-57'13'0,"-8"7"-11"0,0 5 29 16,0 6 51-16,0 8 30 0,0 3 51 0,0 2 4 15,6 8-30-15,0 2-19 0,1 4-21 16,4 2-46-16,-3 2-32 0,3 2-33 0,1 0-13 16,6 0 34-16,2 0-2 0,5 1-12 0,3-1-3 15,5 0 15-15,-2 3 2 0,2 1 25 0,1-1-35 16,-1 3-16-16,0 0 2 0,0 0-16 0,-3 0 45 15,2 7-15-15,-2 0 1 0,-1-1 43 0,-1 0-44 16,-1 3-21-16,0-1 39 0,-6 0-39 0,0 3 2 16,0-1 29-16,-5 0-14 0,-1 3-3 0,-3-1 39 15,-3 3-17-15,0 2-21 0,-9-1 26 0,0 0-13 16,0 2-11-16,-12 0 7 0,-2 0-19 16,-7 1 7-16,-4-1 9 0,-3 1 8 0,-6 0-3 15,1 2-2-15,-3 3 0 0,-2-2-33 0,1 2 19 16,0-2-29-16,0 0-5 0,2-1 32 0,-1 1-54 15,4-2-7-15,1-1-60 0,2-1-12 0,6-3 29 16,2-1 15-16,5-2 72 0,8 0 7 0,1-6 17 16,7 0 9-16,9 0-2 0,2-2 19 0,8 0-24 15,2-1-10-15,4 0 10 0,3-3-4 0,2 3 31 16,0-1 26-16,0 1 0 0,2 0 35 0,0-2 4 16,-2 4-10-16,-2 1 6 0,1 2-56 0,-1 3 12 15,-1-3 9-15,-6 4 20 0,-1 4 8 16,-7 2-17-16,-2 3 9 0,-11 1-9 0,0 4 22 15,-7 2-14-15,-7 1 5 0,-3 2-23 0,-10-1-40 16,-2-1 15-16,-1-2-14 0,-3-2 7 0,-2-2 29 16,-1-2-17-16,-2-1-7 0,3-4-13 0,0-1-14 15,1-3 14-15,-1-3-4 0,-3-1-20 0,7-3-28 16,1-4-90-16,2-1-85 0,5 0-125 0,-4-8-90 16,6-7-44-16,4-1-77 0,3-8-2 0</inkml:trace>
  <inkml:trace contextRef="#ctx0" brushRef="#br0" timeOffset="6173.58">25963 1609 3081 0,'22'0'11'0,"-6"0"61"16,-7 0 28-16,-2 0 52 0,-2-5 63 16,-5-3 4-16,0 0-25 0,0 0-16 0,0-1-74 15,-5-2-30-15,-2 0-12 0,-2 1-33 0,1 2-13 16,0 1-19-16,-1 2-8 0,0-1 1 0,-1 1 4 15,-1 4-10-15,2 1 24 0,-3 0-13 0,2 0 8 16,-3 6-25-16,1 1-26 0,-3 3 19 0,0 2 2 16,-2 2 9-16,1 1 15 0,1 2-57 0,0 3-41 15,0-1-82-15,2 2-32 0,0 0-21 0,4 1 18 16,1-1 29-16,0 0-38 0,5 0 63 0,1-1-25 16,1 0 26-16,1-3 59 0,0-1 5 15,0 2 43-15,6-5 37 0,2 0 7 0,-2-1-1 16,2-1 5-16,2-3 3 0,1-2 37 0,0 0 13 15,3-3 63-15,0 0 64 0,2-2-1 0,-2-1 58 16,3 0-13-16,-2-6-30 0,0-2-8 0,-2-1-26 16,0-1-23-16,0-5-20 0,-2-2-41 0,1-4-20 15,-1 0-23-15,-3-5 11 0,5-3 51 0,-2 0-10 16,0-3 1-16,0 0-28 0,-1-1-16 0,-1 4 8 16,-1 2 1-16,-3 5 10 0,-1 5 0 0,0 3-31 15,-3 6-1-15,1 3-18 0,-2 5-14 16,0 0 19-16,0 0-2 0,0 6-12 0,-5 2 11 15,-1 5-5-15,-3 0-2 0,1 5-1 0,-2 1-24 16,-2 3 6-16,3 3-14 0,-2 3-15 0,3-3-16 16,-3 1-65-16,7 1-71 0,-3-1-27 0,4-1-47 15,1 0 23-15,2-2 0 0,0-3 36 0,0-2 3 16,8-1 17-16,4-4 44 0,-2 0 14 0,3-5 57 16,8-4 11-16,-4 0 25 0,9-3 24 0,-1-1 32 15,5 0 23-15,1-7 23 0,1-3 9 0,1-2-8 16,4-2 2-16,1-3 13 0,3-1 23 0,-2-3 79 15,4-2 38-15,-1-2 8 0,1 0 3 0,-3-3-67 16,-2 0-24-16,0-2 6 0,-7-1-12 0,1-1-10 16,-5 0 42-16,-4-1-12 0,-2 2 24 15,-5 4 14-15,-5 0-50 0,-4 4-23 0,-7 0-43 16,0 4-24-16,-7 3-16 0,-6 1-17 16,-4 2 5-16,-2 4 7 0,-5 0-15 0,-4 4 3 0,-6 5-3 15,0 0-11-15,-5 5 1 0,-3 7 7 0,3 3-24 16,-4 6 5-16,5 3 14 0,2 5-11 0,2 3 2 15,4 2 29-15,7 4-40 0,3-1 6 0,5 0-18 16,5-1-72-16,10 0-28 0,0-1-31 0,0-3-27 16,10-2-2-16,1-1-6 0,8-2-8 15,1-4 1-15,5-2-20 0,0-3-14 0,1-3 30 0,5-1 29 16,0-3 46-16,1-4 56 0,-1-2 23 16,1-2 34-16,0-3 21 0,-2 0 36 0,1-9 14 15,-1 1 20-15,0-4 55 0,-3 1 55 0,2-4-14 16,-4-2 4-16,-3-1-5 0,-1-2-43 0,-1-4 26 15,-2-1 9-15,-1-3-32 0,-3-2 11 0,4-2-6 16,-6-3-40-16,2 0-1 0,-2-1-13 0,0 1-5 16,-1 0 17-16,1 4-10 0,-2 2-25 0,2 5-9 15,-4 5-30-15,-1 5-6 0,-4 5-14 0,2 4-10 16,-5 5 8-16,0 0-22 0,0 6 43 0,0 4-10 16,0 7 5-16,-6 3 17 0,-2 3-47 0,3 6 17 15,-3 2-1-15,3 2-7 0,1 1 13 16,0 2-35-16,3-5-48 0,-2 0-57 0,2-1-38 15,1-1-38-15,0-3-27 0,7-3 21 0,-1-2-5 16,3-2 26-16,-3-4 25 0,3-2 25 0,-3-4 14 16,1-4 8-16,-1-5 33 0,3 0 9 0,-2-5 22 15,1-4 29-15,2-4 19 0,2-5 14 0,1 0 51 16,2-7 25-16,1-1 18 0,3-4 50 0,1-1 11 16,-2-2 25-16,4-3 22 0,1-1-21 0,-1-1-21 15,0 2 3-15,0 2-19 0,-5 3 37 0,1 1-20 16,-4 7-19-16,0 2 15 0,-4 7-40 0,-2 1-26 15,-2 4 11-15,2 3-36 0,-5 1-20 0,-2 2 9 16,1 3-27-16,-2 0-20 0,0 0 4 0,0 0-9 16,-6 5-11-16,-2 2 13 0,0 3-4 15,-3 4 2-15,-1 0 0 0,-5 7 17 0,0 2-29 16,1 4 18-16,-3 2 5 0,2 2-28 0,0 0 1 16,0 1 16-16,5-1-52 0,1-1 38 0,4-2 3 15,2-1-27-15,5-1 54 0,0-5-43 0,5 1 16 16,5-2 5-16,5-4 9 0,7 0 11 0,3-3-11 15,6-1 16-15,4-1-27 0,3-4 8 0,5-1 5 16,0-3-18-16,-4-3-9 0,2 0-3 0,-5 0-15 16,-1-7-40-16,-5 2-6 0,-6-1-61 0,-5-1-25 15,-3-1-33-15,-7 2-83 0,0-1-76 0,-9-2-65 16,0 0-62-16,0 2-71 0,0-2-72 16</inkml:trace>
  <inkml:trace contextRef="#ctx0" brushRef="#br0" timeOffset="7142.54">28325 1271 1369 0,'-7'-13'23'0,"7"3"21"16,0 0 23-16,-5 2 40 0,5-1 23 0,0 9 31 15,0 0 4-15,0-7 0 0,0 7 22 0,0 0-19 16,0 0 4-16,0 0-13 0,0 0-65 0,0 0-8 15,7 0-11-15,-2 0-46 0,-1 0 8 0,2 0-41 16,-3 0-15-16,1 0 33 0,-1 0-14 0,-2 0 14 16,3 5-12-16,-4-1 20 0,0 2 26 0,0 3 37 15,0 2 24-15,0 5 14 0,-7 5-6 0,1 6-42 16,-2 6 8-16,-5 4-33 0,2 6-6 16,0 2 25-16,-2 1-14 0,1 0-9 0,1-1-20 15,1-1-18-15,2-1-18 0,3-6 7 0,-1 0 11 16,3-4 2-16,2-4 3 0,-1-2-15 0,0-3-17 15,1-4-20-15,1-1-50 0,0-5-76 0,0-3-30 16,0-2-53-16,0-3 28 0,0-3-18 0,0-3 6 16,0 0 25-16,0-12-3 0,6-1 92 0,0-2 28 15,1-5 18-15,2-4 25 0,2-5-9 0,3-5 29 16,1-4 14-16,0-3 28 0,0-3 35 0,-1-4 0 16,-3 0 69-16,-1-1 15 0,-1 2 39 0,-3 1 67 15,2 3-33-15,-3 4-4 0,-2 4-24 0,2 4-66 16,-2 5 31-16,-1 4-16 0,-2 4 0 0,0 5-33 15,0 3-44-15,0 4-8 0,0 6-45 16,0 0 14-16,0 0-14 0,0 0 2 0,0 4 10 16,0 6 8-16,3 3 24 0,2 5-14 0,1 6 29 15,-1 3-2-15,2 8-47 0,1 4 15 0,-1 2-28 16,-1 2-19-16,5 0 30 0,-3 1-19 0,2-2-6 16,0 0 14-16,2-3 3 0,1-2 10 0,-1-2-3 15,2-2-80-15,2-2-70 0,-2-5-56 0,3-3-62 16,1-3 1-16,-1-3-5 0,-1-3-6 0,-2-6 29 15,1-3 76-15,-1-5 34 0,-1 0 53 16,-3-5 37-16,2-3 12 0,-3-6 32 0,-1-3 15 0,5-3 32 16,-5-3 6-16,0-6 65 0,2-4 71 15,-5-3 4-15,3-4 28 0,-3-1-20 0,3-3-28 16,-7-1 1-16,1 1 25 0,-2-1-16 0,0 1-32 16,0 2-8-16,-9 1-55 0,2 3-34 0,-1 3 14 15,3 4-57-15,-1 4 2 0,2 2 8 0,4 3-32 16,-3 6 24-16,3 3-18 0,0 3-16 0,0 4 11 15,0 1 17-15,0 2-20 0,0 3 8 0,0 0-91 16,0 9-100-16,3 3-132 0,3 2-185 0,-5 4-96 16,4 4-100-16,-2 2-31 0</inkml:trace>
  <inkml:trace contextRef="#ctx0" brushRef="#br0" timeOffset="7579.98">29385 1369 3147 0,'11'-12'0'0,"-2"1"-12"0,-1 2-19 15,-4 5 13-15,0-2-8 0,-4 6 23 0,0 0 65 16,0 8 4-16,-8 5 14 0,-4 5 11 0,1 5-55 16,-8 5 8-16,1 5-28 0,-4 4-16 0,3 3 0 15,-5 0-14-15,6 1 31 0,-2-3-20 0,0-1 13 16,1-1-10-16,5-5-2 0,-2-1 4 0,7-3 18 15,-1-5-23-15,1-2-11 0,2-5 9 0,3-2-15 16,0-5 8-16,3-2-24 0,-1-6-7 16,2 0-45-16,0-5 33 0,0-4 0 0,7-5 27 15,-3-3 40-15,4-5-15 0,1-6 20 0,1-8-6 16,1-3 18-16,2-5-34 0,-2-4 43 0,5-4 12 16,0-4 11-16,1 2 44 0,-1 1-20 0,3 3 9 15,-2 6 10-15,2 2-6 0,-2 8 62 0,-2 3-24 16,0 7-63-16,0 5 41 0,-1 3-61 0,-1 4-18 15,-4 2 4-15,2 5-12 0,-3 2-21 0,-2 3-4 16,1 0 44-16,-2 8-28 0,1 4 15 0,-3 3 10 16,3 9-13-16,-1 7-8 0,3 7 2 0,0 8-10 15,-2 2-25-15,1 7 3 0,-1-2-22 16,0 1 19-16,3-2 11 0,1-3-16 0,-2-1-41 16,5-4-99-16,-2-4-110 0,3-4-78 0,-1-2-119 15,-2-4-32-15,1-2-50 0,-1-6-98 0,-2-4 9 16</inkml:trace>
  <inkml:trace contextRef="#ctx0" brushRef="#br0" timeOffset="8751.84">29255 1542 2085 0,'-31'-8'15'0,"4"3"-11"0,3 1 13 0,8 0 4 15,4 2-4-15,5-1 58 0,7 0 5 0,0 3 3 16,0 0-3-16,8 0-47 0,5 0-13 15,3 0-16-15,6 0 1 0,5 6 6 0,4-2-22 16,7 0 19-16,4 0-19 0,5-1-6 0,-1 1 17 16,1-1-20-16,-4-2 16 0,-1-1-5 0,0 0 0 15,-6-4 11-15,1-3 23 0,-6 1 46 0,1 0 56 16,-5 0 51-16,-1 0-13 0,0 0 14 0,-9 1-17 16,-3 3-51-16,-2 0 36 0,-8 2-52 0,1 0-51 15,-5 0 14-15,0 0-41 0,0 9 1 0,-6 0 15 16,6 4-18-16,-7 3-10 0,2 5 8 0,2 4-6 15,-2 3-4-15,4 3-3 0,-4 2-3 16,-1 0 6-16,1-2-8 0,2-1 10 0,1-2-15 16,2-3-3-16,0-1 18 0,0-3-40 0,0-5-48 15,0-2-14-15,5-3-20 0,-1 0 43 0,-4-5 40 16,4-2 0-16,1-4-2 0,-5 0-29 0,3 0 2 16,-2-11 25-16,4-5 7 0,-2-3 23 0,4-6 18 15,-1-4-24-15,7-6 16 0,-4-7-21 0,5-5-4 16,-2-3 23-16,-1-2-10 0,3-2 48 0,-5 1 19 15,5 1-4-15,-2 4 38 0,-1 2-18 0,0 7-51 16,-2 6 31-16,-1 5-18 0,0 5 32 0,0 4 60 16,-2 3-52-16,1 3-20 0,-2 3-67 15,-1 3-39-15,4 2 54 0,-3 2-29 0,1 1 24 16,1 2 7-16,2 0-60 0,0 0 30 0,3 0 18 16,5 4-6-16,0 1 23 0,4-1-8 0,1 0-7 15,0 1-12-15,0 4 2 0,2 0 17 0,-2-1-24 16,-4 4 0-16,2 1-5 0,-1-1-22 0,-6 5 7 15,-1 1 5-15,-2 2 12 0,-2-1-13 0,-5 0 6 16,-3 1 25-16,0 2-19 0,-7 0 42 0,-3-1 1 16,-3 0-19-16,-3 0-1 0,-6 0-21 0,-2 0-14 15,-1-2 21-15,0 0 10 0,-4-1 12 0,7-1-10 16,-5-2-14-16,3-2-3 0,2 0-14 0,6-4 20 16,1 0-3-16,2-1-17 0,5-3-45 15,0 0-71-15,8-4 1 0,0 0-10 0,0 3 51 0,9-3 70 16,1 1-21-16,3 1 4 0,6-2-12 15,3 2-28-15,6-1 8 0,5-2-3 0,5 0-10 16,4 0-1-16,3-6 25 0,1-4-3 0,2 3 26 16,-1-4 29-16,1 2-34 0,-2-4 32 0,1 0-3 15,-1 1 35-15,0-3 41 0,-4 0 23 0,1 2 33 16,-4-2 3-16,-2 1 36 0,-2 0 35 0,-5-1 20 16,-3 1 85-16,-5-1-7 0,-6 1-30 0,-1-2-29 15,-7 1-109-15,-8 0-23 0,0-2-14 0,0 0 9 16,0-1 4-16,0 2 2 0,0 0-11 0,0 4-31 15,-6-2-29-15,-1 3-14 0,-2 3-3 16,0 0-3-16,-1 2 6 0,2 2 12 0,-4 4 0 16,0 0 3-16,-3 0-3 0,0 0-10 0,-3 10-8 15,-2 3-10-15,-3 2 21 0,-3 4-8 0,0 3 2 16,0 3 6-16,2 1-18 0,2 1 15 0,0 3-8 16,5 1 18-16,3-2 5 0,1 3-12 0,4 1-3 15,1-1-53-15,4 2-66 0,4-2-62 0,0-1-42 16,7 0 3-16,-1-2-7 0,7-1-5 15,0-5 12-15,2-1-2 0,3-3 57 0,4-5 42 0,0-1 35 16,0-2 32-16,4-5 9 0,0-2 19 16,-1-2 0-16,1-2 30 0,-4 0 6 0,-1-5-2 15,-3-4 2-15,2 0 20 0,-2-4 34 0,0 1 31 16,-6-4 41-16,1 0-18 0,0-4 14 0,-5 0 7 16,-2-2 9-16,-1 0 1 0,1-3 10 15,-5-1 6-15,3-1-1 0,-1 2 17 0,-3 2-47 16,0 1-10-16,0 3-43 0,0 2-11 0,0 5-8 0,-7 3-23 15,0 3 4-15,5 4-39 0,-1 1 3 0,0 1 3 16,0 0-16-16,-4 7 31 0,1 3 13 0,-5 2 13 16,0 1 36-16,0 6-26 0,-7 2 4 0,4 2-24 15,-2 2-16-15,4 3 30 0,-2 0-7 0,6 2 23 16,1-2-21-16,7 1-11 0,0 1-2 0,0-3-29 16,13 3 21-16,3-4-30 0,3 2 6 15,4-1 8-15,6-2-17 0,2-1 23 0,8-3-31 16,3 0-42-16,4-3-40 0,3-3-75 0,2-2-27 15,1-5-26-15,0-3-40 0,-3-2-16 0,-3-3-66 16,-7 0-25-16,-2-8-23 0,-2-2-44 0,-7-2-31 16,-6-1-36-16</inkml:trace>
  <inkml:trace contextRef="#ctx0" brushRef="#br0" timeOffset="9236.56">24264 2425 3137 0,'0'2'-5'0,"0"0"3"16,16 0 14-16,7-2 45 0,14 0 58 0,12 0 91 15,14 0 63-15,15 0 37 0,22-5 7 0,15 5-34 16,19 0-26-16,17 0-33 0,16 0-58 16,18 0-58-16,18 0-40 0,14 0-53 0,16 0 1 15,13 0 0-15,15 0 0 0,7 0-7 0,8 0-13 16,3-6 11-16,5 6-15 0,-3-6 9 0,1 2 3 15,-7-1 3-15,-2 2-9 0,-7-1 15 16,-5 2 14-16,-5 0-2 0,-9-1 66 0,-10 0-27 0,-16 2 52 16,-6-1-6-16,-17 2-33 0,-14 0 32 0,-17-2-59 15,-20 2 29-15,-14 0-2 0,-21 0 9 0,-12 0 7 16,-16 0-18-16,-17 0-39 0,-13 5 1 0,-10-5-7 16,-12 0-7-16,-8 0 23 0,-10 0-32 15,-4 0-3-15,-10 0-33 0,0 0-10 0,0 0-98 16,0 0-126-16,-7-5-158 0,-1 3-239 0,2 0-353 15,-13-1-407-15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1612.54919" units="1/cm"/>
          <inkml:channelProperty channel="Y" name="resolution" value="1612.54919" units="1/cm"/>
          <inkml:channelProperty channel="F" name="resolution" value="1023.875" units="1/in"/>
          <inkml:channelProperty channel="T" name="resolution" value="1" units="1/dev"/>
        </inkml:channelProperties>
      </inkml:inkSource>
      <inkml:timestamp xml:id="ts0" timeString="2023-10-23T05:02:19.345"/>
    </inkml:context>
    <inkml:brush xml:id="br0">
      <inkml:brushProperty name="width" value="0.05292" units="cm"/>
      <inkml:brushProperty name="height" value="0.05292" units="cm"/>
      <inkml:brushProperty name="color" value="#FFFFFF"/>
    </inkml:brush>
  </inkml:definitions>
  <inkml:trace contextRef="#ctx0" brushRef="#br0">19373 7558 4250 0,'4'-9'-6'0,"-1"0"-43"0,-3 2-116 0,0 0-25 16,-10-2 8-16,-3-1 56 0,-4-2 149 0,-1-1 38 15,-4-2 6-15,-3-1 0 0,-5 1-34 0,-5 1-3 16,0 5-10-16,1 3-15 0,0 6 6 0,-1 0-16 15,3 0 5-15,0 7 7 0,5 3 1 0,2 2-8 16,1 5 12-16,4 2-12 0,2 4 8 0,2 4 7 16,5 0-15-16,3 2 10 0,8 3-13 0,0-1 6 15,16 2 2-15,5 0-8 0,9-2-4 0,3 3-1 16,7 0 1-16,1-2 4 0,3 0 8 16,0-1-2-16,0-1-1 0,-1-4-4 0,-5 2 2 15,-3-4-5-15,-5-4-3 0,-6 1 3 0,-6-3-7 16,-5-2 1-16,-6-1-1 0,-7-3 12 0,-8 2 12 15,-7-1-2-15,-10-1 16 0,-7-1-21 0,-6-2-5 16,-6-1 10-16,-7 0-13 0,-4-3 16 0,-3-5-13 16,-1 0-10-16,-1 0 15 0,3-7-10 0,1 1 7 15,5-3 11-15,0 1-31 0,8-2 21 0,4 3 7 16,8-2-15-16,6 3-40 0,5 1-65 0,9-2-95 16,3 1-138-16,8 2-85 0,0 0-111 0,0 0-106 15,14-1 13-15</inkml:trace>
  <inkml:trace contextRef="#ctx0" brushRef="#br0" timeOffset="1406.75">29430 7614 1615 0,'-9'8'-4'0,"-2"3"0"0,-1 5 10 0,-1 3-2 16,-1 2 2-16,1 4-4 0,-1 4-2 0,0 6-4 15,-1 0 2-15,1 4 10 0,1-3-14 0,3 0 10 16,2-3 4-16,0-4-8 0,1-1 8 0,4-4-6 15,3-1 0-15,0-2-6 0,0-4 4 16,6-5 10-16,1 1-4 0,1-7 9 0,1-6-11 16,1 0-2-16,1 0 2 0,0-12 4 0,2-2 14 15,-1-4 12-15,1-4 14 0,-4-6 11 0,1-3 1 16,1-6-7-16,-3-4 14 0,-2-7 0 0,-1-2 20 16,-1-5 3-16,1-5-12 0,2-1-8 0,1-4-18 15,0 1-10-15,2 0-7 0,-2 3 62 0,4 4-20 16,-2 6-5-16,2 4-4 0,-3 5-61 0,2 7 11 15,-1 4 5-15,-2 6-7 0,1 4-2 0,-1 3-7 16,2 2 0-16,0 2-5 0,0 4 3 0,0 2-1 16,-1 1-4-16,0 1-4 0,-1 5-8 0,6-2 0 15,2 3 3-15,2 0 12 0,6 6-10 16,1 0 16-16,5 5-9 0,2 1-5 0,-1 5-2 16,-1-1-13-16,0 3 11 0,-6 3 4 0,-4 0-4 15,-2 3-3-15,-6 1 19 0,-7 2-7 0,-5 2-2 16,0 1 20-16,-15 2-31 0,-6 2 1 0,-6 1 26 15,-6-1-26-15,-7 1 19 0,1-3-9 0,-7-2 0 16,-3-4 15-16,-2 0-6 0,2-5 30 0,0-1 9 16,6-3-1-16,1-3 8 0,4-1-8 0,5-3-3 15,4-1 0-15,7-3 3 0,6-2 8 0,7 1 9 16,3-2 18-16,6-1 1 0,9 1-20 0,9 3-15 16,12 2-8-16,4 0-16 0,14 2 8 15,10 0-10-15,12 3-20 0,9-3-13 0,5 0-51 16,4-2-75-16,2-3-153 0,0-2-87 0,-4 1-78 15,-10-3-105-15,-5 0-38 0,-10 0 60 0</inkml:trace>
  <inkml:trace contextRef="#ctx0" brushRef="#br0" timeOffset="2172.53">20647 8972 2273 0,'0'-12'-5'0,"0"1"-8"16,-12 0 3-16,-1 2-8 0,-1 2 10 0,-3-2 1 15,-7 2 3-15,-3 2 17 0,0 5 20 0,-1 0 25 16,-5 8-2-16,-1 1 5 0,1 5-8 0,-2 5-23 16,4 4 8-16,1 4-18 0,1 3-20 0,6 3 9 15,3 2-9-15,6 2 56 0,3 1 11 0,6-2-6 16,5 0 0-16,0-1-43 0,12-1-18 15,0-2 3-15,7-3 4 0,5-2-10 0,1-4 19 16,3-2-7-16,4-3-2 0,1-5-9 0,2-4 7 16,2-3-19-16,1-6 12 0,1 0-1 0,2-10-24 15,-3-2-41-15,-1-3-26 0,-2-5-37 0,-5-6-17 16,-2-2 50-16,-3-4 9 0,-8-3 38 0,-4-4 19 16,-6-1 7-16,-7 0 1 0,0-2 10 0,-7 2-3 15,-2 2 13-15,-9 2-13 0,1 3-4 0,-7 5 0 16,1 3-41-16,-3 2-20 0,0 5-13 0,-3 4-59 15,7 4 9-15,-7 3-39 0,2 3-38 0,1 1 0 16,2 3-73-16,3 0 65 0</inkml:trace>
  <inkml:trace contextRef="#ctx0" brushRef="#br0" timeOffset="2953.6">20562 8929 1761 0,'0'0'-11'0,"0"0"13"0,-6 0 7 0,1 0 28 16,5 0 23-16,0 0-15 0,0 0-6 0,0 0-26 16,8 0-20-16,5-3 7 0,9 1 0 0,8-3 7 15,9 2-5-15,10-1 4 0,11 2-4 0,5 2-4 16,10 0 4-16,8 0-4 0,7 0 8 0,7 4-6 16,8 3 0-16,8-2-41 0,7-2-49 0,13 2-15 15,13-1-34-15,5 0 7 0,11-2 28 16,12-1 14-16,6 0 55 0,9-1 22 0,11 0 17 15,9 0 5-15,7-4-16 0,9 4 7 0,5-5-4 16,3 2 8-16,4 3 0 0,0 0-8 0,-6 0-6 16,1 0-3-16,-7 0-39 0,-3 7 10 0,-6-7 10 15,-2 5-8-15,-7-1 45 0,-6 0 3 0,-2-2 17 16,-10-2 19-16,1 1-4 0,-6-1 19 0,-7 0-11 16,-6 0-1-16,-6 0 21 0,-6 0-11 0,-9-4-9 15,-9 0-13-15,-12-2-15 0,-12 1-12 0,-8-1 14 16,-14 2-2-16,-11-2 10 0,-13 0 14 0,-9 1 15 15,-10-1 23-15,-11 1-3 0,-8 1-13 0,-4-2-18 16,-13 3-17-16,-1 1-4 0,-7-1-12 16,-3 1-4-16,-2 1-9 0,-3 0-25 0,0 1 10 15,0 0 3-15,0 0-13 0,0 0 16 0,-4 0-1 16,0 0-7-16,3 0 9 0,-2 0-5 0,-2 0 3 16,1 0 0-16,0 0-1 0,-2 4 9 0,-2-1-6 15,0-1 4-15,-2 0 0 0,-1-1-2 0,2 2 8 16,-3-3-8-16,2 3-2 0,-3-2 4 0,1-1-5 15,-3 2 11-15,1-1 1 0,0 0-5 0,-4-1 2 16,2 3-2-16,-1-2-5 0,-1 1 3 0,1 2-4 16,0-1 2-16,-4 2 6 0,-2 2 7 15,-1-1-9-15,-2 3 2 0,0 0 10 0,-1 3-14 16,-2 1 25-16,2 0-15 0,1 2-6 0,5 1 17 16,-1 0-23-16,1 3 12 0,5-1-1 0,1 1-14 15,0 0 20-15,1 1-5 0,5 1 3 0,-1-2 10 16,3 2-17-16,3-2 0 0,4 0 7 0,0 2-14 15,7-2 14-15,3 0-1 0,2 0-3 0,2 0 10 16,2-1-2-16,3 0-3 0,1-2-5 0,4-1-7 16,3-2-3-16,1-1 3 0,6-5 5 15,0-1 3-15,1-2-5 0,-2-2-1 0,2-2 4 0,-2 0-12 16,-6-7 4-16,3-1 2 0,-3-2-5 16,-3-2 5-16,-4-2 17 0,-2-1 5 0,-4-5 27 15,-3 0 33-15,-4-3-6 0,-7-3 5 0,0-1-31 16,0-2-19-16,-9-1-9 0,0-3-22 0,-7 2 2 15,2-2-4-15,-7 2-5 0,4-2 5 0,-4 5 11 16,-1 1-20-16,0 3-26 0,3 2-57 0,-3 6-71 16,3-1-71-16,-2 6-70 0,3 6-82 0,-5 5-95 15</inkml:trace>
  <inkml:trace contextRef="#ctx0" brushRef="#br0" timeOffset="3672.63">20711 9449 1551 0,'-9'2'18'15,"5"-2"16"-15,0 2 39 0,4-2 48 0,0 0 1 16,0 0 5-16,0 0-29 0,8 0-25 0,4 0-4 16,4 0-20-16,8 0-10 0,4 0-15 0,8-6-15 15,12-2 4-15,7 0-4 0,7 1 0 0,14 2 0 16,3 1-7-16,11 1 0 0,9 1-6 0,9 0-1 15,11 2 3-15,7 0-37 0,9 0-39 0,7 7-42 16,8-1-63-16,7-2-18 0,10 0-37 0,4 2-21 16,4 3-23-16,10 0 11 0,0-4 34 0,8 0 7 15</inkml:trace>
  <inkml:trace contextRef="#ctx0" brushRef="#br0" timeOffset="3875.71">25601 9481 633 0,'198'4'27'0,"-8"1"26"0,-5-5 2 0,-8 3-6 15,-8-3-25-15,-4 3-24 0,-9-3 4 0,-2 0 9 16,-8 0 18-16,-5-5 8 0,-3-1 4 0,-3 2 4 15,-5 1-3-15,-10-1-16 0,-7-2 16 0,-6 1-4 32,-9 0 0-32,-3 0 34 0,-10 1-41 0,-7-2 5 0,-2-1-18 0,-5 1-28 0,-3 1 22 0,-6 2-14 15,-4-1-4-15,-6 2 6 0,-1 1-6 0,-7 1-6 16,-7 0-9-16,-4 0-22 0,-5 7-62 0,-4 2-35 31,-4-1-57-31,-4 0-47 0,-2-4-1 0</inkml:trace>
  <inkml:trace contextRef="#ctx0" brushRef="#br0" timeOffset="4719.68">20532 10513 1968 0,'0'-9'6'15,"0"4"2"-15,0-5 2 0,-8 3 5 0,1 0 8 16,0-2 19-16,-1 0 15 0,-2 2 9 0,0 1-6 16,-2 2-4-16,4 2-30 0,-4 2 0 0,1 0 5 15,-3 6-13-15,3 4 21 0,-2 4 1 0,0 2-23 16,2 4 5-16,3 8 2 0,1-1-24 0,2 6 9 15,5 1-11-15,0 3-12 0,0 0 21 0,5-1-7 16,2 0 0-16,3-2 9 0,1-1-18 16,3-3 11-16,0-3 9 0,4-2-6 0,-2-4 56 15,2-5-3-15,2-5-53 0,2-2 44 0,1-4-40 16,-1-5 0-16,2 0 47 0,0-7-44 0,0-4-12 16,-1-4 0-16,0-3-2 0,0-7 2 0,-4-4-3 15,-3-3-3-15,0-5-55 0,-5-4-5 0,-5-3-1 16,0-2 13-16,-6-3 54 0,0 1 0 0,-9 0 9 15,1 3-14-15,-1 3 8 0,-4 5-8 0,0 7 3 16,-2 4 9-16,0 7-19 0,-3 6 6 0,1 4 1 16,-3 2-4-16,-2 7 16 0,1 0 4 0,1 0-9 15,-1 10 1-15,2 1-10 0,0 6-41 16,5 0-52-16,2 3-74 0,2 1-56 0,3 2-65 16,7-1-19-16,0 0-34 0,9-1-41 0,0-1 88 15</inkml:trace>
  <inkml:trace contextRef="#ctx0" brushRef="#br0" timeOffset="5532.27">20659 10546 1688 0,'0'-9'30'0,"-10"0"13"16,-4-1 33-16,3 0 34 0,-3-2 2 0,1-3 50 15,-3 2-14-15,5-1-30 0,2 2 26 0,-1-1-64 16,7 2-16-16,3 0-8 0,0 1-58 0,14 3-52 16,5-2 51-16,5 2 10 0,6 1 0 0,10 1 43 15,9 3-53-15,9 2 1 0,5 0-3 0,10 0 10 16,9 7 0-16,10 1-78 0,8 1-47 15,8 0-45-15,9 1-41 0,10-2 48 0,8 1 23 16,10-2 28-16,7-2 41 0,7-3 27 0,8-2 25 16,6 0 14-16,9 0 2 0,8-6 2 0,5 1 29 15,7-1 39-15,2 0 16 0,5-2 7 0,2 1-28 16,1 0-35-16,0-1-21 0,-3 1-11 0,-10 0-2 16,-3 0-2-16,-5-1-15 0,-8 4-32 0,-6-2-30 15,-9 0-32-15,-5-1-6 0,-3 2 5 0,-3-1 31 16,-4 2 21-16,-4 1 29 0,-6-2 27 0,-5 3 4 15,-6 0 16-15,-7-1 28 0,-9 2-3 16,-7-2 36-16,-7 1 20 0,-11 0-25 0,-9 0-1 0,-9 0-38 16,-8 2-25-16,-6-3-4 0,-4 2-8 0,-9-1 10 15,-4-1-8-15,-2 2 2 0,-4 1 10 0,-1-2-12 16,-1 1 0-16,-1 1 6 0,-2-1-6 16,4 1 2-16,-4 0 4 0,3 0-4 0,-3 0-2 15,6 0 10-15,-4 0-4 0,2 0-4 0,0 0 4 16,0 0-4-16,-2 0 6 0,3 0-8 0,-1-6 8 15,-5 2-10-15,0 2-41 0,-4-4-21 0,-1 1-6 16,0 1 5-16,-2-2 35 0,-1 0 24 0,1 0 6 16,0 1 4-16,-1 0 6 0,0 1-12 0,-1 0-4 15,-2 0 16-15,-3 1-14 0,0 2 10 0,-3 1 4 16,-3 0-12-16,-2 0 14 0,-1 0 6 0,-2 0-2 16,-5 0 6-16,0 0-16 0,0 0 4 0,0 0 4 15,-8 0-12-15,-1 0 20 0,-1 0-3 16,-1 3-1-16,1 1 23 0,-4-1 6 0,-1-1 12 15,-2 1-6-15,0 0-9 0,-1 1-3 0,1 1-23 16,-4 0 1-16,1 1 17 0,1 0-7 0,-2 2 19 16,-1 1 0-16,-3 2-31 0,1 2 4 0,-1 0-13 15,0 4-8-15,-2-1 13 0,0 1-9 0,2 3 4 16,4 2 7-16,0-2-14 0,4 2 10 0,0 0-3 16,1 1 0-16,5 0 5 0,1-1 4 0,4 0-2 15,-2 0 2-15,7-1-1 0,1 1-5 0,0-5 4 16,7 1-1-16,1-2 1 0,5-4-5 15,1 0-1-15,4-2-18 0,5-3-6 0,-1-2-9 16,2-2-2-16,2-1 13 0,0 1 2 0,1-3 17 16,2 0 0-16,-3 0-6 0,1-8-3 0,2-1 1 15,-5 0 1-15,-1-4 18 0,3 0 13 0,-4-3-3 16,-3-7 38-16,1 2 22 0,-3-5 0 0,-1 1 45 16,-3-4-14-16,1 0-33 0,-4-2 12 0,-4 0-33 15,0-2-14-15,-3 3-2 0,-3 1-16 0,0-1-19 16,-9 2-16-16,1 1-2 0,-1 5-14 0,-1 2 0 15,-1 2-91-15,-3 3-85 0,-8 5-115 0,2 3-150 16,-3 2-121-16,-2 5 30 0</inkml:trace>
  <inkml:trace contextRef="#ctx0" brushRef="#br0" timeOffset="6360.75">20655 10800 1976 0,'-6'-3'0'0,"-1"0"2"0,0 2 4 0,1-3 30 15,2 2 34-15,1-1 48 0,3 1-7 0,0-1-20 16,0-1-35-16,13 1-43 0,4-1 11 16,4 1-10-16,9 0-1 0,9 1 2 0,7-1-19 0,10 3 8 15,5 0 1-15,11 0-3 0,6 0 4 16,9 8-8-16,8-1 4 0,8 3-4 0,8-3 0 15,4 3-59-15,10-1-33 0,13-2-23 0,1 2-14 16,11-2 52-16,10-3 29 0,11 0 18 0,10-2 22 16,16-2 14-16,8 0-2 0,10-6 2 0,6-1-2 15,12 3 5 1,-1-3-5-16,4 1 2 0,-7 1 6 0,0-1-12 0,-6 2 8 0,-6 1-1 0,-9-1-10 16,-6-1 12-16,-9 0-16 0,-7-2 1 0,-6 3 4 15,-6 0-8-15,-8-2 16 0,-3 4-4 16,-8-1-3-16,-6 0-1 0,-2 2 8 0,-4 1 22 15,-6 0 14-15,0 0 23 0,-6 0 10 0,-6 0 13 16,-5 0 18-16,-9 0-28 0,-8 0 46 0,-8 0-26 16,-12 0-19-16,-8 0 15 0,-9 0-64 0,-7 0 2 15,-7 0-12-15,-9 0-13 0,-7 0 9 0,-3-3-12 16,-7 0 2-16,-6 0 3 0,-7 1-2 0,-4 0-23 16,-4 0-84-16,-5 1-72 0,0-1-112 0,-14 2-122 15,-2-5-159-15,-6-2 3 0</inkml:trace>
  <inkml:trace contextRef="#ctx0" brushRef="#br0" timeOffset="10580.19">19565 8091 1648 0,'-3'-7'-7'0,"-4"-1"9"0,4 4-6 0,-2 1 10 15,3-1-6-15,-1 2-12 0,2 0 10 0,-3 2-14 16,0 0 12-16,3 0-6 0,-1 7 4 0,-1 1 14 15,0 4-6-15,-1 4 18 0,-1 9-10 0,2 3-4 16,-2 8 4-16,1 7-6 0,-1 6 1 0,0 8-7 16,4 4 6-16,-1 0 4 0,1 1-8 15,1 2 4-15,0-1 6 0,0-5-14 0,0-3 12 16,0-6-4-16,0-3-8 0,4-6 14 0,-4-3-10 16,2-3 12-16,1-5-8 0,1-4 0 0,-3-4 8 15,5-2-16-15,-1-6 6 0,1 0-12 0,1-5 0 16,2-1 12-16,0-2-4 0,4-1 10 0,0-2-6 15,1-1-4-15,3-1 8 0,4 0-12 0,4 0-2 16,1 0-10-16,5-3-15 0,3-1 13 0,5 2-22 16,5-1-39-16,6 3 2 0,3 0-17 0,7 0-17 15,5 0 18-15,3 0-21 0,9 0-51 0,1 0 7 16,7 0-9-16,7 0-38 0</inkml:trace>
  <inkml:trace contextRef="#ctx0" brushRef="#br0" timeOffset="10892.62">24023 8989 547 0,'144'-1'1'0,"-6"-1"-8"0,-4 0-5 0,-1-1 8 16,-2 1-4-16,-6-1 4 0,-3 1 11 0,-5-1-8 16,0 0 13-16,-6-2-5 0,-1 0-9 0,-4 1 8 15,0-1-12-15,-5-1 8 0,1 1 1 16,-2-1-6-16,-1 0-1 0,-1 1 4 0,-2-2 8 15,-1 2 10-15,-1-3 21 0,-4 4 5 0,0-3 4 16,-3 2 0-16,-1-1-19 0,-1 1-11 16,-2-1-12-16,4 1-4 0,-2-1-2 0,7 3 9 0,0 0-11 15,3 1-9-15,-2 0 3 0,3 1 3 0,4-1 5 16,2 1 11-16,-3-1 4 0,-1 2 12 0,2 0 5 16,-1 0-3-16,1 0-10 0,-2 0-15 0,-2 0 5 15,-3 0-13-15,2 5 4 0,-5-2 9 0,1 1-18 16,-7 0 5-16,-1 2-7 0,-5 0-37 0,-4 0-18 15,-4 1-30-15,-4 0-51 0,-6 1-1 0,-3 1-11 16</inkml:trace>
  <inkml:trace contextRef="#ctx0" brushRef="#br0" timeOffset="12267.9">29250 10588 554 0,'-45'0'-4'0,"-1"-5"-10"0,-10 0 0 15,0 2 28-15,-8-3 37 0,-4 4 49 0,-2-3 41 16,-10 0 8-16,-4-2-29 0,-1 0-14 0,-6-1-39 16,-3 1-22-16,-6-2-7 0,-6 1-20 0,-4 0-6 15,-5 1-12-15,-6-1 8 0,-5 2-10 0,-5 0 8 16,-6 5 0-16,-6-3-4 0,-4 1-4 16,-7 1-20-16,-4-1-23 0,-3 2 1 0,-10 1-1 15,0 0 12-15,-6 0 12 0,-1 0-13 0,-6 0-2 16,-2 6 16-16,-1-2-3 0,-1 0 8 0,0 4 11 15,-1 1-5-15,1-3 13 0,3 3-2 0,2-2 15 16,3 3 0-16,1-2-9 0,5 2 20 0,0-2-15 16,4 3-11-16,2-4 11 0,2 0-11 15,0 1 2-15,4-2-4 0,4 0 4 0,7 1 4 0,-3-3 1 16,6 1 18-16,1-1-4 0,2-1 26 16,5 0-6-16,2-3 1 0,1 0 31 0,2 0-22 0,6 0 9 15,-1 0-2-15,5 0-40 0,6 0-18 16,2 4 2-16,4 4-8 0,5-3 6 0,4 2 9 15,8-3-14-15,5-1 11 0,3 0 0 0,9 0-6 16,3-2-2-16,6 0-2 0,5-1-4 0,4 0 0 16,2 0 10-16,7 0-4 0,6 0 0 0,2 0 9 15,5 0-15-15,4 0-2 0,5 0 12 0,1 0-2 16,4 0 8-16,6 0-4 0,2 0-4 0,4 0 6 16,2 0-4-16,5 0-13 0,1 0-13 0,1 0-60 15,4 0-28-15,0-5-27 0,0 5-37 0,0 0-6 16,0 0-7-16,5 0-39 0,2-5 2 15</inkml:trace>
  <inkml:trace contextRef="#ctx0" brushRef="#br0" timeOffset="13080.53">21059 8514 246 0,'-7'-11'36'0,"0"-1"34"16,0-1 15-16,-1 3 44 0,0-2-21 0,-2 0-8 16,-2 0 8-16,1 2-26 0,-1-3 9 0,0 3-20 15,0-1-10-15,1-1-20 0,0 4-34 0,-5-2-9 16,3 2-3-16,-2 0 1 0,-2 0 12 15,-1 2-3-15,-2 2-7 0,-2 0-2 0,0 2-3 16,-3 0 5-16,-2 2 7 0,2 0 19 0,-5 0 11 16,-2 8-2-16,-4-1-4 0,1 5 12 0,0 7 30 15,-4 5 15-15,-3 6 28 0,0 8-13 0,-2 9-29 16,-4 8-15-16,1 8-25 0,-2 7 16 0,1 7-9 16,1 8 7-16,1 7 1 0,0 4-26 0,8 8 2 15,0 6-8-15,6 5-2 0,6 4 10 16,0 2 51-16,9 1 26 0,6-2-9 0,5-1-14 15,6-3-53-15,0-4 44 0,8-6-1 0,5-3 10 16,4-1-14-16,1-3-70 0,0-5 14 0,6 2-7 16,3-3-5-16,1-5 12 0,4 0-11 0,-1-7-3 15,2-6 18-15,6-4-8 0,-1-7 1 0,1-6-6 16,0-5 9-16,0-3-5 0,2-8 7 0,1-2 21 16,-1-4-18-16,3-4 6 0,-1-6 16 0,2-3-15 15,-1-3 13-15,-1-7 6 0,2-1-34 0,-2-7 20 16,3-5-24-16,-2 0-7 0,1-13 7 0,2-2-17 15,-3-6 20-15,2-4-6 0,0-8 6 0,1-5-10 16,1-3-10-16,-1-11 13 0,0-6 1 16,0-9-6-16,-3-8 11 0,2-10-9 0,-5-9-18 15,0-7-3-15,-5-6-6 0,-3-10-10 0,-6-4 19 16,-2-5 16-16,-5-2-3 0,-3-4 12 0,-6-2-9 16,-3 0-7-16,0 3-47 0,-8 3 2 0,0 3 5 15,-9 3 2-15,-4 7 56 0,-4 5 3 0,-8 5-8 16,-3 4 6-16,-8 1-12 0,-7 6-3 0,-1 1 15 15,-7 4-8-15,-2 6-1 0,-3 4-5 0,1 8-9 16,-4 7 2-16,4 11 10 0,0 8-5 0,1 8-1 16,2 8 8-16,0 6-14 0,1 8-45 0,7 6-44 15,-4 9-73-15,7 0-27 0,-2 8-23 0,-1 8-35 16,1 5-32-16,4 6-93 0</inkml:trace>
  <inkml:trace contextRef="#ctx0" brushRef="#br0" timeOffset="14017.88">20423 8805 1070 0,'9'-6'-4'0,"4"-1"-4"0,4-1 12 15,0 2 3-15,6 2 12 0,5-4 6 0,7 2-16 16,8 0 4-16,12-1-5 0,7 3-1 0,10-1 11 15,8 0-15-15,12 1 3 0,11-1 2 0,10-1-10 16,14 0 4-16,12-2 10 0,8 1-4 16,16-3 3-16,3-1 10 0,11 3-17 0,5-5 0 15,6 0-4-15,0-1-33 0,3 2-39 0,6-3-19 16,-3 1-14-16,0-1 6 0,4-3 22 0,4 2 13 16,4 0 10-16,4-2 12 0,2 0 33 0,5 0 7 15,5 0 29-15,3 0 28 0,1 2 16 0,2-1 10 16,-7 3-21-16,-3 1-10 0,-6 1-37 0,-9 3-13 15,-11 1-5-15,-11 2-29 0,-12 1 14 0,-14 1-1 16,-10 0 8-16,-12-1 17 0,-9 2-8 0,-11-1-3 16,-8 1 5-16,-9 0 0 0,-7 1 6 15,-10-1 13-15,-6 2 3 0,-7 1 10 0,-4 0 20 16,-9 0 28-16,-6-1 2 0,-2-1-4 0,-5-1-7 16,-5 2-24-16,-4-2-10 0,-4 0-24 0,-3-2-9 15,-7 1-12-15,1 0-1 0,-7-2 26 0,-1 1 19 16,-5 1 25-16,-1 1 11 0,-1 0 3 0,-2 1-31 15,-1 0-21-15,0 2-5 0,0-2-16 0,0 2 14 16,0 0-4-16,0 0-2 0,0 0-2 0,0 0-4 16,0 0 8-16,0 0-20 0,0 0 8 0,0 0 2 15,0 0-8-15,0 0 22 0,0 0-8 0,0 0 9 16,0 0 9-16,0 0 3 0,0 0 26 0,0 0-1 16,-4 0 2-16,-1 0-6 0,-2 4-25 0,4-4-13 15,-1 0 1-15,-3 0-24 0,1 0 7 16,-2 0-9-16,-4 0-4 0,0 0 17 0,-5 0-6 15,1 0 8-15,-4 0 4 0,-6 0-10 0,1 6 1 16,-7 5 9-16,-1 6-1 0,-1 4 16 0,-6 7 0 16,-5 10 6-16,-5 8-2 0,0 12 6 0,-5 7 12 15,-3 12-16-15,-4 8 9 0,1 7 14 0,-1 9-8 16,0 4 19-16,4 2-9 0,-1 6-24 0,6 1 1 16,2 2-14-16,5 1 2 0,5-1 7 0,8 0-7 15,4-1-2-15,7-4 1 0,8 1-14 0,5-7 2 16,9-2 0-16,0-7-4 0,6-3 11 0,8-6-1 15,2-2 1-15,9-5-4 0,5-3-8 0,4-7 3 16,5-3 0-16,4 0-4 0,1-4 6 16,5-5-9-16,5-5 5 0,0-5 2 0,-1-4-13 15,4-6 4-15,2-4-43 0,-3-5-16 0,-5-6-6 16,1-9-13-16,-1-2 23 0,-3-12-8 0,-1 0 9 16,-3-8 18-16,-1-9 1 0,-2-5 17 0,0-7 17 15,0-10-3-15,-3-8 17 0,-3-7 11 0,0-13-11 16,-2-8 7-16,-1-11-5 0,1-10 0 0,-1-11 2 15,1-11-14-15,1-9 15 0,-1-10 9 0,1-8 5 16,-1-7 17-16,-3-2-8 0,-2-1-1 0,2-2 6 16,-6 5 6-16,-2 5 10 0,-1 8-10 0,-8 7-6 15,-3 9-18-15,-3 6-17 0,-7 9-11 16,0 8-1-16,-8 8-8 0,-6 9 12 0,-1 8 10 16,-5 5-8-16,-4 9 0 0,1 9-7 0,-7 8-8 15,-3 6 10-15,-4 8-4 0,-4 5 4 0,-5 10 7 16,-6 8-51-16,-4 7-85 0,-7 9-98 0,0 9-133 15,-4 8-101-15,-5 8 52 0</inkml:trace>
  <inkml:trace contextRef="#ctx0" brushRef="#br0" timeOffset="14549.31">21399 11668 2153 0,'-4'8'8'16,"4"0"3"-16,0 1-5 0,13-5 11 0,8 3 33 15,12-2 43-15,10-5 85 0,15 0 32 0,19 0-27 16,17 0-17-16,15 0-73 0,18 0-22 0,18 0 3 16,13 0-4-16,18-3 0 0,12 1-24 0,15-1-14 15,11-1-32-15,11 1-3 0,12-2 1 0,8 0 6 16,8-3-4-16,6 2-5 0,7 0-4 16,7-1-40-16,5 0-37 0,4-1-43 0,4 2-24 15,2 1 24-15,4 0 38 0,6 0-26 0,-1 2 29 16,0 2 0-16,-2-2 1 0,-6 3 68 0,-6 0-30 15,-13 0-31-15,-12 0-15 0,-18 0-50 0,-18 0-24 16,-19 0-39-16,-22 0-49 0,-22-6-48 0,-26-2-58 16,-21-3 27-16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11/23/2023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1F2A70B-78F2-4DCF-B53B-C990D2FAFB8A}" type="slidenum">
              <a:rPr lang="en-IN" smtClean="0"/>
              <a:t>25</a:t>
            </a:fld>
            <a:endParaRPr lang="en-IN"/>
          </a:p>
        </p:txBody>
      </p:sp>
    </p:spTree>
    <p:extLst>
      <p:ext uri="{BB962C8B-B14F-4D97-AF65-F5344CB8AC3E}">
        <p14:creationId xmlns:p14="http://schemas.microsoft.com/office/powerpoint/2010/main" val="68028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Unit-4</a:t>
            </a:r>
            <a:br>
              <a:rPr lang="en-US" sz="4000" dirty="0"/>
            </a:br>
            <a:r>
              <a:rPr lang="en-US" sz="4000" dirty="0"/>
              <a:t>Transport Layer Protocols</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normAutofit/>
          </a:bodyPr>
          <a:lstStyle/>
          <a:p>
            <a:r>
              <a:rPr lang="en-US" dirty="0"/>
              <a:t>Transmission Control Protocol</a:t>
            </a:r>
          </a:p>
          <a:p>
            <a:pPr lvl="1"/>
            <a:r>
              <a:rPr lang="en-US" dirty="0"/>
              <a:t>TCP Services</a:t>
            </a:r>
          </a:p>
          <a:p>
            <a:pPr lvl="1"/>
            <a:r>
              <a:rPr lang="en-US" dirty="0"/>
              <a:t>TCP Features</a:t>
            </a:r>
          </a:p>
          <a:p>
            <a:pPr lvl="1"/>
            <a:r>
              <a:rPr lang="en-US" dirty="0"/>
              <a:t>Segment</a:t>
            </a:r>
          </a:p>
          <a:p>
            <a:pPr lvl="1"/>
            <a:r>
              <a:rPr lang="en-US" dirty="0"/>
              <a:t>A </a:t>
            </a:r>
            <a:r>
              <a:rPr lang="en-US"/>
              <a:t>TCP Connection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Transmission Control Protocol</a:t>
            </a:r>
          </a:p>
        </p:txBody>
      </p:sp>
      <p:sp>
        <p:nvSpPr>
          <p:cNvPr id="14" name="Content Placeholder 13"/>
          <p:cNvSpPr>
            <a:spLocks noGrp="1"/>
          </p:cNvSpPr>
          <p:nvPr>
            <p:ph idx="1"/>
          </p:nvPr>
        </p:nvSpPr>
        <p:spPr/>
        <p:txBody>
          <a:bodyPr>
            <a:normAutofit fontScale="92500"/>
          </a:bodyPr>
          <a:lstStyle/>
          <a:p>
            <a:r>
              <a:rPr lang="en-IN" dirty="0"/>
              <a:t>Transmission Control Protocol (TCP) is a </a:t>
            </a:r>
            <a:r>
              <a:rPr lang="en-IN" b="1" i="1" dirty="0">
                <a:solidFill>
                  <a:srgbClr val="FFFF00"/>
                </a:solidFill>
              </a:rPr>
              <a:t>connection-oriented, reliable protocol. </a:t>
            </a:r>
          </a:p>
          <a:p>
            <a:r>
              <a:rPr lang="en-IN" dirty="0"/>
              <a:t> TCP explicitly defines </a:t>
            </a:r>
            <a:r>
              <a:rPr lang="en-IN" b="1" i="1" dirty="0">
                <a:solidFill>
                  <a:srgbClr val="FFFF00"/>
                </a:solidFill>
              </a:rPr>
              <a:t>connection establishment, data transfer, and connection teardown phases</a:t>
            </a:r>
            <a:r>
              <a:rPr lang="en-IN" dirty="0"/>
              <a:t> to provide a connection-oriented service.  </a:t>
            </a:r>
          </a:p>
          <a:p>
            <a:r>
              <a:rPr lang="en-IN" dirty="0"/>
              <a:t>TCP uses a combination of </a:t>
            </a:r>
            <a:r>
              <a:rPr lang="en-IN" b="1" i="1" dirty="0">
                <a:solidFill>
                  <a:srgbClr val="92D050"/>
                </a:solidFill>
              </a:rPr>
              <a:t>GBN and SR protocols to provide reliability</a:t>
            </a:r>
            <a:r>
              <a:rPr lang="en-IN" dirty="0"/>
              <a:t>. To achieve this goal, TCP uses checksum (for error detection), retransmission of lost or corrupted packets, cumulative and selective acknowledgments, and timers. </a:t>
            </a:r>
          </a:p>
          <a:p>
            <a:r>
              <a:rPr lang="en-IN" dirty="0"/>
              <a:t>In this section, we first discuss the services provided by TCP; we then discuss the TCP features in more detail. TCP is the most common transport-layer protocol in the Internet.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1900613-DC7A-6208-CE02-E2B49FE7D96F}"/>
                  </a:ext>
                </a:extLst>
              </p14:cNvPr>
              <p14:cNvContentPartPr/>
              <p14:nvPr/>
            </p14:nvContentPartPr>
            <p14:xfrm>
              <a:off x="4012200" y="344520"/>
              <a:ext cx="7448040" cy="3676320"/>
            </p14:xfrm>
          </p:contentPart>
        </mc:Choice>
        <mc:Fallback xmlns="">
          <p:pic>
            <p:nvPicPr>
              <p:cNvPr id="4" name="Ink 3">
                <a:extLst>
                  <a:ext uri="{FF2B5EF4-FFF2-40B4-BE49-F238E27FC236}">
                    <a16:creationId xmlns:a16="http://schemas.microsoft.com/office/drawing/2014/main" id="{11900613-DC7A-6208-CE02-E2B49FE7D96F}"/>
                  </a:ext>
                </a:extLst>
              </p:cNvPr>
              <p:cNvPicPr/>
              <p:nvPr/>
            </p:nvPicPr>
            <p:blipFill>
              <a:blip r:embed="rId3"/>
              <a:stretch>
                <a:fillRect/>
              </a:stretch>
            </p:blipFill>
            <p:spPr>
              <a:xfrm>
                <a:off x="4002840" y="335160"/>
                <a:ext cx="7466760" cy="3695040"/>
              </a:xfrm>
              <a:prstGeom prst="rect">
                <a:avLst/>
              </a:prstGeom>
            </p:spPr>
          </p:pic>
        </mc:Fallback>
      </mc:AlternateContent>
    </p:spTree>
    <p:extLst>
      <p:ext uri="{BB962C8B-B14F-4D97-AF65-F5344CB8AC3E}">
        <p14:creationId xmlns:p14="http://schemas.microsoft.com/office/powerpoint/2010/main" val="206930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TCP Services</a:t>
            </a:r>
          </a:p>
        </p:txBody>
      </p:sp>
      <p:sp>
        <p:nvSpPr>
          <p:cNvPr id="14" name="Content Placeholder 13"/>
          <p:cNvSpPr>
            <a:spLocks noGrp="1"/>
          </p:cNvSpPr>
          <p:nvPr>
            <p:ph idx="1"/>
          </p:nvPr>
        </p:nvSpPr>
        <p:spPr/>
        <p:txBody>
          <a:bodyPr>
            <a:normAutofit/>
          </a:bodyPr>
          <a:lstStyle/>
          <a:p>
            <a:r>
              <a:rPr lang="en-US" dirty="0"/>
              <a:t>Process-to-Process Communication</a:t>
            </a:r>
          </a:p>
          <a:p>
            <a:r>
              <a:rPr lang="en-US" dirty="0"/>
              <a:t>Stream Delivery Service</a:t>
            </a:r>
          </a:p>
          <a:p>
            <a:pPr lvl="1"/>
            <a:r>
              <a:rPr lang="en-US" dirty="0"/>
              <a:t>Sending and Receiving Buffers</a:t>
            </a:r>
          </a:p>
          <a:p>
            <a:pPr lvl="1"/>
            <a:r>
              <a:rPr lang="en-US" dirty="0"/>
              <a:t>Segments</a:t>
            </a:r>
          </a:p>
          <a:p>
            <a:r>
              <a:rPr lang="en-US" dirty="0"/>
              <a:t>Full-Duplex Communication</a:t>
            </a:r>
          </a:p>
          <a:p>
            <a:r>
              <a:rPr lang="en-US" dirty="0"/>
              <a:t>Multiplexing and Demultiplexing</a:t>
            </a:r>
          </a:p>
          <a:p>
            <a:r>
              <a:rPr lang="en-US" dirty="0"/>
              <a:t>Connection-Oriented Service</a:t>
            </a:r>
          </a:p>
          <a:p>
            <a:r>
              <a:rPr lang="en-US" dirty="0"/>
              <a:t>Reliable Service</a:t>
            </a:r>
          </a:p>
          <a:p>
            <a:pPr lvl="1"/>
            <a:endParaRPr lang="en-US" dirty="0"/>
          </a:p>
          <a:p>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3202649-8C0C-74D6-6E7B-E0395475A960}"/>
                  </a:ext>
                </a:extLst>
              </p14:cNvPr>
              <p14:cNvContentPartPr/>
              <p14:nvPr/>
            </p14:nvContentPartPr>
            <p14:xfrm>
              <a:off x="6675480" y="2522520"/>
              <a:ext cx="4222080" cy="1713960"/>
            </p14:xfrm>
          </p:contentPart>
        </mc:Choice>
        <mc:Fallback xmlns="">
          <p:pic>
            <p:nvPicPr>
              <p:cNvPr id="4" name="Ink 3">
                <a:extLst>
                  <a:ext uri="{FF2B5EF4-FFF2-40B4-BE49-F238E27FC236}">
                    <a16:creationId xmlns:a16="http://schemas.microsoft.com/office/drawing/2014/main" id="{53202649-8C0C-74D6-6E7B-E0395475A960}"/>
                  </a:ext>
                </a:extLst>
              </p:cNvPr>
              <p:cNvPicPr/>
              <p:nvPr/>
            </p:nvPicPr>
            <p:blipFill>
              <a:blip r:embed="rId3"/>
              <a:stretch>
                <a:fillRect/>
              </a:stretch>
            </p:blipFill>
            <p:spPr>
              <a:xfrm>
                <a:off x="6666120" y="2513160"/>
                <a:ext cx="4240800" cy="1732680"/>
              </a:xfrm>
              <a:prstGeom prst="rect">
                <a:avLst/>
              </a:prstGeom>
            </p:spPr>
          </p:pic>
        </mc:Fallback>
      </mc:AlternateContent>
    </p:spTree>
    <p:extLst>
      <p:ext uri="{BB962C8B-B14F-4D97-AF65-F5344CB8AC3E}">
        <p14:creationId xmlns:p14="http://schemas.microsoft.com/office/powerpoint/2010/main" val="2449267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Process-to-Process Communication</a:t>
            </a:r>
          </a:p>
        </p:txBody>
      </p:sp>
      <p:sp>
        <p:nvSpPr>
          <p:cNvPr id="14" name="Content Placeholder 13"/>
          <p:cNvSpPr>
            <a:spLocks noGrp="1"/>
          </p:cNvSpPr>
          <p:nvPr>
            <p:ph idx="1"/>
          </p:nvPr>
        </p:nvSpPr>
        <p:spPr/>
        <p:txBody>
          <a:bodyPr>
            <a:normAutofit/>
          </a:bodyPr>
          <a:lstStyle/>
          <a:p>
            <a:r>
              <a:rPr lang="en-IN" sz="3200" dirty="0"/>
              <a:t>As with UDP, TCP provides process-to-process communication using port numbers. </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027727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Delivery Service</a:t>
            </a:r>
          </a:p>
        </p:txBody>
      </p:sp>
      <p:sp>
        <p:nvSpPr>
          <p:cNvPr id="14" name="Content Placeholder 13"/>
          <p:cNvSpPr>
            <a:spLocks noGrp="1"/>
          </p:cNvSpPr>
          <p:nvPr>
            <p:ph idx="1"/>
          </p:nvPr>
        </p:nvSpPr>
        <p:spPr/>
        <p:txBody>
          <a:bodyPr>
            <a:normAutofit fontScale="92500" lnSpcReduction="20000"/>
          </a:bodyPr>
          <a:lstStyle/>
          <a:p>
            <a:r>
              <a:rPr lang="en-IN" sz="3200" dirty="0"/>
              <a:t>TCP, unlike UDP, is a stream-oriented protocol. </a:t>
            </a:r>
          </a:p>
          <a:p>
            <a:r>
              <a:rPr lang="en-IN" sz="3200" dirty="0"/>
              <a:t>In UDP, a process sends messages with predefined boundaries to UDP for delivery. </a:t>
            </a:r>
          </a:p>
          <a:p>
            <a:r>
              <a:rPr lang="en-IN" sz="3200" dirty="0"/>
              <a:t>UDP adds its own header to each of these messages and delivers it to IP for transmission. </a:t>
            </a:r>
          </a:p>
          <a:p>
            <a:r>
              <a:rPr lang="en-IN" sz="3200" dirty="0"/>
              <a:t>Each message from the process is called a user datagram, and becomes, eventually, one IP datagram. </a:t>
            </a:r>
          </a:p>
          <a:p>
            <a:r>
              <a:rPr lang="en-IN" sz="3200" dirty="0"/>
              <a:t>Neither IP nor UDP recognizes any relationship between the datagrams.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18318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Delivery Service</a:t>
            </a:r>
          </a:p>
        </p:txBody>
      </p:sp>
      <p:sp>
        <p:nvSpPr>
          <p:cNvPr id="14" name="Content Placeholder 13"/>
          <p:cNvSpPr>
            <a:spLocks noGrp="1"/>
          </p:cNvSpPr>
          <p:nvPr>
            <p:ph idx="1"/>
          </p:nvPr>
        </p:nvSpPr>
        <p:spPr>
          <a:xfrm>
            <a:off x="1413892" y="1610072"/>
            <a:ext cx="9505056" cy="4267200"/>
          </a:xfrm>
        </p:spPr>
        <p:txBody>
          <a:bodyPr>
            <a:normAutofit/>
          </a:bodyPr>
          <a:lstStyle/>
          <a:p>
            <a:r>
              <a:rPr lang="en-IN" sz="2000" dirty="0"/>
              <a:t>TCP, on the other hand, allows the sending process to deliver data as a stream of bytes and allows the receiving process to obtain data as a stream of bytes. </a:t>
            </a:r>
          </a:p>
          <a:p>
            <a:r>
              <a:rPr lang="en-IN" sz="2000" dirty="0"/>
              <a:t>TCP creates an environment in which the two processes seem to be connected by an imaginary “tube” that carries their bytes across the Internet. </a:t>
            </a:r>
          </a:p>
          <a:p>
            <a:r>
              <a:rPr lang="en-IN" sz="2000" dirty="0"/>
              <a:t>This imaginary environment is depicted in Figure. The sending process produces (writes to) the stream and the receiving process consumes (reads from) it.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906B6F1D-CA62-3CF3-2D0E-4EDB1CB81F3E}"/>
              </a:ext>
            </a:extLst>
          </p:cNvPr>
          <p:cNvPicPr>
            <a:picLocks noChangeAspect="1"/>
          </p:cNvPicPr>
          <p:nvPr/>
        </p:nvPicPr>
        <p:blipFill rotWithShape="1">
          <a:blip r:embed="rId2"/>
          <a:srcRect l="42911" t="48888" r="23415" b="29984"/>
          <a:stretch/>
        </p:blipFill>
        <p:spPr>
          <a:xfrm>
            <a:off x="3286100" y="3861049"/>
            <a:ext cx="6696744" cy="2232247"/>
          </a:xfrm>
          <a:prstGeom prst="rect">
            <a:avLst/>
          </a:prstGeom>
        </p:spPr>
      </p:pic>
      <p:sp>
        <p:nvSpPr>
          <p:cNvPr id="7" name="TextBox 6">
            <a:extLst>
              <a:ext uri="{FF2B5EF4-FFF2-40B4-BE49-F238E27FC236}">
                <a16:creationId xmlns:a16="http://schemas.microsoft.com/office/drawing/2014/main" id="{8890B6FC-64FA-5550-B9DD-9B36D2DAD1B4}"/>
              </a:ext>
            </a:extLst>
          </p:cNvPr>
          <p:cNvSpPr txBox="1"/>
          <p:nvPr/>
        </p:nvSpPr>
        <p:spPr>
          <a:xfrm>
            <a:off x="5779168" y="6084004"/>
            <a:ext cx="6096000" cy="369332"/>
          </a:xfrm>
          <a:prstGeom prst="rect">
            <a:avLst/>
          </a:prstGeom>
          <a:noFill/>
        </p:spPr>
        <p:txBody>
          <a:bodyPr wrap="square">
            <a:spAutoFit/>
          </a:bodyPr>
          <a:lstStyle/>
          <a:p>
            <a:r>
              <a:rPr lang="en-IN" sz="1800" b="0" i="1" u="none" strike="noStrike" baseline="0" dirty="0">
                <a:latin typeface="Times-Italic"/>
              </a:rPr>
              <a:t>Stream delivery</a:t>
            </a:r>
            <a:endParaRPr lang="en-IN" dirty="0"/>
          </a:p>
        </p:txBody>
      </p:sp>
    </p:spTree>
    <p:extLst>
      <p:ext uri="{BB962C8B-B14F-4D97-AF65-F5344CB8AC3E}">
        <p14:creationId xmlns:p14="http://schemas.microsoft.com/office/powerpoint/2010/main" val="1765809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Delivery Service</a:t>
            </a:r>
          </a:p>
        </p:txBody>
      </p:sp>
      <p:sp>
        <p:nvSpPr>
          <p:cNvPr id="14" name="Content Placeholder 13"/>
          <p:cNvSpPr>
            <a:spLocks noGrp="1"/>
          </p:cNvSpPr>
          <p:nvPr>
            <p:ph idx="1"/>
          </p:nvPr>
        </p:nvSpPr>
        <p:spPr>
          <a:xfrm>
            <a:off x="1413892" y="1610072"/>
            <a:ext cx="10153128" cy="4267200"/>
          </a:xfrm>
        </p:spPr>
        <p:txBody>
          <a:bodyPr>
            <a:normAutofit/>
          </a:bodyPr>
          <a:lstStyle/>
          <a:p>
            <a:r>
              <a:rPr lang="en-IN" sz="2000" dirty="0"/>
              <a:t>Because the sending and the receiving processes may not necessarily write or read data at the same rate, TCP needs buffers for storage. </a:t>
            </a:r>
          </a:p>
          <a:p>
            <a:r>
              <a:rPr lang="en-IN" sz="2000" dirty="0"/>
              <a:t>There are two buffers, the sending buffer and the receiving buffer, one for each direction. </a:t>
            </a:r>
          </a:p>
          <a:p>
            <a:r>
              <a:rPr lang="en-IN" sz="2000" dirty="0"/>
              <a:t>These buffers are also necessary for flow- and error-control mechanisms used by TCP. </a:t>
            </a:r>
          </a:p>
          <a:p>
            <a:r>
              <a:rPr lang="en-IN" sz="2000" dirty="0"/>
              <a:t>One way to implement a buffer is to use a circular array of 1-byte locations as shown in Figure.</a:t>
            </a:r>
          </a:p>
          <a:p>
            <a:r>
              <a:rPr lang="en-IN" sz="2000" dirty="0"/>
              <a:t>For simplicity, we have shown two buffers of 20 bytes each; normally the buffers are hundreds or thousands of bytes, depending on the implementation. </a:t>
            </a:r>
          </a:p>
          <a:p>
            <a:r>
              <a:rPr lang="en-IN" sz="2000" dirty="0"/>
              <a:t>We also show the buffers as the same size, which is not always the case.</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058010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Delivery Service</a:t>
            </a:r>
          </a:p>
        </p:txBody>
      </p:sp>
      <p:pic>
        <p:nvPicPr>
          <p:cNvPr id="5" name="Content Placeholder 4">
            <a:extLst>
              <a:ext uri="{FF2B5EF4-FFF2-40B4-BE49-F238E27FC236}">
                <a16:creationId xmlns:a16="http://schemas.microsoft.com/office/drawing/2014/main" id="{8E29B29D-BE77-43BE-2B95-6CC358474E57}"/>
              </a:ext>
            </a:extLst>
          </p:cNvPr>
          <p:cNvPicPr>
            <a:picLocks noGrp="1" noChangeAspect="1"/>
          </p:cNvPicPr>
          <p:nvPr>
            <p:ph idx="1"/>
          </p:nvPr>
        </p:nvPicPr>
        <p:blipFill rotWithShape="1">
          <a:blip r:embed="rId2"/>
          <a:srcRect l="36104" t="35884" r="12241" b="26991"/>
          <a:stretch/>
        </p:blipFill>
        <p:spPr>
          <a:xfrm>
            <a:off x="1341884" y="2060848"/>
            <a:ext cx="10215027" cy="3900238"/>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74841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Delivery Service</a:t>
            </a:r>
          </a:p>
        </p:txBody>
      </p:sp>
      <p:sp>
        <p:nvSpPr>
          <p:cNvPr id="14" name="Content Placeholder 13"/>
          <p:cNvSpPr>
            <a:spLocks noGrp="1"/>
          </p:cNvSpPr>
          <p:nvPr>
            <p:ph idx="1"/>
          </p:nvPr>
        </p:nvSpPr>
        <p:spPr>
          <a:xfrm>
            <a:off x="1413892" y="1610072"/>
            <a:ext cx="10153128" cy="4267200"/>
          </a:xfrm>
        </p:spPr>
        <p:txBody>
          <a:bodyPr>
            <a:normAutofit/>
          </a:bodyPr>
          <a:lstStyle/>
          <a:p>
            <a:r>
              <a:rPr lang="en-IN" sz="2000" dirty="0"/>
              <a:t>Although buffering handles the disparity between the speed of the producing and consuming processes, we need one more step before we can send data. </a:t>
            </a:r>
          </a:p>
          <a:p>
            <a:r>
              <a:rPr lang="en-IN" sz="2000" dirty="0"/>
              <a:t>The network layer, as a service provider for TCP, needs to send data in packets, not as a stream of bytes. </a:t>
            </a:r>
          </a:p>
          <a:p>
            <a:r>
              <a:rPr lang="en-IN" sz="2000" dirty="0"/>
              <a:t>At the transport layer, TCP groups a number of bytes together into a packet called a segment. TCP adds a header to each segment (for control purposes) and delivers the segment to the network layer for transmission. </a:t>
            </a:r>
          </a:p>
          <a:p>
            <a:r>
              <a:rPr lang="en-IN" sz="2000" dirty="0"/>
              <a:t>The segments are encapsulated in an IP datagram and transmitted. </a:t>
            </a:r>
          </a:p>
          <a:p>
            <a:r>
              <a:rPr lang="en-IN" sz="2000" dirty="0"/>
              <a:t>This entire operation is transparent to the receiving process. </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13408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Delivery Service</a:t>
            </a:r>
          </a:p>
        </p:txBody>
      </p:sp>
      <p:sp>
        <p:nvSpPr>
          <p:cNvPr id="14" name="Content Placeholder 13"/>
          <p:cNvSpPr>
            <a:spLocks noGrp="1"/>
          </p:cNvSpPr>
          <p:nvPr>
            <p:ph idx="1"/>
          </p:nvPr>
        </p:nvSpPr>
        <p:spPr>
          <a:xfrm>
            <a:off x="1413892" y="1610072"/>
            <a:ext cx="10153128" cy="4267200"/>
          </a:xfrm>
        </p:spPr>
        <p:txBody>
          <a:bodyPr>
            <a:normAutofit/>
          </a:bodyPr>
          <a:lstStyle/>
          <a:p>
            <a:r>
              <a:rPr lang="en-IN" sz="2000" dirty="0"/>
              <a:t>Following Figure shows how segments are created from the bytes in the buffers. </a:t>
            </a:r>
          </a:p>
          <a:p>
            <a:r>
              <a:rPr lang="en-IN" sz="2000" dirty="0"/>
              <a:t>Note that segments are not necessarily all the same size. In the figure, for simplicity, we show one segment carrying 3 bytes and the other carrying 5 bytes. </a:t>
            </a:r>
          </a:p>
          <a:p>
            <a:r>
              <a:rPr lang="en-IN" sz="2000" dirty="0"/>
              <a:t>In reality,  segments carry hundreds, if not thousands, of bytes.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30E1A17B-2490-9ACE-0A6E-8A1777FEA2B2}"/>
              </a:ext>
            </a:extLst>
          </p:cNvPr>
          <p:cNvPicPr>
            <a:picLocks noChangeAspect="1"/>
          </p:cNvPicPr>
          <p:nvPr/>
        </p:nvPicPr>
        <p:blipFill rotWithShape="1">
          <a:blip r:embed="rId2"/>
          <a:srcRect l="22234" t="21087" r="9827" b="29983"/>
          <a:stretch/>
        </p:blipFill>
        <p:spPr>
          <a:xfrm>
            <a:off x="2710036" y="3238493"/>
            <a:ext cx="7273214" cy="2782795"/>
          </a:xfrm>
          <a:prstGeom prst="rect">
            <a:avLst/>
          </a:prstGeom>
        </p:spPr>
      </p:pic>
      <p:sp>
        <p:nvSpPr>
          <p:cNvPr id="7" name="TextBox 6">
            <a:extLst>
              <a:ext uri="{FF2B5EF4-FFF2-40B4-BE49-F238E27FC236}">
                <a16:creationId xmlns:a16="http://schemas.microsoft.com/office/drawing/2014/main" id="{84C6D53E-8173-13E4-5BE1-6B67590AE467}"/>
              </a:ext>
            </a:extLst>
          </p:cNvPr>
          <p:cNvSpPr txBox="1"/>
          <p:nvPr/>
        </p:nvSpPr>
        <p:spPr>
          <a:xfrm>
            <a:off x="5471020" y="6031469"/>
            <a:ext cx="6096000" cy="369332"/>
          </a:xfrm>
          <a:prstGeom prst="rect">
            <a:avLst/>
          </a:prstGeom>
          <a:noFill/>
        </p:spPr>
        <p:txBody>
          <a:bodyPr wrap="square">
            <a:spAutoFit/>
          </a:bodyPr>
          <a:lstStyle/>
          <a:p>
            <a:r>
              <a:rPr lang="en-IN" sz="1800" b="0" i="1" u="none" strike="noStrike" baseline="0" dirty="0">
                <a:latin typeface="Times-Italic"/>
              </a:rPr>
              <a:t>TCP segments</a:t>
            </a:r>
            <a:endParaRPr lang="en-IN" dirty="0"/>
          </a:p>
        </p:txBody>
      </p:sp>
    </p:spTree>
    <p:extLst>
      <p:ext uri="{BB962C8B-B14F-4D97-AF65-F5344CB8AC3E}">
        <p14:creationId xmlns:p14="http://schemas.microsoft.com/office/powerpoint/2010/main" val="3380069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Full-Duplex Communication</a:t>
            </a:r>
          </a:p>
        </p:txBody>
      </p:sp>
      <p:sp>
        <p:nvSpPr>
          <p:cNvPr id="14" name="Content Placeholder 13"/>
          <p:cNvSpPr>
            <a:spLocks noGrp="1"/>
          </p:cNvSpPr>
          <p:nvPr>
            <p:ph idx="1"/>
          </p:nvPr>
        </p:nvSpPr>
        <p:spPr/>
        <p:txBody>
          <a:bodyPr>
            <a:normAutofit/>
          </a:bodyPr>
          <a:lstStyle/>
          <a:p>
            <a:r>
              <a:rPr lang="en-IN" dirty="0"/>
              <a:t>TCP offers full-duplex service, where data can flow in both directions at the same time. </a:t>
            </a:r>
          </a:p>
          <a:p>
            <a:r>
              <a:rPr lang="en-IN" dirty="0"/>
              <a:t>Each TCP endpoint then has its own sending and receiving buffer, and segments move in both directions</a:t>
            </a:r>
            <a:endParaRPr lang="en-US" dirty="0"/>
          </a:p>
          <a:p>
            <a:pPr lvl="1"/>
            <a:endParaRPr lang="en-US" dirty="0"/>
          </a:p>
          <a:p>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17593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Multiplexing and Demultiplexing</a:t>
            </a:r>
          </a:p>
        </p:txBody>
      </p:sp>
      <p:sp>
        <p:nvSpPr>
          <p:cNvPr id="14" name="Content Placeholder 13"/>
          <p:cNvSpPr>
            <a:spLocks noGrp="1"/>
          </p:cNvSpPr>
          <p:nvPr>
            <p:ph idx="1"/>
          </p:nvPr>
        </p:nvSpPr>
        <p:spPr/>
        <p:txBody>
          <a:bodyPr>
            <a:normAutofit/>
          </a:bodyPr>
          <a:lstStyle/>
          <a:p>
            <a:r>
              <a:rPr lang="en-IN" dirty="0"/>
              <a:t>Like UDP, TCP performs multiplexing at the sender and demultiplexing at the receiver.</a:t>
            </a:r>
          </a:p>
          <a:p>
            <a:r>
              <a:rPr lang="en-IN" dirty="0"/>
              <a:t>However, since TCP is a connection-oriented protocol, a connection needs to be established for each pair of processes.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644804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Connection-Oriented Service</a:t>
            </a:r>
          </a:p>
        </p:txBody>
      </p:sp>
      <p:sp>
        <p:nvSpPr>
          <p:cNvPr id="14" name="Content Placeholder 13"/>
          <p:cNvSpPr>
            <a:spLocks noGrp="1"/>
          </p:cNvSpPr>
          <p:nvPr>
            <p:ph idx="1"/>
          </p:nvPr>
        </p:nvSpPr>
        <p:spPr/>
        <p:txBody>
          <a:bodyPr>
            <a:normAutofit fontScale="92500" lnSpcReduction="10000"/>
          </a:bodyPr>
          <a:lstStyle/>
          <a:p>
            <a:r>
              <a:rPr lang="en-IN" dirty="0"/>
              <a:t>TCP, unlike UDP, is a connection-oriented protocol. When a process at site A wants to send to and receive data from another process at site B, the following three phases occur:</a:t>
            </a:r>
          </a:p>
          <a:p>
            <a:pPr marL="731520" lvl="1" indent="-457200">
              <a:buFont typeface="+mj-lt"/>
              <a:buAutoNum type="arabicPeriod"/>
            </a:pPr>
            <a:r>
              <a:rPr lang="en-IN" dirty="0"/>
              <a:t>The two TCP’s establish a logical connection between them.</a:t>
            </a:r>
          </a:p>
          <a:p>
            <a:pPr marL="731520" lvl="1" indent="-457200">
              <a:buFont typeface="+mj-lt"/>
              <a:buAutoNum type="arabicPeriod"/>
            </a:pPr>
            <a:r>
              <a:rPr lang="en-IN" dirty="0"/>
              <a:t>Data are exchanged in both directions.</a:t>
            </a:r>
          </a:p>
          <a:p>
            <a:pPr marL="731520" lvl="1" indent="-457200">
              <a:buFont typeface="+mj-lt"/>
              <a:buAutoNum type="arabicPeriod"/>
            </a:pPr>
            <a:r>
              <a:rPr lang="en-IN" dirty="0"/>
              <a:t>The connection is terminated.</a:t>
            </a:r>
          </a:p>
          <a:p>
            <a:r>
              <a:rPr lang="en-IN" dirty="0"/>
              <a:t>Note that this is a logical connection, not a physical connection. </a:t>
            </a:r>
          </a:p>
          <a:p>
            <a:r>
              <a:rPr lang="en-IN" dirty="0"/>
              <a:t>The TCP segment is encapsulated in an IP datagram and can be sent out of order, or lost or corrupted, and then resent. Each may be routed over a different path to reach the destination. There is no physical connection. </a:t>
            </a:r>
          </a:p>
          <a:p>
            <a:r>
              <a:rPr lang="en-IN" dirty="0"/>
              <a:t>TCP creates a stream-oriented environment in which it accepts the responsibility of delivering the bytes in order to the other site.</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210995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Reliable Service</a:t>
            </a:r>
          </a:p>
        </p:txBody>
      </p:sp>
      <p:sp>
        <p:nvSpPr>
          <p:cNvPr id="14" name="Content Placeholder 13"/>
          <p:cNvSpPr>
            <a:spLocks noGrp="1"/>
          </p:cNvSpPr>
          <p:nvPr>
            <p:ph idx="1"/>
          </p:nvPr>
        </p:nvSpPr>
        <p:spPr/>
        <p:txBody>
          <a:bodyPr>
            <a:normAutofit/>
          </a:bodyPr>
          <a:lstStyle/>
          <a:p>
            <a:r>
              <a:rPr lang="en-IN" dirty="0"/>
              <a:t>TCP is a reliable transport protocol. </a:t>
            </a:r>
          </a:p>
          <a:p>
            <a:r>
              <a:rPr lang="en-IN" dirty="0"/>
              <a:t>It uses an acknowledgment mechanism to check the safe and sound arrival of data.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746607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TCP Features</a:t>
            </a:r>
          </a:p>
        </p:txBody>
      </p:sp>
      <p:sp>
        <p:nvSpPr>
          <p:cNvPr id="14" name="Content Placeholder 13"/>
          <p:cNvSpPr>
            <a:spLocks noGrp="1"/>
          </p:cNvSpPr>
          <p:nvPr>
            <p:ph idx="1"/>
          </p:nvPr>
        </p:nvSpPr>
        <p:spPr/>
        <p:txBody>
          <a:bodyPr>
            <a:normAutofit/>
          </a:bodyPr>
          <a:lstStyle/>
          <a:p>
            <a:r>
              <a:rPr lang="en-US" dirty="0"/>
              <a:t>Numbering System</a:t>
            </a:r>
          </a:p>
          <a:p>
            <a:pPr lvl="1"/>
            <a:r>
              <a:rPr lang="en-US" dirty="0"/>
              <a:t>Byte Number</a:t>
            </a:r>
          </a:p>
          <a:p>
            <a:pPr lvl="1"/>
            <a:r>
              <a:rPr lang="en-US" dirty="0"/>
              <a:t>Sequence Number</a:t>
            </a:r>
          </a:p>
          <a:p>
            <a:pPr lvl="1"/>
            <a:r>
              <a:rPr lang="en-US" dirty="0"/>
              <a:t>Acknowledgment Number</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150074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Numbering System</a:t>
            </a:r>
          </a:p>
        </p:txBody>
      </p:sp>
      <p:sp>
        <p:nvSpPr>
          <p:cNvPr id="14" name="Content Placeholder 13"/>
          <p:cNvSpPr>
            <a:spLocks noGrp="1"/>
          </p:cNvSpPr>
          <p:nvPr>
            <p:ph idx="1"/>
          </p:nvPr>
        </p:nvSpPr>
        <p:spPr/>
        <p:txBody>
          <a:bodyPr>
            <a:normAutofit/>
          </a:bodyPr>
          <a:lstStyle/>
          <a:p>
            <a:r>
              <a:rPr lang="en-IN" dirty="0"/>
              <a:t>Although the TCP software keeps track of the segments being transmitted or received, there is no field for a segment number value in the segment header. </a:t>
            </a:r>
          </a:p>
          <a:p>
            <a:r>
              <a:rPr lang="en-IN" dirty="0"/>
              <a:t>Instead, there are two fields, called the sequence number and the acknowledgment number. These two fields refer to a byte number and not a segment number.</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543809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Byte Number (Numbering System)</a:t>
            </a:r>
          </a:p>
        </p:txBody>
      </p:sp>
      <p:sp>
        <p:nvSpPr>
          <p:cNvPr id="14" name="Content Placeholder 13"/>
          <p:cNvSpPr>
            <a:spLocks noGrp="1"/>
          </p:cNvSpPr>
          <p:nvPr>
            <p:ph idx="1"/>
          </p:nvPr>
        </p:nvSpPr>
        <p:spPr/>
        <p:txBody>
          <a:bodyPr>
            <a:normAutofit/>
          </a:bodyPr>
          <a:lstStyle/>
          <a:p>
            <a:r>
              <a:rPr lang="en-IN" dirty="0"/>
              <a:t>TCP numbers all data bytes (octets) that are transmitted in a connection. </a:t>
            </a:r>
          </a:p>
          <a:p>
            <a:r>
              <a:rPr lang="en-IN" dirty="0"/>
              <a:t>Numbering is independent in each direction. </a:t>
            </a:r>
          </a:p>
          <a:p>
            <a:r>
              <a:rPr lang="en-IN" dirty="0"/>
              <a:t>When TCP receives bytes of data from a process, TCP stores them in the sending buffer and numbers them. The numbering does not necessarily start from 0. Instead, TCP chooses an arbitrary number between 0 and 2</a:t>
            </a:r>
            <a:r>
              <a:rPr lang="en-IN" baseline="30000" dirty="0"/>
              <a:t>32</a:t>
            </a:r>
            <a:r>
              <a:rPr lang="en-IN" dirty="0"/>
              <a:t> − 1 for the number of the first byte. </a:t>
            </a:r>
          </a:p>
          <a:p>
            <a:r>
              <a:rPr lang="en-IN" dirty="0"/>
              <a:t>For example, if the number happens to be 1057 and the total data to be sent is 6000 bytes, the bytes are numbered from 1057 to 7056.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20259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Sequence Number (Numbering System)</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After the bytes have been numbered, TCP assigns a sequence number to each segment that is being sent. </a:t>
            </a:r>
          </a:p>
          <a:p>
            <a:r>
              <a:rPr lang="en-IN" dirty="0"/>
              <a:t>The sequence number, in each direction, is defined as follows:</a:t>
            </a:r>
          </a:p>
          <a:p>
            <a:pPr marL="731520" lvl="1" indent="-457200">
              <a:buFont typeface="+mj-lt"/>
              <a:buAutoNum type="arabicPeriod"/>
            </a:pPr>
            <a:r>
              <a:rPr lang="en-IN" dirty="0"/>
              <a:t>The sequence number of the first segment is the ISN (initial sequence number), which is a random number.</a:t>
            </a:r>
          </a:p>
          <a:p>
            <a:pPr marL="731520" lvl="1" indent="-457200">
              <a:buFont typeface="+mj-lt"/>
              <a:buAutoNum type="arabicPeriod"/>
            </a:pPr>
            <a:r>
              <a:rPr lang="en-IN" dirty="0"/>
              <a:t> The sequence number of any other segment is the sequence number of the previous segment plus the number of bytes (real or imaginary) carried by the previous segment.</a:t>
            </a:r>
          </a:p>
          <a:p>
            <a:r>
              <a:rPr lang="en-IN" dirty="0"/>
              <a:t>Later, we show that some control segments are thought of as carrying one imaginary byte.</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68542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Sequence Number (Numbering System)</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Example</a:t>
            </a:r>
          </a:p>
          <a:p>
            <a:pPr lvl="1"/>
            <a:r>
              <a:rPr lang="en-IN" sz="3200" b="1" i="1" dirty="0">
                <a:solidFill>
                  <a:srgbClr val="FFFF00"/>
                </a:solidFill>
              </a:rPr>
              <a:t>Suppose a TCP connection is transferring a file of 5000 bytes. The first byte is numbered 10001. What are the sequence numbers for each segment if data are sent in five segments, each carrying 1000 bytes?</a:t>
            </a:r>
            <a:endParaRPr lang="en-US" sz="3200" b="1" i="1" dirty="0">
              <a:solidFill>
                <a:srgbClr val="FFFF00"/>
              </a:solidFill>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71682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Sequence Number (Numbering System)</a:t>
            </a:r>
          </a:p>
        </p:txBody>
      </p:sp>
      <p:pic>
        <p:nvPicPr>
          <p:cNvPr id="5" name="Content Placeholder 4">
            <a:extLst>
              <a:ext uri="{FF2B5EF4-FFF2-40B4-BE49-F238E27FC236}">
                <a16:creationId xmlns:a16="http://schemas.microsoft.com/office/drawing/2014/main" id="{3D0923B8-8879-8CA3-197A-9D03ACDB2EC0}"/>
              </a:ext>
            </a:extLst>
          </p:cNvPr>
          <p:cNvPicPr>
            <a:picLocks noGrp="1" noChangeAspect="1"/>
          </p:cNvPicPr>
          <p:nvPr>
            <p:ph idx="1"/>
          </p:nvPr>
        </p:nvPicPr>
        <p:blipFill rotWithShape="1">
          <a:blip r:embed="rId2"/>
          <a:srcRect l="22433" t="35713" r="7642" b="27162"/>
          <a:stretch/>
        </p:blipFill>
        <p:spPr>
          <a:xfrm>
            <a:off x="1269876" y="2348880"/>
            <a:ext cx="10002649" cy="2821260"/>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6499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Sequence Number (Numbering System)</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When a segment carries a combination of data and control information (piggybacking), it uses a sequence number. </a:t>
            </a:r>
          </a:p>
          <a:p>
            <a:r>
              <a:rPr lang="en-IN" dirty="0"/>
              <a:t>If a segment does not carry user data, it does not logically define a sequence number. The field is there, but the value is not valid. </a:t>
            </a:r>
          </a:p>
          <a:p>
            <a:r>
              <a:rPr lang="en-IN" dirty="0"/>
              <a:t>However, some segments, when carrying only control information, need a sequence number to allow an acknowledgment from the receiver. These segments are used for connection establishment, termination, or abortion. </a:t>
            </a:r>
          </a:p>
          <a:p>
            <a:r>
              <a:rPr lang="en-IN" dirty="0"/>
              <a:t>Each of these segments consume one sequence number as though it carries one byte, but there are no actual data. We will elaborate on this issue when we discuss connections.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20063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Acknowledgment Number (Numbering System)</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As we discussed previously, communication in TCP is full duplex; when a connection is established, both parties can send and receive data at the same time. </a:t>
            </a:r>
          </a:p>
          <a:p>
            <a:r>
              <a:rPr lang="en-IN" dirty="0"/>
              <a:t>Each party numbers the bytes, usually with a different starting byte number.</a:t>
            </a:r>
          </a:p>
          <a:p>
            <a:r>
              <a:rPr lang="en-IN" dirty="0"/>
              <a:t> The sequence number in each direction shows the number of the first byte carried by the segment. </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94856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Acknowledgment Number (Numbering System)</a:t>
            </a:r>
          </a:p>
        </p:txBody>
      </p:sp>
      <p:sp>
        <p:nvSpPr>
          <p:cNvPr id="14" name="Content Placeholder 13"/>
          <p:cNvSpPr>
            <a:spLocks noGrp="1"/>
          </p:cNvSpPr>
          <p:nvPr>
            <p:ph idx="1"/>
          </p:nvPr>
        </p:nvSpPr>
        <p:spPr>
          <a:xfrm>
            <a:off x="1522414" y="1905000"/>
            <a:ext cx="9828582" cy="4267200"/>
          </a:xfrm>
        </p:spPr>
        <p:txBody>
          <a:bodyPr>
            <a:normAutofit fontScale="92500"/>
          </a:bodyPr>
          <a:lstStyle/>
          <a:p>
            <a:r>
              <a:rPr lang="en-IN" dirty="0"/>
              <a:t>Each party also uses an acknowledgment number to confirm the bytes it has received. </a:t>
            </a:r>
          </a:p>
          <a:p>
            <a:r>
              <a:rPr lang="en-IN" dirty="0"/>
              <a:t>However, the acknowledgment number defines the number of the next byte that the party expects to receive. </a:t>
            </a:r>
          </a:p>
          <a:p>
            <a:r>
              <a:rPr lang="en-IN" dirty="0"/>
              <a:t>In addition, the acknowledgment number is cumulative, which means that the party takes the number of the last byte that it has received, safe and sound, adds 1 to it, and announces this sum as the acknowledgment number. </a:t>
            </a:r>
          </a:p>
          <a:p>
            <a:r>
              <a:rPr lang="en-IN" dirty="0"/>
              <a:t>The term cumulative here means that if a party uses 5643 as an acknowledgment number, it has received all bytes from the beginning up to 5642. Note that this does not mean that the party has received 5642 bytes, because the first byte number does not have to be 0.</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82048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3" y="1714500"/>
            <a:ext cx="9144000" cy="4267200"/>
          </a:xfrm>
        </p:spPr>
        <p:txBody>
          <a:bodyPr>
            <a:normAutofit/>
          </a:bodyPr>
          <a:lstStyle/>
          <a:p>
            <a:r>
              <a:rPr lang="en-IN" dirty="0"/>
              <a:t>A packet in TCP is called a segment.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0F130EE3-1FF3-3ADC-F459-7989CA52FFD4}"/>
              </a:ext>
            </a:extLst>
          </p:cNvPr>
          <p:cNvPicPr>
            <a:picLocks noChangeAspect="1"/>
          </p:cNvPicPr>
          <p:nvPr/>
        </p:nvPicPr>
        <p:blipFill rotWithShape="1">
          <a:blip r:embed="rId3"/>
          <a:srcRect l="32277" t="31095" r="12191" b="7636"/>
          <a:stretch/>
        </p:blipFill>
        <p:spPr>
          <a:xfrm>
            <a:off x="2926060" y="2132856"/>
            <a:ext cx="6768752" cy="3967336"/>
          </a:xfrm>
          <a:prstGeom prst="rect">
            <a:avLst/>
          </a:prstGeom>
        </p:spPr>
      </p:pic>
      <p:sp>
        <p:nvSpPr>
          <p:cNvPr id="7" name="TextBox 6">
            <a:extLst>
              <a:ext uri="{FF2B5EF4-FFF2-40B4-BE49-F238E27FC236}">
                <a16:creationId xmlns:a16="http://schemas.microsoft.com/office/drawing/2014/main" id="{1F21D6F4-EB54-981C-8F9F-F2E42FD83E9A}"/>
              </a:ext>
            </a:extLst>
          </p:cNvPr>
          <p:cNvSpPr txBox="1"/>
          <p:nvPr/>
        </p:nvSpPr>
        <p:spPr>
          <a:xfrm>
            <a:off x="5158308" y="6050073"/>
            <a:ext cx="6096000" cy="369332"/>
          </a:xfrm>
          <a:prstGeom prst="rect">
            <a:avLst/>
          </a:prstGeom>
          <a:noFill/>
        </p:spPr>
        <p:txBody>
          <a:bodyPr wrap="square">
            <a:spAutoFit/>
          </a:bodyPr>
          <a:lstStyle/>
          <a:p>
            <a:r>
              <a:rPr lang="en-IN" sz="1800" b="0" i="1" u="none" strike="noStrike" baseline="0" dirty="0">
                <a:latin typeface="Times-Italic"/>
              </a:rPr>
              <a:t>TCP segment format</a:t>
            </a:r>
            <a:endParaRPr lang="en-IN" dirty="0"/>
          </a:p>
        </p:txBody>
      </p:sp>
    </p:spTree>
    <p:extLst>
      <p:ext uri="{BB962C8B-B14F-4D97-AF65-F5344CB8AC3E}">
        <p14:creationId xmlns:p14="http://schemas.microsoft.com/office/powerpoint/2010/main" val="815457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4" y="1905000"/>
            <a:ext cx="9828582" cy="4267200"/>
          </a:xfrm>
        </p:spPr>
        <p:txBody>
          <a:bodyPr>
            <a:normAutofit/>
          </a:bodyPr>
          <a:lstStyle/>
          <a:p>
            <a:r>
              <a:rPr lang="en-IN" sz="2800" b="1" dirty="0"/>
              <a:t>Source port address. </a:t>
            </a:r>
          </a:p>
          <a:p>
            <a:pPr lvl="1"/>
            <a:r>
              <a:rPr lang="en-IN" sz="2400" dirty="0"/>
              <a:t>This is a 16-bit field that defines the port number of the application program in the host that is sending the segment.</a:t>
            </a:r>
          </a:p>
          <a:p>
            <a:r>
              <a:rPr lang="en-IN" sz="2800" b="1" dirty="0"/>
              <a:t>Destination port address. </a:t>
            </a:r>
          </a:p>
          <a:p>
            <a:pPr lvl="1"/>
            <a:r>
              <a:rPr lang="en-IN" sz="2400" dirty="0"/>
              <a:t>This is a 16-bit field that defines the port number of the application program in the host that is receiving the segment.</a:t>
            </a:r>
            <a:endParaRPr lang="en-US" sz="24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57341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4" y="1905000"/>
            <a:ext cx="9828582" cy="4267200"/>
          </a:xfrm>
        </p:spPr>
        <p:txBody>
          <a:bodyPr>
            <a:normAutofit/>
          </a:bodyPr>
          <a:lstStyle/>
          <a:p>
            <a:r>
              <a:rPr lang="en-IN" sz="2800" b="1" dirty="0"/>
              <a:t>Sequence number. </a:t>
            </a:r>
          </a:p>
          <a:p>
            <a:pPr lvl="1"/>
            <a:r>
              <a:rPr lang="en-IN" dirty="0"/>
              <a:t>This 32-bit field defines the number assigned to the first byte of data contained in this segment. </a:t>
            </a:r>
          </a:p>
          <a:p>
            <a:pPr lvl="1"/>
            <a:r>
              <a:rPr lang="en-IN" dirty="0"/>
              <a:t>As we said before, TCP is a stream transport protocol. To ensure connectivity, each byte to be transmitted is numbered. The sequence number tells the destination which byte in this sequence is the first byte in the segment. During connection establishment (discussed later) each party uses a random number generator to create an initial sequence number (ISN), which is usually different in each direction.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90581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4" y="1905000"/>
            <a:ext cx="9828582" cy="4267200"/>
          </a:xfrm>
        </p:spPr>
        <p:txBody>
          <a:bodyPr>
            <a:normAutofit/>
          </a:bodyPr>
          <a:lstStyle/>
          <a:p>
            <a:r>
              <a:rPr lang="en-IN" sz="2800" b="1" dirty="0"/>
              <a:t>Acknowledgment number. </a:t>
            </a:r>
          </a:p>
          <a:p>
            <a:pPr lvl="1"/>
            <a:r>
              <a:rPr lang="en-IN" sz="2400" dirty="0"/>
              <a:t>This 32-bit field defines the byte number that the receiver of the segment is expecting to receive from the other party. </a:t>
            </a:r>
          </a:p>
          <a:p>
            <a:pPr lvl="1"/>
            <a:r>
              <a:rPr lang="en-IN" sz="2400" dirty="0"/>
              <a:t>If the receiver of the segment has successfully received byte number x from the other party, it returns x + 1 as the acknowledgment number. </a:t>
            </a:r>
          </a:p>
          <a:p>
            <a:pPr lvl="1"/>
            <a:r>
              <a:rPr lang="en-IN" sz="2400" dirty="0"/>
              <a:t>Acknowledgment and data can be piggybacked together.</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381203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4" y="1905000"/>
            <a:ext cx="9828582" cy="4267200"/>
          </a:xfrm>
        </p:spPr>
        <p:txBody>
          <a:bodyPr>
            <a:normAutofit/>
          </a:bodyPr>
          <a:lstStyle/>
          <a:p>
            <a:r>
              <a:rPr lang="en-IN" sz="2800" b="1" dirty="0"/>
              <a:t>Header length. </a:t>
            </a:r>
          </a:p>
          <a:p>
            <a:pPr lvl="1"/>
            <a:r>
              <a:rPr lang="en-IN" sz="2400" dirty="0"/>
              <a:t>This 4-bit field indicates the number of 4-byte words in the TCP header.</a:t>
            </a:r>
          </a:p>
          <a:p>
            <a:pPr lvl="1"/>
            <a:r>
              <a:rPr lang="en-IN" sz="2400" dirty="0"/>
              <a:t> The length of the header can be between 20 and 60 bytes. Therefore, the value of this field is always between 5 (5 × 4 = 20) and 15 (15 × 4 = 60).</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9164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4" y="1905000"/>
            <a:ext cx="9828582" cy="4267200"/>
          </a:xfrm>
        </p:spPr>
        <p:txBody>
          <a:bodyPr>
            <a:normAutofit/>
          </a:bodyPr>
          <a:lstStyle/>
          <a:p>
            <a:r>
              <a:rPr lang="en-IN" b="1" dirty="0"/>
              <a:t>Control. </a:t>
            </a:r>
          </a:p>
          <a:p>
            <a:pPr lvl="1"/>
            <a:r>
              <a:rPr lang="en-IN" dirty="0"/>
              <a:t>This field defines 6 different control bits or flags, as shown in Figure 24.8. </a:t>
            </a:r>
          </a:p>
          <a:p>
            <a:pPr lvl="1"/>
            <a:r>
              <a:rPr lang="en-IN" dirty="0"/>
              <a:t>One or more of these bits can be set at a time. </a:t>
            </a:r>
          </a:p>
          <a:p>
            <a:pPr lvl="1"/>
            <a:r>
              <a:rPr lang="en-IN" dirty="0"/>
              <a:t>These bits enable flow control, connection establishment and termination, connection abortion, and the mode of data transfer in TCP. </a:t>
            </a:r>
          </a:p>
          <a:p>
            <a:pPr lvl="1"/>
            <a:r>
              <a:rPr lang="en-IN" dirty="0"/>
              <a:t>A brief description of each bit is shown in the figure. </a:t>
            </a:r>
          </a:p>
          <a:p>
            <a:pPr lvl="1"/>
            <a:r>
              <a:rPr lang="en-IN" dirty="0"/>
              <a:t>We will discuss them further when we study the detailed operation of TCP later in the chapter.</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CD3DE793-6085-AD4C-85A6-C732FB946B55}"/>
              </a:ext>
            </a:extLst>
          </p:cNvPr>
          <p:cNvPicPr>
            <a:picLocks noChangeAspect="1"/>
          </p:cNvPicPr>
          <p:nvPr/>
        </p:nvPicPr>
        <p:blipFill rotWithShape="1">
          <a:blip r:embed="rId2"/>
          <a:srcRect l="25187" t="48888" r="16918" b="28871"/>
          <a:stretch/>
        </p:blipFill>
        <p:spPr>
          <a:xfrm>
            <a:off x="3286100" y="4365104"/>
            <a:ext cx="7056785" cy="1440160"/>
          </a:xfrm>
          <a:prstGeom prst="rect">
            <a:avLst/>
          </a:prstGeom>
        </p:spPr>
      </p:pic>
      <p:sp>
        <p:nvSpPr>
          <p:cNvPr id="7" name="TextBox 6">
            <a:extLst>
              <a:ext uri="{FF2B5EF4-FFF2-40B4-BE49-F238E27FC236}">
                <a16:creationId xmlns:a16="http://schemas.microsoft.com/office/drawing/2014/main" id="{60C68C6F-C9EA-8181-C5B4-9BC984ED1FC4}"/>
              </a:ext>
            </a:extLst>
          </p:cNvPr>
          <p:cNvSpPr txBox="1"/>
          <p:nvPr/>
        </p:nvSpPr>
        <p:spPr>
          <a:xfrm>
            <a:off x="5759052" y="5804066"/>
            <a:ext cx="6096000" cy="369332"/>
          </a:xfrm>
          <a:prstGeom prst="rect">
            <a:avLst/>
          </a:prstGeom>
          <a:noFill/>
        </p:spPr>
        <p:txBody>
          <a:bodyPr wrap="square">
            <a:spAutoFit/>
          </a:bodyPr>
          <a:lstStyle/>
          <a:p>
            <a:r>
              <a:rPr lang="en-IN" sz="1800" b="0" i="1" u="none" strike="noStrike" baseline="0" dirty="0">
                <a:latin typeface="Times-Italic"/>
              </a:rPr>
              <a:t>Control field</a:t>
            </a:r>
            <a:endParaRPr lang="en-IN" dirty="0"/>
          </a:p>
        </p:txBody>
      </p:sp>
    </p:spTree>
    <p:extLst>
      <p:ext uri="{BB962C8B-B14F-4D97-AF65-F5344CB8AC3E}">
        <p14:creationId xmlns:p14="http://schemas.microsoft.com/office/powerpoint/2010/main" val="735925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4" y="1905000"/>
            <a:ext cx="9828582" cy="4267200"/>
          </a:xfrm>
        </p:spPr>
        <p:txBody>
          <a:bodyPr>
            <a:normAutofit/>
          </a:bodyPr>
          <a:lstStyle/>
          <a:p>
            <a:r>
              <a:rPr lang="en-IN" b="1" dirty="0"/>
              <a:t>Window size. </a:t>
            </a:r>
          </a:p>
          <a:p>
            <a:pPr lvl="1"/>
            <a:r>
              <a:rPr lang="en-IN" dirty="0"/>
              <a:t>This field defines the window size of the sending TCP in bytes.</a:t>
            </a:r>
          </a:p>
          <a:p>
            <a:pPr lvl="1"/>
            <a:r>
              <a:rPr lang="en-IN" dirty="0"/>
              <a:t>Note that the length of this field is 16 bits, which means that the maximum size of the window is 65,535 bytes. This value is normally referred to as the receiving window (</a:t>
            </a:r>
            <a:r>
              <a:rPr lang="en-IN" dirty="0" err="1"/>
              <a:t>rwnd</a:t>
            </a:r>
            <a:r>
              <a:rPr lang="en-IN" dirty="0"/>
              <a:t>) and is determined by the receiver. The sender must obey the dictation of the receiver in this case.</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472516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658318" y="1904999"/>
            <a:ext cx="5004046" cy="4267200"/>
          </a:xfrm>
        </p:spPr>
        <p:txBody>
          <a:bodyPr>
            <a:normAutofit/>
          </a:bodyPr>
          <a:lstStyle/>
          <a:p>
            <a:r>
              <a:rPr lang="en-IN" b="1" dirty="0"/>
              <a:t>Checksum. </a:t>
            </a:r>
          </a:p>
          <a:p>
            <a:pPr lvl="1"/>
            <a:r>
              <a:rPr lang="en-IN" dirty="0"/>
              <a:t>This 16-bit field contains the checksum. </a:t>
            </a:r>
          </a:p>
          <a:p>
            <a:pPr lvl="1"/>
            <a:r>
              <a:rPr lang="en-IN" dirty="0"/>
              <a:t>The calculation of the checksum for TCP follows the same procedure as the one described for UDP. However, the use of the checksum in the UDP datagram is optional, whereas the use of the checksum for TCP is mandatory. </a:t>
            </a:r>
          </a:p>
          <a:p>
            <a:pPr lvl="1"/>
            <a:r>
              <a:rPr lang="en-IN" dirty="0"/>
              <a:t>The same </a:t>
            </a:r>
            <a:r>
              <a:rPr lang="en-IN" dirty="0" err="1"/>
              <a:t>pseudoheader</a:t>
            </a:r>
            <a:r>
              <a:rPr lang="en-IN" dirty="0"/>
              <a:t>, serving the same purpose, is added to the segment. </a:t>
            </a:r>
          </a:p>
          <a:p>
            <a:pPr lvl="1"/>
            <a:r>
              <a:rPr lang="en-IN" dirty="0"/>
              <a:t>For the TCP </a:t>
            </a:r>
            <a:r>
              <a:rPr lang="en-IN" dirty="0" err="1"/>
              <a:t>pseudoheader</a:t>
            </a:r>
            <a:r>
              <a:rPr lang="en-IN" dirty="0"/>
              <a:t>, the value for the protocol field is 6. See Figure.</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DB97F5B7-0B09-2B55-3D22-094D0779907C}"/>
              </a:ext>
            </a:extLst>
          </p:cNvPr>
          <p:cNvPicPr>
            <a:picLocks noChangeAspect="1"/>
          </p:cNvPicPr>
          <p:nvPr/>
        </p:nvPicPr>
        <p:blipFill rotWithShape="1">
          <a:blip r:embed="rId2"/>
          <a:srcRect l="28141" t="22934" r="22825" b="18862"/>
          <a:stretch/>
        </p:blipFill>
        <p:spPr>
          <a:xfrm>
            <a:off x="5662364" y="2154187"/>
            <a:ext cx="5976665" cy="3768825"/>
          </a:xfrm>
          <a:prstGeom prst="rect">
            <a:avLst/>
          </a:prstGeom>
        </p:spPr>
      </p:pic>
    </p:spTree>
    <p:extLst>
      <p:ext uri="{BB962C8B-B14F-4D97-AF65-F5344CB8AC3E}">
        <p14:creationId xmlns:p14="http://schemas.microsoft.com/office/powerpoint/2010/main" val="220696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Segment</a:t>
            </a:r>
          </a:p>
        </p:txBody>
      </p:sp>
      <p:sp>
        <p:nvSpPr>
          <p:cNvPr id="14" name="Content Placeholder 13"/>
          <p:cNvSpPr>
            <a:spLocks noGrp="1"/>
          </p:cNvSpPr>
          <p:nvPr>
            <p:ph idx="1"/>
          </p:nvPr>
        </p:nvSpPr>
        <p:spPr>
          <a:xfrm>
            <a:off x="1522414" y="1905000"/>
            <a:ext cx="9828582" cy="4267200"/>
          </a:xfrm>
        </p:spPr>
        <p:txBody>
          <a:bodyPr>
            <a:normAutofit/>
          </a:bodyPr>
          <a:lstStyle/>
          <a:p>
            <a:r>
              <a:rPr lang="en-IN" b="1" dirty="0"/>
              <a:t>Urgent pointer. </a:t>
            </a:r>
          </a:p>
          <a:p>
            <a:pPr lvl="1"/>
            <a:r>
              <a:rPr lang="en-IN" dirty="0"/>
              <a:t>This 16-bit field, which is valid only if the urgent flag is set, is used when the segment contains urgent data. </a:t>
            </a:r>
          </a:p>
          <a:p>
            <a:pPr lvl="1"/>
            <a:r>
              <a:rPr lang="en-IN" dirty="0"/>
              <a:t>It defines a value that must be added to the sequence number to obtain the number of the last urgent byte in the data section of the segment. </a:t>
            </a:r>
          </a:p>
          <a:p>
            <a:r>
              <a:rPr lang="en-IN" b="1" dirty="0"/>
              <a:t>Options. </a:t>
            </a:r>
          </a:p>
          <a:p>
            <a:pPr lvl="1"/>
            <a:r>
              <a:rPr lang="en-IN" dirty="0"/>
              <a:t>There can be up to 40 bytes of optional information in the TCP header.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673102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Encapsulation</a:t>
            </a:r>
          </a:p>
        </p:txBody>
      </p:sp>
      <p:sp>
        <p:nvSpPr>
          <p:cNvPr id="14" name="Content Placeholder 13"/>
          <p:cNvSpPr>
            <a:spLocks noGrp="1"/>
          </p:cNvSpPr>
          <p:nvPr>
            <p:ph idx="1"/>
          </p:nvPr>
        </p:nvSpPr>
        <p:spPr>
          <a:xfrm>
            <a:off x="1522414" y="1905000"/>
            <a:ext cx="9828582" cy="4267200"/>
          </a:xfrm>
        </p:spPr>
        <p:txBody>
          <a:bodyPr>
            <a:normAutofit/>
          </a:bodyPr>
          <a:lstStyle/>
          <a:p>
            <a:r>
              <a:rPr lang="en-IN" sz="2800" b="1" i="1" dirty="0">
                <a:solidFill>
                  <a:srgbClr val="FFFF00"/>
                </a:solidFill>
              </a:rPr>
              <a:t>A TCP segment encapsulates the data received from the application layer. </a:t>
            </a:r>
          </a:p>
          <a:p>
            <a:r>
              <a:rPr lang="en-IN" sz="2800" b="1" i="1" dirty="0">
                <a:solidFill>
                  <a:srgbClr val="FFFF00"/>
                </a:solidFill>
              </a:rPr>
              <a:t>The TCP segment is encapsulated in an IP datagram, which in turn is encapsulated in a frame at the data-link layer.</a:t>
            </a:r>
            <a:endParaRPr lang="en-US" sz="2800" b="1" i="1" dirty="0">
              <a:solidFill>
                <a:srgbClr val="FFFF00"/>
              </a:solidFill>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51990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TCP Connection</a:t>
            </a:r>
          </a:p>
        </p:txBody>
      </p:sp>
      <p:sp>
        <p:nvSpPr>
          <p:cNvPr id="14" name="Content Placeholder 13"/>
          <p:cNvSpPr>
            <a:spLocks noGrp="1"/>
          </p:cNvSpPr>
          <p:nvPr>
            <p:ph idx="1"/>
          </p:nvPr>
        </p:nvSpPr>
        <p:spPr/>
        <p:txBody>
          <a:bodyPr>
            <a:normAutofit/>
          </a:bodyPr>
          <a:lstStyle/>
          <a:p>
            <a:r>
              <a:rPr lang="en-US" dirty="0"/>
              <a:t>Connection Establishment</a:t>
            </a:r>
          </a:p>
          <a:p>
            <a:pPr lvl="1"/>
            <a:r>
              <a:rPr lang="en-US" dirty="0"/>
              <a:t>Three-way Handshaking</a:t>
            </a:r>
          </a:p>
          <a:p>
            <a:pPr lvl="1"/>
            <a:r>
              <a:rPr lang="en-US" dirty="0"/>
              <a:t>SYN Flooding Attack</a:t>
            </a:r>
          </a:p>
          <a:p>
            <a:r>
              <a:rPr lang="en-US" dirty="0"/>
              <a:t>Data Transfer</a:t>
            </a:r>
          </a:p>
          <a:p>
            <a:pPr lvl="1"/>
            <a:r>
              <a:rPr lang="en-US" dirty="0"/>
              <a:t>Pushing Data</a:t>
            </a:r>
          </a:p>
          <a:p>
            <a:pPr lvl="1"/>
            <a:r>
              <a:rPr lang="en-US" dirty="0"/>
              <a:t>Urgent Data</a:t>
            </a:r>
          </a:p>
          <a:p>
            <a:r>
              <a:rPr lang="en-US" dirty="0"/>
              <a:t>Connection Termination</a:t>
            </a:r>
          </a:p>
          <a:p>
            <a:pPr lvl="1"/>
            <a:r>
              <a:rPr lang="en-US" dirty="0"/>
              <a:t>Three-way Handshaking</a:t>
            </a:r>
          </a:p>
          <a:p>
            <a:r>
              <a:rPr lang="en-US" dirty="0"/>
              <a:t>Connection Reset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36290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TCP Connection</a:t>
            </a:r>
          </a:p>
        </p:txBody>
      </p:sp>
      <p:sp>
        <p:nvSpPr>
          <p:cNvPr id="14" name="Content Placeholder 13"/>
          <p:cNvSpPr>
            <a:spLocks noGrp="1"/>
          </p:cNvSpPr>
          <p:nvPr>
            <p:ph idx="1"/>
          </p:nvPr>
        </p:nvSpPr>
        <p:spPr>
          <a:xfrm>
            <a:off x="1522414" y="1905000"/>
            <a:ext cx="9972598" cy="4267200"/>
          </a:xfrm>
        </p:spPr>
        <p:txBody>
          <a:bodyPr>
            <a:normAutofit lnSpcReduction="10000"/>
          </a:bodyPr>
          <a:lstStyle/>
          <a:p>
            <a:r>
              <a:rPr lang="en-IN" dirty="0"/>
              <a:t>TCP is connection-oriented. As discussed before, a connection-oriented transport protocol establishes a logical path between the source and destination. </a:t>
            </a:r>
          </a:p>
          <a:p>
            <a:r>
              <a:rPr lang="en-IN" dirty="0"/>
              <a:t>All of the segments belonging to a message are then sent over this logical path. Using a single logical pathway for the entire message facilitates the acknowledgment process as well as retransmission of damaged or lost frames. You may wonder how TCP, which uses the services of IP, a connectionless protocol, can be connection-oriented. The point is that a TCP connection is logical, not physical.</a:t>
            </a:r>
          </a:p>
          <a:p>
            <a:r>
              <a:rPr lang="en-IN" dirty="0"/>
              <a:t> TCP operates at a higher level. TCP uses the services of IP to deliver individual segments to the receiver, but it controls the  connection itself. If a segment is lost or corrupted, it is retransmitted.</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494298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TCP Connection</a:t>
            </a:r>
          </a:p>
        </p:txBody>
      </p:sp>
      <p:sp>
        <p:nvSpPr>
          <p:cNvPr id="14" name="Content Placeholder 13"/>
          <p:cNvSpPr>
            <a:spLocks noGrp="1"/>
          </p:cNvSpPr>
          <p:nvPr>
            <p:ph idx="1"/>
          </p:nvPr>
        </p:nvSpPr>
        <p:spPr>
          <a:xfrm>
            <a:off x="1522414" y="1905000"/>
            <a:ext cx="9972598" cy="4267200"/>
          </a:xfrm>
        </p:spPr>
        <p:txBody>
          <a:bodyPr>
            <a:normAutofit/>
          </a:bodyPr>
          <a:lstStyle/>
          <a:p>
            <a:r>
              <a:rPr lang="en-IN" dirty="0"/>
              <a:t>TCP operates at a higher level.</a:t>
            </a:r>
          </a:p>
          <a:p>
            <a:r>
              <a:rPr lang="en-IN" dirty="0"/>
              <a:t>TCP uses the services of IP to deliver individual segments to the receiver, but it controls the  connection itself. </a:t>
            </a:r>
          </a:p>
          <a:p>
            <a:r>
              <a:rPr lang="en-IN" dirty="0"/>
              <a:t>If a segment is lost or corrupted, it is retransmitted. Unlike TCP, IP is unaware of this retransmission. If a segment arrives out of order, TCP holds it until the missing segments arrive; IP is unaware of this reordering. </a:t>
            </a:r>
          </a:p>
          <a:p>
            <a:r>
              <a:rPr lang="en-IN" dirty="0"/>
              <a:t>In TCP, connection-oriented transmission requires three phases: </a:t>
            </a:r>
          </a:p>
          <a:p>
            <a:pPr lvl="1"/>
            <a:r>
              <a:rPr lang="en-IN" b="1" i="1" dirty="0">
                <a:solidFill>
                  <a:srgbClr val="FFFF00"/>
                </a:solidFill>
              </a:rPr>
              <a:t>connection establishment, </a:t>
            </a:r>
          </a:p>
          <a:p>
            <a:pPr lvl="1"/>
            <a:r>
              <a:rPr lang="en-IN" b="1" i="1" dirty="0">
                <a:solidFill>
                  <a:srgbClr val="FFFF00"/>
                </a:solidFill>
              </a:rPr>
              <a:t>data transfer, </a:t>
            </a:r>
          </a:p>
          <a:p>
            <a:pPr lvl="1"/>
            <a:r>
              <a:rPr lang="en-IN" b="1" i="1" dirty="0">
                <a:solidFill>
                  <a:srgbClr val="FFFF00"/>
                </a:solidFill>
              </a:rPr>
              <a:t>and connection termination.</a:t>
            </a:r>
            <a:endParaRPr lang="en-US" b="1" i="1" dirty="0">
              <a:solidFill>
                <a:srgbClr val="FFFF00"/>
              </a:solidFill>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123663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Establishment</a:t>
            </a:r>
          </a:p>
        </p:txBody>
      </p:sp>
      <p:sp>
        <p:nvSpPr>
          <p:cNvPr id="14" name="Content Placeholder 13"/>
          <p:cNvSpPr>
            <a:spLocks noGrp="1"/>
          </p:cNvSpPr>
          <p:nvPr>
            <p:ph idx="1"/>
          </p:nvPr>
        </p:nvSpPr>
        <p:spPr>
          <a:xfrm>
            <a:off x="1522414" y="1905000"/>
            <a:ext cx="9900590" cy="4267200"/>
          </a:xfrm>
        </p:spPr>
        <p:txBody>
          <a:bodyPr>
            <a:normAutofit/>
          </a:bodyPr>
          <a:lstStyle/>
          <a:p>
            <a:r>
              <a:rPr lang="en-IN" dirty="0"/>
              <a:t>TCP transmits data in full-duplex mode. </a:t>
            </a:r>
          </a:p>
          <a:p>
            <a:r>
              <a:rPr lang="en-IN" dirty="0"/>
              <a:t>When two TCPs in two machines are connected, they are able to send segments to each other simultaneously. </a:t>
            </a:r>
          </a:p>
          <a:p>
            <a:r>
              <a:rPr lang="en-IN" dirty="0"/>
              <a:t>This implies that each party must initialize communication and get approval from the other party before any data are transferred.</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0877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Establishment</a:t>
            </a:r>
          </a:p>
        </p:txBody>
      </p:sp>
      <p:sp>
        <p:nvSpPr>
          <p:cNvPr id="14" name="Content Placeholder 13"/>
          <p:cNvSpPr>
            <a:spLocks noGrp="1"/>
          </p:cNvSpPr>
          <p:nvPr>
            <p:ph idx="1"/>
          </p:nvPr>
        </p:nvSpPr>
        <p:spPr>
          <a:xfrm>
            <a:off x="1522414" y="1905000"/>
            <a:ext cx="9900590" cy="4267200"/>
          </a:xfrm>
        </p:spPr>
        <p:txBody>
          <a:bodyPr>
            <a:normAutofit/>
          </a:bodyPr>
          <a:lstStyle/>
          <a:p>
            <a:r>
              <a:rPr lang="en-IN" dirty="0"/>
              <a:t>The connection establishment in TCP is called three-way handshaking. </a:t>
            </a:r>
          </a:p>
          <a:p>
            <a:r>
              <a:rPr lang="en-IN" dirty="0"/>
              <a:t>In our example, an application program, called the client, wants to make a connection with another application program, called the server, using TCP as the transport-layer protocol. </a:t>
            </a:r>
          </a:p>
          <a:p>
            <a:r>
              <a:rPr lang="en-IN" dirty="0"/>
              <a:t>The process starts with the server. The server program tells its TCP that it is ready to accept a connection. This request is called a passive open. Although the server TCP is ready to accept a connection from any machine in the world, it cannot make the connection itself. The client program issues a request for an active open. A client that wishes to connect to an open server tells its TCP to connect to a particular server. TCP can now start the three-way handshaking process, as shown in Figure.</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160962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Establishment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7" name="Picture 6">
            <a:extLst>
              <a:ext uri="{FF2B5EF4-FFF2-40B4-BE49-F238E27FC236}">
                <a16:creationId xmlns:a16="http://schemas.microsoft.com/office/drawing/2014/main" id="{CCA3FA1A-EB3D-F778-BC41-F67E6302D129}"/>
              </a:ext>
            </a:extLst>
          </p:cNvPr>
          <p:cNvPicPr>
            <a:picLocks noChangeAspect="1"/>
          </p:cNvPicPr>
          <p:nvPr/>
        </p:nvPicPr>
        <p:blipFill rotWithShape="1">
          <a:blip r:embed="rId2"/>
          <a:srcRect l="35821" t="32207" r="10419" b="15527"/>
          <a:stretch/>
        </p:blipFill>
        <p:spPr>
          <a:xfrm>
            <a:off x="2422004" y="1916832"/>
            <a:ext cx="7807505" cy="4032448"/>
          </a:xfrm>
          <a:prstGeom prst="rect">
            <a:avLst/>
          </a:prstGeom>
        </p:spPr>
      </p:pic>
    </p:spTree>
    <p:extLst>
      <p:ext uri="{BB962C8B-B14F-4D97-AF65-F5344CB8AC3E}">
        <p14:creationId xmlns:p14="http://schemas.microsoft.com/office/powerpoint/2010/main" val="1994053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State Transition Diagram</a:t>
            </a:r>
          </a:p>
        </p:txBody>
      </p:sp>
      <p:sp>
        <p:nvSpPr>
          <p:cNvPr id="14" name="Content Placeholder 13"/>
          <p:cNvSpPr>
            <a:spLocks noGrp="1"/>
          </p:cNvSpPr>
          <p:nvPr>
            <p:ph idx="1"/>
          </p:nvPr>
        </p:nvSpPr>
        <p:spPr/>
        <p:txBody>
          <a:bodyPr>
            <a:normAutofit/>
          </a:bodyPr>
          <a:lstStyle/>
          <a:p>
            <a:r>
              <a:rPr lang="en-US" dirty="0"/>
              <a:t>SYN Flooding Attack</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1028" name="Picture 4" descr="Sick Computer - Virus Infected and Unhappy Stock Illustration -  Illustration of problem, network: 17434981">
            <a:extLst>
              <a:ext uri="{FF2B5EF4-FFF2-40B4-BE49-F238E27FC236}">
                <a16:creationId xmlns:a16="http://schemas.microsoft.com/office/drawing/2014/main" id="{A87E6623-E9B6-956C-D212-C2001BEEE9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0316" y="1878838"/>
            <a:ext cx="3337701" cy="4267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ick or Broken Down Computer Cartoon Stock Vector - Illustration of  expression, screen: 23698261">
            <a:extLst>
              <a:ext uri="{FF2B5EF4-FFF2-40B4-BE49-F238E27FC236}">
                <a16:creationId xmlns:a16="http://schemas.microsoft.com/office/drawing/2014/main" id="{A748DABE-1894-67FB-CAC2-B7BDBDD740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4732" y="2298403"/>
            <a:ext cx="2991413" cy="3480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639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Transfer</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0C4D723F-3485-73CE-FE09-827AC613E4DA}"/>
              </a:ext>
            </a:extLst>
          </p:cNvPr>
          <p:cNvPicPr>
            <a:picLocks noChangeAspect="1"/>
          </p:cNvPicPr>
          <p:nvPr/>
        </p:nvPicPr>
        <p:blipFill rotWithShape="1">
          <a:blip r:embed="rId2"/>
          <a:srcRect l="34975" t="13412" r="14219" b="6521"/>
          <a:stretch/>
        </p:blipFill>
        <p:spPr>
          <a:xfrm>
            <a:off x="3718148" y="1772816"/>
            <a:ext cx="5290365" cy="4429143"/>
          </a:xfrm>
          <a:prstGeom prst="rect">
            <a:avLst/>
          </a:prstGeom>
        </p:spPr>
      </p:pic>
    </p:spTree>
    <p:extLst>
      <p:ext uri="{BB962C8B-B14F-4D97-AF65-F5344CB8AC3E}">
        <p14:creationId xmlns:p14="http://schemas.microsoft.com/office/powerpoint/2010/main" val="346936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C46E8-DD2B-FEDA-B78B-3801B3D28D89}"/>
              </a:ext>
            </a:extLst>
          </p:cNvPr>
          <p:cNvSpPr>
            <a:spLocks noGrp="1"/>
          </p:cNvSpPr>
          <p:nvPr>
            <p:ph type="title"/>
          </p:nvPr>
        </p:nvSpPr>
        <p:spPr/>
        <p:txBody>
          <a:bodyPr/>
          <a:lstStyle/>
          <a:p>
            <a:r>
              <a:rPr lang="en-US" dirty="0"/>
              <a:t>Data Transfer</a:t>
            </a:r>
            <a:endParaRPr lang="en-IN" dirty="0"/>
          </a:p>
        </p:txBody>
      </p:sp>
      <p:sp>
        <p:nvSpPr>
          <p:cNvPr id="3" name="Content Placeholder 2">
            <a:extLst>
              <a:ext uri="{FF2B5EF4-FFF2-40B4-BE49-F238E27FC236}">
                <a16:creationId xmlns:a16="http://schemas.microsoft.com/office/drawing/2014/main" id="{04ADAB04-1292-21A1-2682-A3CFF85D2F38}"/>
              </a:ext>
            </a:extLst>
          </p:cNvPr>
          <p:cNvSpPr>
            <a:spLocks noGrp="1"/>
          </p:cNvSpPr>
          <p:nvPr>
            <p:ph idx="1"/>
          </p:nvPr>
        </p:nvSpPr>
        <p:spPr/>
        <p:txBody>
          <a:bodyPr/>
          <a:lstStyle/>
          <a:p>
            <a:r>
              <a:rPr lang="en-IN" dirty="0"/>
              <a:t>Pushing Flag</a:t>
            </a:r>
          </a:p>
          <a:p>
            <a:r>
              <a:rPr lang="en-IN" dirty="0"/>
              <a:t>Urgent Data</a:t>
            </a:r>
          </a:p>
        </p:txBody>
      </p:sp>
      <p:sp>
        <p:nvSpPr>
          <p:cNvPr id="4" name="Footer Placeholder 3">
            <a:extLst>
              <a:ext uri="{FF2B5EF4-FFF2-40B4-BE49-F238E27FC236}">
                <a16:creationId xmlns:a16="http://schemas.microsoft.com/office/drawing/2014/main" id="{311B6850-61A3-E46B-8865-7BA2F215FB7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4DABDDD9-2BFA-F535-CA27-6F78F8C3835A}"/>
              </a:ext>
            </a:extLst>
          </p:cNvPr>
          <p:cNvSpPr>
            <a:spLocks noGrp="1"/>
          </p:cNvSpPr>
          <p:nvPr>
            <p:ph type="sldNum" sz="quarter" idx="12"/>
          </p:nvPr>
        </p:nvSpPr>
        <p:spPr/>
        <p:txBody>
          <a:bodyPr/>
          <a:lstStyle/>
          <a:p>
            <a:fld id="{25BA54BD-C84D-46CE-8B72-31BFB26ABA43}" type="slidenum">
              <a:rPr lang="en-IN" smtClean="0"/>
              <a:t>43</a:t>
            </a:fld>
            <a:endParaRPr lang="en-IN" dirty="0"/>
          </a:p>
        </p:txBody>
      </p:sp>
    </p:spTree>
    <p:extLst>
      <p:ext uri="{BB962C8B-B14F-4D97-AF65-F5344CB8AC3E}">
        <p14:creationId xmlns:p14="http://schemas.microsoft.com/office/powerpoint/2010/main" val="133816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Termination</a:t>
            </a:r>
          </a:p>
        </p:txBody>
      </p:sp>
      <p:sp>
        <p:nvSpPr>
          <p:cNvPr id="8" name="Content Placeholder 7">
            <a:extLst>
              <a:ext uri="{FF2B5EF4-FFF2-40B4-BE49-F238E27FC236}">
                <a16:creationId xmlns:a16="http://schemas.microsoft.com/office/drawing/2014/main" id="{68905D04-80E7-5892-7F51-C206178AF64D}"/>
              </a:ext>
            </a:extLst>
          </p:cNvPr>
          <p:cNvSpPr>
            <a:spLocks noGrp="1"/>
          </p:cNvSpPr>
          <p:nvPr>
            <p:ph idx="1"/>
          </p:nvPr>
        </p:nvSpPr>
        <p:spPr/>
        <p:txBody>
          <a:bodyPr/>
          <a:lstStyle/>
          <a:p>
            <a:r>
              <a:rPr lang="en-IN" dirty="0"/>
              <a:t>Either of the two parties involved in exchanging data (client or server) can close the connection, although it is usually initiated by the client. Most implementations today allow two options for connection termination: </a:t>
            </a:r>
          </a:p>
          <a:p>
            <a:pPr lvl="1"/>
            <a:r>
              <a:rPr lang="en-IN" dirty="0"/>
              <a:t>three-way handshaking </a:t>
            </a:r>
          </a:p>
          <a:p>
            <a:pPr lvl="1"/>
            <a:r>
              <a:rPr lang="en-IN" dirty="0"/>
              <a:t>and four-way handshaking with a half-close option.</a:t>
            </a:r>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44</a:t>
            </a:fld>
            <a:endParaRPr lang="en-IN" dirty="0"/>
          </a:p>
        </p:txBody>
      </p:sp>
    </p:spTree>
    <p:extLst>
      <p:ext uri="{BB962C8B-B14F-4D97-AF65-F5344CB8AC3E}">
        <p14:creationId xmlns:p14="http://schemas.microsoft.com/office/powerpoint/2010/main" val="225205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Termination</a:t>
            </a:r>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45</a:t>
            </a:fld>
            <a:endParaRPr lang="en-IN" dirty="0"/>
          </a:p>
        </p:txBody>
      </p:sp>
      <p:pic>
        <p:nvPicPr>
          <p:cNvPr id="7" name="Picture 6">
            <a:extLst>
              <a:ext uri="{FF2B5EF4-FFF2-40B4-BE49-F238E27FC236}">
                <a16:creationId xmlns:a16="http://schemas.microsoft.com/office/drawing/2014/main" id="{CA0C77D7-019F-C8C8-14E3-25406B8D6E2E}"/>
              </a:ext>
            </a:extLst>
          </p:cNvPr>
          <p:cNvPicPr>
            <a:picLocks noChangeAspect="1"/>
          </p:cNvPicPr>
          <p:nvPr/>
        </p:nvPicPr>
        <p:blipFill rotWithShape="1">
          <a:blip r:embed="rId2"/>
          <a:srcRect l="32277" t="24423" r="11600" b="23311"/>
          <a:stretch/>
        </p:blipFill>
        <p:spPr>
          <a:xfrm>
            <a:off x="2224622" y="1844824"/>
            <a:ext cx="8441790" cy="4176464"/>
          </a:xfrm>
          <a:prstGeom prst="rect">
            <a:avLst/>
          </a:prstGeom>
        </p:spPr>
      </p:pic>
      <p:sp>
        <p:nvSpPr>
          <p:cNvPr id="5" name="TextBox 4">
            <a:extLst>
              <a:ext uri="{FF2B5EF4-FFF2-40B4-BE49-F238E27FC236}">
                <a16:creationId xmlns:a16="http://schemas.microsoft.com/office/drawing/2014/main" id="{AE4FE88A-1749-2B14-10B9-B71F5E2EF42A}"/>
              </a:ext>
            </a:extLst>
          </p:cNvPr>
          <p:cNvSpPr txBox="1"/>
          <p:nvPr/>
        </p:nvSpPr>
        <p:spPr>
          <a:xfrm>
            <a:off x="3862164" y="6031469"/>
            <a:ext cx="6096000" cy="369332"/>
          </a:xfrm>
          <a:prstGeom prst="rect">
            <a:avLst/>
          </a:prstGeom>
          <a:noFill/>
        </p:spPr>
        <p:txBody>
          <a:bodyPr wrap="square">
            <a:spAutoFit/>
          </a:bodyPr>
          <a:lstStyle/>
          <a:p>
            <a:r>
              <a:rPr lang="en-IN" sz="1800" b="0" i="1" u="none" strike="noStrike" baseline="0" dirty="0">
                <a:latin typeface="Times-Italic"/>
              </a:rPr>
              <a:t>Connection termination using three-way handshaking</a:t>
            </a:r>
            <a:endParaRPr lang="en-IN" dirty="0"/>
          </a:p>
        </p:txBody>
      </p:sp>
    </p:spTree>
    <p:extLst>
      <p:ext uri="{BB962C8B-B14F-4D97-AF65-F5344CB8AC3E}">
        <p14:creationId xmlns:p14="http://schemas.microsoft.com/office/powerpoint/2010/main" val="30169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Termination</a:t>
            </a:r>
          </a:p>
        </p:txBody>
      </p:sp>
      <p:sp>
        <p:nvSpPr>
          <p:cNvPr id="8" name="Content Placeholder 7">
            <a:extLst>
              <a:ext uri="{FF2B5EF4-FFF2-40B4-BE49-F238E27FC236}">
                <a16:creationId xmlns:a16="http://schemas.microsoft.com/office/drawing/2014/main" id="{68905D04-80E7-5892-7F51-C206178AF64D}"/>
              </a:ext>
            </a:extLst>
          </p:cNvPr>
          <p:cNvSpPr>
            <a:spLocks noGrp="1"/>
          </p:cNvSpPr>
          <p:nvPr>
            <p:ph idx="1"/>
          </p:nvPr>
        </p:nvSpPr>
        <p:spPr/>
        <p:txBody>
          <a:bodyPr>
            <a:normAutofit/>
          </a:bodyPr>
          <a:lstStyle/>
          <a:p>
            <a:r>
              <a:rPr lang="en-IN" dirty="0"/>
              <a:t>Half Close</a:t>
            </a:r>
          </a:p>
          <a:p>
            <a:pPr lvl="1"/>
            <a:r>
              <a:rPr lang="en-IN" dirty="0"/>
              <a:t>In TCP, one end can stop sending data while still receiving data. This is called a </a:t>
            </a:r>
            <a:r>
              <a:rPr lang="en-IN" dirty="0" err="1"/>
              <a:t>halfclose</a:t>
            </a:r>
            <a:r>
              <a:rPr lang="en-IN" dirty="0"/>
              <a:t>. </a:t>
            </a:r>
          </a:p>
          <a:p>
            <a:pPr lvl="1"/>
            <a:r>
              <a:rPr lang="en-IN" dirty="0"/>
              <a:t>Either the server or the client can issue a half-close request. It can occur when the server needs all the data before processing can begin. A good example is sorting. </a:t>
            </a:r>
          </a:p>
          <a:p>
            <a:pPr lvl="1"/>
            <a:r>
              <a:rPr lang="en-IN" dirty="0"/>
              <a:t>When the client sends data to the server to be sorted, the server needs to receive all the data before sorting can start. This means the client, after sending all data, can close the connection in the client-to-server direction. </a:t>
            </a:r>
          </a:p>
          <a:p>
            <a:pPr lvl="1"/>
            <a:r>
              <a:rPr lang="en-IN" dirty="0"/>
              <a:t>However, the server-to-client direction must remain open to return the sorted data. The server, after receiving the data, still needs time for sorting; its outbound direction must remain open. </a:t>
            </a:r>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46</a:t>
            </a:fld>
            <a:endParaRPr lang="en-IN" dirty="0"/>
          </a:p>
        </p:txBody>
      </p:sp>
    </p:spTree>
    <p:extLst>
      <p:ext uri="{BB962C8B-B14F-4D97-AF65-F5344CB8AC3E}">
        <p14:creationId xmlns:p14="http://schemas.microsoft.com/office/powerpoint/2010/main" val="1873475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Termination</a:t>
            </a:r>
          </a:p>
        </p:txBody>
      </p:sp>
      <p:pic>
        <p:nvPicPr>
          <p:cNvPr id="5" name="Content Placeholder 4">
            <a:extLst>
              <a:ext uri="{FF2B5EF4-FFF2-40B4-BE49-F238E27FC236}">
                <a16:creationId xmlns:a16="http://schemas.microsoft.com/office/drawing/2014/main" id="{2C808142-F4EF-4091-F0F1-EB8D887B452A}"/>
              </a:ext>
            </a:extLst>
          </p:cNvPr>
          <p:cNvPicPr>
            <a:picLocks noGrp="1" noChangeAspect="1"/>
          </p:cNvPicPr>
          <p:nvPr>
            <p:ph idx="1"/>
          </p:nvPr>
        </p:nvPicPr>
        <p:blipFill rotWithShape="1">
          <a:blip r:embed="rId2"/>
          <a:srcRect l="25795" t="17152" r="18624" b="5224"/>
          <a:stretch/>
        </p:blipFill>
        <p:spPr>
          <a:xfrm>
            <a:off x="3070076" y="1700808"/>
            <a:ext cx="6048672" cy="4487724"/>
          </a:xfrm>
        </p:spPr>
      </p:pic>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47</a:t>
            </a:fld>
            <a:endParaRPr lang="en-IN" dirty="0"/>
          </a:p>
        </p:txBody>
      </p:sp>
    </p:spTree>
    <p:extLst>
      <p:ext uri="{BB962C8B-B14F-4D97-AF65-F5344CB8AC3E}">
        <p14:creationId xmlns:p14="http://schemas.microsoft.com/office/powerpoint/2010/main" val="41015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48</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49</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1238</TotalTime>
  <Words>3791</Words>
  <Application>Microsoft Office PowerPoint</Application>
  <PresentationFormat>Custom</PresentationFormat>
  <Paragraphs>311</Paragraphs>
  <Slides>49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Consolas</vt:lpstr>
      <vt:lpstr>Corbel</vt:lpstr>
      <vt:lpstr>Times-Italic</vt:lpstr>
      <vt:lpstr>Chalkboard 16x9</vt:lpstr>
      <vt:lpstr>Advanced Computer Network  (4350706)  Unit-4 Transport Layer Protocols</vt:lpstr>
      <vt:lpstr>Topics to be discussed</vt:lpstr>
      <vt:lpstr>Transmission Control Protocol</vt:lpstr>
      <vt:lpstr>TCP Services</vt:lpstr>
      <vt:lpstr>Process-to-Process Communication</vt:lpstr>
      <vt:lpstr>Stream Delivery Service</vt:lpstr>
      <vt:lpstr>Stream Delivery Service</vt:lpstr>
      <vt:lpstr>Stream Delivery Service</vt:lpstr>
      <vt:lpstr>Stream Delivery Service</vt:lpstr>
      <vt:lpstr>Stream Delivery Service</vt:lpstr>
      <vt:lpstr>Stream Delivery Service</vt:lpstr>
      <vt:lpstr>Full-Duplex Communication</vt:lpstr>
      <vt:lpstr>Multiplexing and Demultiplexing</vt:lpstr>
      <vt:lpstr>Connection-Oriented Service</vt:lpstr>
      <vt:lpstr>Reliable Service</vt:lpstr>
      <vt:lpstr>TCP Features</vt:lpstr>
      <vt:lpstr>Numbering System</vt:lpstr>
      <vt:lpstr>Byte Number (Numbering System)</vt:lpstr>
      <vt:lpstr>Sequence Number (Numbering System)</vt:lpstr>
      <vt:lpstr>Sequence Number (Numbering System)</vt:lpstr>
      <vt:lpstr>Sequence Number (Numbering System)</vt:lpstr>
      <vt:lpstr>Sequence Number (Numbering System)</vt:lpstr>
      <vt:lpstr>Acknowledgment Number (Numbering System)</vt:lpstr>
      <vt:lpstr>Acknowledgment Number (Numbering System)</vt:lpstr>
      <vt:lpstr>Segment</vt:lpstr>
      <vt:lpstr>Segment</vt:lpstr>
      <vt:lpstr>Segment</vt:lpstr>
      <vt:lpstr>Segment</vt:lpstr>
      <vt:lpstr>Segment</vt:lpstr>
      <vt:lpstr>Segment</vt:lpstr>
      <vt:lpstr>Segment</vt:lpstr>
      <vt:lpstr>Segment</vt:lpstr>
      <vt:lpstr>Segment</vt:lpstr>
      <vt:lpstr>Encapsulation</vt:lpstr>
      <vt:lpstr>A TCP Connection</vt:lpstr>
      <vt:lpstr>A TCP Connection</vt:lpstr>
      <vt:lpstr>A TCP Connection</vt:lpstr>
      <vt:lpstr>Connection Establishment</vt:lpstr>
      <vt:lpstr>Connection Establishment</vt:lpstr>
      <vt:lpstr>Connection Establishment</vt:lpstr>
      <vt:lpstr>State Transition Diagram</vt:lpstr>
      <vt:lpstr>Data Transfer</vt:lpstr>
      <vt:lpstr>Data Transfer</vt:lpstr>
      <vt:lpstr>Connection Termination</vt:lpstr>
      <vt:lpstr>Connection Termination</vt:lpstr>
      <vt:lpstr>Connection Termination</vt:lpstr>
      <vt:lpstr>Connection Termination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26</cp:revision>
  <dcterms:created xsi:type="dcterms:W3CDTF">2023-08-27T07:27:45Z</dcterms:created>
  <dcterms:modified xsi:type="dcterms:W3CDTF">2023-11-23T17:16:53Z</dcterms:modified>
</cp:coreProperties>
</file>